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汇报一个基于“业绩预告超预期”的事件驱动量化投资策略。这份报告将从策略的基本思想出发，详细介绍其实现流程和核心代码，并通过历史数据回测来验证其有效性。希望通过这次分享，能让大家对如何利用量化手段捕捉市场热点事件有一个清晰的认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报告将分为五个部分。首先，我会简要介绍事件驱动量化投资的概念以及我们策略的核心。接着，将深入探讨策略的基本思想、理论基础和核心假设。第三部分是本次报告的重点，我会详细展示策略的整体流程和核心代码实现。第四部分，我们将通过回测结果来验证策略的有效性，并进行超参数优化分析。最后，对整个策略进行总结并展望未来的改进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策略的基本思想和假设。在这一章，我们将深入探讨我们为什么选择“业绩预告超预期”作为投资信号，以及这个策略背后的金融理论和我们所依赖的关键假设。这部分内容是理解整个策略逻辑的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策略的核心思想非常直接：业绩是股价的核心锚点。简单来说，一家公司的盈利能力决定了它的价值。当公司发布的业绩预告远超市场预期时，这是一个强烈的信号，表明公司基本面正在向好的方向发展。市场会对此做出反应，股价往往会迎来一波上涨。我们的策略就是要系统性地捕捉这部分由基本面改善带来的超额收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为什么这个策略能赚钱呢？这背后有两大金融理论的支撑。一方面，有效市场假说告诉我们，如果市场是完全有效的，我们就没有机会。但我们认为，市场并非总是完美的，信息的消化需要时间。另一方面，行为金融学解释了原因，投资者存在反应不足和羊群效应。我们的策略正是利用了市场的这种“不完美”，在信息发布后、市场完全反应前介入，从而获取收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任何策略都有其前提假设。我们的策略建立在三个核心假设之上。首先，我们假设业绩预告是真实有效的信号。其次，我们假设市场对这个信号的反应是滞后的，给了我们操作的时间。最后，我们假设通过分散投资可以降低风险。这三个假设共同构成了我们策略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接下来，我们进入第二部分，也是本次报告的技术核心：策略的整体流程和代码实现。我将详细拆解策略的每一步是如何运作的，并展示在聚宽平台上实现这一切的核心代码。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我们策略的整体流程。简单来说，这是一个每日运行的自动化系统。每天开盘前，系统会自动获取最新数据，筛选出符合我们条件的股票，然后进行调仓操作——卖出不再符合条件的股票，买入新的目标股票。整个过程形成一个闭环，确保我们始终持有最新的、符合策略逻辑的股票组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让我们更详细地看一下核心逻辑。首先，我们明确了什么是“超预期事件”——业绩增长超过50%的预增、略增或扭亏公告。然后，我们通过聚宽平台获取这些数据，并进行严格的过滤，剔除掉ST股、停牌股等高风险标的。最后，我们设定了每日调仓的规则，卖出旧的，买入新的，并严格控制单只股票的仓位，以保证策略的稳健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在聚宽平台上实现策略的核心代码。代码主要分为两部分：初始化函数和每日运行的交易函数。在交易函数中，我们首先查询符合条件的业绩预告数据，然后进行股票池过滤，接着执行卖出和买入操作。整个逻辑清晰地体现了我们前面提到的策略流程。大家可以看到，代码的核心就是围绕数据筛选和调仓这两个关键步骤展开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理论和代码都准备好了，那么这个策略的实际效果如何呢？现在我们进入第三部分，通过历史数据回测来检验策略的表现，并对关键参数进行优化分析。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策略在过去五年的回测结果。可以看到，策略的年化收益率达到了23.2%，远超沪深300基准。更重要的是，在获得高收益的同时，策略的最大回撤和夏普比率都显著优于基准，这说明我们的策略不仅能赚钱，而且赚钱的效率更高，风险更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找到最优的策略参数，我们进行了超参敏感性分析。首先是业绩增长阈值。我们发现，当阈值设置为50%时，策略的夏普比率最高，这意味着在这个点上，收益和风险达到了最佳平衡。阈值太低会引入太多噪音，太高则会导致持仓过于集中，风险增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分析持仓时间。我们比较了固定持有5天、10天、20天和我们动态持有策略的表现。结果显示，动态持有策略的表现是最好的。这说明，让市场自己决定何时卖出，比人为设定一个固定的持有时间要更有效。这赋予了策略更大的灵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本次报告进行总结。我们成功构建并验证了一个基于业绩预告超预期的事件驱动策略，它在历史回测中表现优异。但同时，我们也要清醒地认识到策略的风险，比如数据挖掘偏差和流动性风险。未来，我们可以通过融合多因子、引入更精细的筛选规则甚至机器学习技术，来进一步提升策略的表现。我的汇报到此结束，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image" Target="../media/image20.svg"/><Relationship Id="rId11" Type="http://schemas.openxmlformats.org/officeDocument/2006/relationships/image" Target="../media/image19.png"/><Relationship Id="rId10" Type="http://schemas.openxmlformats.org/officeDocument/2006/relationships/image" Target="../media/image18.sv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0" Type="http://schemas.openxmlformats.org/officeDocument/2006/relationships/notesSlide" Target="../notesSlides/notesSlide9.xml"/><Relationship Id="rId1"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4.sv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4.sv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765300"/>
            <a:ext cx="12192000" cy="33274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2717800" y="1143000"/>
            <a:ext cx="96009" cy="102806"/>
          </a:xfrm>
          <a:custGeom>
            <a:avLst/>
            <a:gdLst/>
            <a:ahLst/>
            <a:cxnLst/>
            <a:rect l="l" t="t" r="r" b="b"/>
            <a:pathLst>
              <a:path w="96009" h="102806">
                <a:moveTo>
                  <a:pt x="25704" y="53671"/>
                </a:moveTo>
                <a:cubicBezTo>
                  <a:pt x="25704" y="56695"/>
                  <a:pt x="25704" y="58962"/>
                  <a:pt x="25704" y="61231"/>
                </a:cubicBezTo>
                <a:cubicBezTo>
                  <a:pt x="25704" y="69546"/>
                  <a:pt x="25704" y="77861"/>
                  <a:pt x="25704" y="86176"/>
                </a:cubicBezTo>
                <a:cubicBezTo>
                  <a:pt x="25704" y="88444"/>
                  <a:pt x="25704" y="89957"/>
                  <a:pt x="26459" y="92224"/>
                </a:cubicBezTo>
                <a:cubicBezTo>
                  <a:pt x="26459" y="94492"/>
                  <a:pt x="27972" y="96003"/>
                  <a:pt x="30240" y="96003"/>
                </a:cubicBezTo>
                <a:cubicBezTo>
                  <a:pt x="32507" y="96003"/>
                  <a:pt x="34775" y="96760"/>
                  <a:pt x="37043" y="96760"/>
                </a:cubicBezTo>
                <a:cubicBezTo>
                  <a:pt x="37043" y="98271"/>
                  <a:pt x="37043" y="100540"/>
                  <a:pt x="37043" y="102051"/>
                </a:cubicBezTo>
                <a:cubicBezTo>
                  <a:pt x="24948" y="102051"/>
                  <a:pt x="12851" y="102051"/>
                  <a:pt x="756" y="102051"/>
                </a:cubicBezTo>
                <a:cubicBezTo>
                  <a:pt x="0" y="101295"/>
                  <a:pt x="0" y="100540"/>
                  <a:pt x="0" y="99783"/>
                </a:cubicBezTo>
                <a:cubicBezTo>
                  <a:pt x="0" y="99027"/>
                  <a:pt x="0" y="98271"/>
                  <a:pt x="0" y="96760"/>
                </a:cubicBezTo>
                <a:cubicBezTo>
                  <a:pt x="2268" y="96760"/>
                  <a:pt x="4536" y="96760"/>
                  <a:pt x="6803" y="96003"/>
                </a:cubicBezTo>
                <a:cubicBezTo>
                  <a:pt x="10584" y="95247"/>
                  <a:pt x="11340" y="94492"/>
                  <a:pt x="12095" y="90712"/>
                </a:cubicBezTo>
                <a:cubicBezTo>
                  <a:pt x="12095" y="88444"/>
                  <a:pt x="12851" y="86176"/>
                  <a:pt x="12851" y="83909"/>
                </a:cubicBezTo>
                <a:cubicBezTo>
                  <a:pt x="12851" y="61231"/>
                  <a:pt x="12851" y="39309"/>
                  <a:pt x="12851" y="16631"/>
                </a:cubicBezTo>
                <a:cubicBezTo>
                  <a:pt x="12851" y="15118"/>
                  <a:pt x="12095" y="12851"/>
                  <a:pt x="12095" y="11339"/>
                </a:cubicBezTo>
                <a:cubicBezTo>
                  <a:pt x="11340" y="8315"/>
                  <a:pt x="9827" y="6803"/>
                  <a:pt x="6803" y="6803"/>
                </a:cubicBezTo>
                <a:cubicBezTo>
                  <a:pt x="4536" y="6048"/>
                  <a:pt x="2268" y="6048"/>
                  <a:pt x="0" y="6048"/>
                </a:cubicBezTo>
                <a:cubicBezTo>
                  <a:pt x="0" y="3780"/>
                  <a:pt x="0" y="2268"/>
                  <a:pt x="0" y="756"/>
                </a:cubicBezTo>
                <a:cubicBezTo>
                  <a:pt x="1513" y="756"/>
                  <a:pt x="2268" y="0"/>
                  <a:pt x="3024" y="0"/>
                </a:cubicBezTo>
                <a:cubicBezTo>
                  <a:pt x="19656" y="0"/>
                  <a:pt x="37043" y="0"/>
                  <a:pt x="53675" y="0"/>
                </a:cubicBezTo>
                <a:cubicBezTo>
                  <a:pt x="59723" y="0"/>
                  <a:pt x="65015" y="756"/>
                  <a:pt x="71063" y="3024"/>
                </a:cubicBezTo>
                <a:cubicBezTo>
                  <a:pt x="81646" y="6803"/>
                  <a:pt x="86938" y="13607"/>
                  <a:pt x="87695" y="24190"/>
                </a:cubicBezTo>
                <a:cubicBezTo>
                  <a:pt x="88450" y="36285"/>
                  <a:pt x="83158" y="45356"/>
                  <a:pt x="73331" y="49892"/>
                </a:cubicBezTo>
                <a:cubicBezTo>
                  <a:pt x="68795" y="51403"/>
                  <a:pt x="65015" y="52916"/>
                  <a:pt x="60479" y="52916"/>
                </a:cubicBezTo>
                <a:cubicBezTo>
                  <a:pt x="58210" y="52916"/>
                  <a:pt x="55942" y="53671"/>
                  <a:pt x="53675" y="53671"/>
                </a:cubicBezTo>
                <a:cubicBezTo>
                  <a:pt x="54431" y="55183"/>
                  <a:pt x="55187" y="55940"/>
                  <a:pt x="55187" y="56695"/>
                </a:cubicBezTo>
                <a:cubicBezTo>
                  <a:pt x="63503" y="66523"/>
                  <a:pt x="71063" y="76350"/>
                  <a:pt x="78622" y="86176"/>
                </a:cubicBezTo>
                <a:cubicBezTo>
                  <a:pt x="79379" y="86933"/>
                  <a:pt x="79379" y="86933"/>
                  <a:pt x="79379" y="87688"/>
                </a:cubicBezTo>
                <a:cubicBezTo>
                  <a:pt x="83914" y="92224"/>
                  <a:pt x="88450" y="96760"/>
                  <a:pt x="96009" y="96760"/>
                </a:cubicBezTo>
                <a:cubicBezTo>
                  <a:pt x="96009" y="98271"/>
                  <a:pt x="96009" y="100540"/>
                  <a:pt x="96009" y="102051"/>
                </a:cubicBezTo>
                <a:cubicBezTo>
                  <a:pt x="93743" y="102051"/>
                  <a:pt x="90719" y="102051"/>
                  <a:pt x="87695" y="102051"/>
                </a:cubicBezTo>
                <a:cubicBezTo>
                  <a:pt x="83914" y="102051"/>
                  <a:pt x="80890" y="102051"/>
                  <a:pt x="77111" y="102806"/>
                </a:cubicBezTo>
                <a:cubicBezTo>
                  <a:pt x="74842" y="102806"/>
                  <a:pt x="73331" y="101295"/>
                  <a:pt x="72574" y="99783"/>
                </a:cubicBezTo>
                <a:cubicBezTo>
                  <a:pt x="62747" y="86933"/>
                  <a:pt x="53675" y="74837"/>
                  <a:pt x="44604" y="61986"/>
                </a:cubicBezTo>
                <a:cubicBezTo>
                  <a:pt x="43091" y="59719"/>
                  <a:pt x="40823" y="57451"/>
                  <a:pt x="39312" y="55183"/>
                </a:cubicBezTo>
                <a:cubicBezTo>
                  <a:pt x="38555" y="54427"/>
                  <a:pt x="37799" y="53671"/>
                  <a:pt x="37043" y="53671"/>
                </a:cubicBezTo>
                <a:cubicBezTo>
                  <a:pt x="33264" y="53671"/>
                  <a:pt x="29483" y="53671"/>
                  <a:pt x="25704" y="53671"/>
                </a:cubicBezTo>
                <a:close/>
                <a:moveTo>
                  <a:pt x="25704" y="46112"/>
                </a:moveTo>
                <a:cubicBezTo>
                  <a:pt x="26459" y="46868"/>
                  <a:pt x="27215" y="46868"/>
                  <a:pt x="27215" y="46868"/>
                </a:cubicBezTo>
                <a:cubicBezTo>
                  <a:pt x="34775" y="46868"/>
                  <a:pt x="42335" y="46868"/>
                  <a:pt x="49894" y="46868"/>
                </a:cubicBezTo>
                <a:cubicBezTo>
                  <a:pt x="54431" y="46112"/>
                  <a:pt x="58210" y="45356"/>
                  <a:pt x="61991" y="44600"/>
                </a:cubicBezTo>
                <a:cubicBezTo>
                  <a:pt x="68039" y="42333"/>
                  <a:pt x="71063" y="38552"/>
                  <a:pt x="72574" y="33261"/>
                </a:cubicBezTo>
                <a:cubicBezTo>
                  <a:pt x="72574" y="29482"/>
                  <a:pt x="73331" y="25702"/>
                  <a:pt x="72574" y="21921"/>
                </a:cubicBezTo>
                <a:cubicBezTo>
                  <a:pt x="71818" y="15118"/>
                  <a:pt x="68039" y="11339"/>
                  <a:pt x="61234" y="9072"/>
                </a:cubicBezTo>
                <a:cubicBezTo>
                  <a:pt x="58210" y="8315"/>
                  <a:pt x="55942" y="8315"/>
                  <a:pt x="52918" y="8315"/>
                </a:cubicBezTo>
                <a:cubicBezTo>
                  <a:pt x="44604" y="7559"/>
                  <a:pt x="36288" y="8315"/>
                  <a:pt x="27972" y="8315"/>
                </a:cubicBezTo>
                <a:cubicBezTo>
                  <a:pt x="27215" y="8315"/>
                  <a:pt x="26459" y="8315"/>
                  <a:pt x="25704" y="8315"/>
                </a:cubicBezTo>
                <a:cubicBezTo>
                  <a:pt x="25704" y="21166"/>
                  <a:pt x="25704" y="33261"/>
                  <a:pt x="25704" y="4611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841500" y="1143000"/>
            <a:ext cx="96009" cy="101958"/>
          </a:xfrm>
          <a:custGeom>
            <a:avLst/>
            <a:gdLst/>
            <a:ahLst/>
            <a:cxnLst/>
            <a:rect l="l" t="t" r="r" b="b"/>
            <a:pathLst>
              <a:path w="96009" h="101958">
                <a:moveTo>
                  <a:pt x="37799" y="52868"/>
                </a:moveTo>
                <a:cubicBezTo>
                  <a:pt x="33264" y="57399"/>
                  <a:pt x="29483" y="61175"/>
                  <a:pt x="25704" y="65706"/>
                </a:cubicBezTo>
                <a:cubicBezTo>
                  <a:pt x="24948" y="66462"/>
                  <a:pt x="24948" y="67217"/>
                  <a:pt x="24948" y="67972"/>
                </a:cubicBezTo>
                <a:cubicBezTo>
                  <a:pt x="24948" y="74769"/>
                  <a:pt x="24948" y="80811"/>
                  <a:pt x="24948" y="87608"/>
                </a:cubicBezTo>
                <a:cubicBezTo>
                  <a:pt x="24948" y="88364"/>
                  <a:pt x="24948" y="89118"/>
                  <a:pt x="25704" y="90630"/>
                </a:cubicBezTo>
                <a:cubicBezTo>
                  <a:pt x="26459" y="94405"/>
                  <a:pt x="27215" y="95161"/>
                  <a:pt x="30996" y="95915"/>
                </a:cubicBezTo>
                <a:cubicBezTo>
                  <a:pt x="33264" y="95915"/>
                  <a:pt x="34775" y="96671"/>
                  <a:pt x="37043" y="96671"/>
                </a:cubicBezTo>
                <a:cubicBezTo>
                  <a:pt x="37043" y="98181"/>
                  <a:pt x="37043" y="100448"/>
                  <a:pt x="37043" y="101958"/>
                </a:cubicBezTo>
                <a:cubicBezTo>
                  <a:pt x="24948" y="101958"/>
                  <a:pt x="12851" y="101958"/>
                  <a:pt x="0" y="101958"/>
                </a:cubicBezTo>
                <a:cubicBezTo>
                  <a:pt x="0" y="100448"/>
                  <a:pt x="0" y="98937"/>
                  <a:pt x="0" y="96671"/>
                </a:cubicBezTo>
                <a:cubicBezTo>
                  <a:pt x="1513" y="96671"/>
                  <a:pt x="3780" y="96671"/>
                  <a:pt x="5292" y="96671"/>
                </a:cubicBezTo>
                <a:cubicBezTo>
                  <a:pt x="10584" y="95915"/>
                  <a:pt x="12095" y="94405"/>
                  <a:pt x="12095" y="89118"/>
                </a:cubicBezTo>
                <a:cubicBezTo>
                  <a:pt x="12095" y="86853"/>
                  <a:pt x="12095" y="85343"/>
                  <a:pt x="12095" y="83833"/>
                </a:cubicBezTo>
                <a:cubicBezTo>
                  <a:pt x="12095" y="61930"/>
                  <a:pt x="12095" y="40028"/>
                  <a:pt x="12095" y="18125"/>
                </a:cubicBezTo>
                <a:cubicBezTo>
                  <a:pt x="12095" y="15860"/>
                  <a:pt x="12095" y="13594"/>
                  <a:pt x="12095" y="12084"/>
                </a:cubicBezTo>
                <a:cubicBezTo>
                  <a:pt x="11340" y="8307"/>
                  <a:pt x="9827" y="6797"/>
                  <a:pt x="6048" y="6797"/>
                </a:cubicBezTo>
                <a:cubicBezTo>
                  <a:pt x="3780" y="6041"/>
                  <a:pt x="2268" y="6041"/>
                  <a:pt x="0" y="6041"/>
                </a:cubicBezTo>
                <a:cubicBezTo>
                  <a:pt x="0" y="3776"/>
                  <a:pt x="0" y="2266"/>
                  <a:pt x="0" y="756"/>
                </a:cubicBezTo>
                <a:cubicBezTo>
                  <a:pt x="3024" y="0"/>
                  <a:pt x="30240" y="0"/>
                  <a:pt x="37043" y="756"/>
                </a:cubicBezTo>
                <a:cubicBezTo>
                  <a:pt x="37043" y="2266"/>
                  <a:pt x="37799" y="3776"/>
                  <a:pt x="37799" y="6041"/>
                </a:cubicBezTo>
                <a:cubicBezTo>
                  <a:pt x="35531" y="6041"/>
                  <a:pt x="33264" y="6041"/>
                  <a:pt x="30996" y="6797"/>
                </a:cubicBezTo>
                <a:cubicBezTo>
                  <a:pt x="27972" y="6797"/>
                  <a:pt x="25704" y="8307"/>
                  <a:pt x="25704" y="12084"/>
                </a:cubicBezTo>
                <a:cubicBezTo>
                  <a:pt x="24948" y="13594"/>
                  <a:pt x="24948" y="15105"/>
                  <a:pt x="24948" y="17371"/>
                </a:cubicBezTo>
                <a:cubicBezTo>
                  <a:pt x="24948" y="29455"/>
                  <a:pt x="24948" y="40784"/>
                  <a:pt x="24948" y="52868"/>
                </a:cubicBezTo>
                <a:cubicBezTo>
                  <a:pt x="24948" y="53622"/>
                  <a:pt x="24948" y="54378"/>
                  <a:pt x="24948" y="55133"/>
                </a:cubicBezTo>
                <a:cubicBezTo>
                  <a:pt x="26459" y="54378"/>
                  <a:pt x="27215" y="54378"/>
                  <a:pt x="27215" y="53622"/>
                </a:cubicBezTo>
                <a:cubicBezTo>
                  <a:pt x="39312" y="40784"/>
                  <a:pt x="50651" y="27944"/>
                  <a:pt x="62747" y="14350"/>
                </a:cubicBezTo>
                <a:cubicBezTo>
                  <a:pt x="63503" y="13594"/>
                  <a:pt x="64258" y="12084"/>
                  <a:pt x="65015" y="10574"/>
                </a:cubicBezTo>
                <a:cubicBezTo>
                  <a:pt x="66526" y="9063"/>
                  <a:pt x="65771" y="7553"/>
                  <a:pt x="63503" y="6797"/>
                </a:cubicBezTo>
                <a:cubicBezTo>
                  <a:pt x="61234" y="6041"/>
                  <a:pt x="59723" y="6041"/>
                  <a:pt x="57455" y="6041"/>
                </a:cubicBezTo>
                <a:cubicBezTo>
                  <a:pt x="57455" y="3776"/>
                  <a:pt x="57455" y="2266"/>
                  <a:pt x="57455" y="756"/>
                </a:cubicBezTo>
                <a:cubicBezTo>
                  <a:pt x="59723" y="0"/>
                  <a:pt x="86182" y="0"/>
                  <a:pt x="92230" y="756"/>
                </a:cubicBezTo>
                <a:cubicBezTo>
                  <a:pt x="92230" y="2266"/>
                  <a:pt x="92230" y="3776"/>
                  <a:pt x="92230" y="6041"/>
                </a:cubicBezTo>
                <a:cubicBezTo>
                  <a:pt x="91474" y="6041"/>
                  <a:pt x="90719" y="6041"/>
                  <a:pt x="89206" y="6041"/>
                </a:cubicBezTo>
                <a:cubicBezTo>
                  <a:pt x="83914" y="6797"/>
                  <a:pt x="78622" y="9063"/>
                  <a:pt x="74842" y="13594"/>
                </a:cubicBezTo>
                <a:cubicBezTo>
                  <a:pt x="69550" y="18881"/>
                  <a:pt x="64258" y="24922"/>
                  <a:pt x="58210" y="30965"/>
                </a:cubicBezTo>
                <a:cubicBezTo>
                  <a:pt x="54431" y="34741"/>
                  <a:pt x="50651" y="39272"/>
                  <a:pt x="46871" y="43049"/>
                </a:cubicBezTo>
                <a:cubicBezTo>
                  <a:pt x="47628" y="43804"/>
                  <a:pt x="48383" y="44559"/>
                  <a:pt x="48383" y="46071"/>
                </a:cubicBezTo>
                <a:cubicBezTo>
                  <a:pt x="58210" y="58909"/>
                  <a:pt x="68039" y="71749"/>
                  <a:pt x="77111" y="85343"/>
                </a:cubicBezTo>
                <a:cubicBezTo>
                  <a:pt x="78622" y="86853"/>
                  <a:pt x="80134" y="89118"/>
                  <a:pt x="81646" y="90630"/>
                </a:cubicBezTo>
                <a:cubicBezTo>
                  <a:pt x="84670" y="93650"/>
                  <a:pt x="88450" y="95915"/>
                  <a:pt x="92986" y="95915"/>
                </a:cubicBezTo>
                <a:cubicBezTo>
                  <a:pt x="93743" y="96671"/>
                  <a:pt x="94498" y="96671"/>
                  <a:pt x="96009" y="96671"/>
                </a:cubicBezTo>
                <a:cubicBezTo>
                  <a:pt x="96009" y="98181"/>
                  <a:pt x="96009" y="100448"/>
                  <a:pt x="96009" y="101958"/>
                </a:cubicBezTo>
                <a:cubicBezTo>
                  <a:pt x="82403" y="101958"/>
                  <a:pt x="68795" y="101958"/>
                  <a:pt x="55187" y="101958"/>
                </a:cubicBezTo>
                <a:cubicBezTo>
                  <a:pt x="55187" y="100448"/>
                  <a:pt x="55187" y="98937"/>
                  <a:pt x="55187" y="96671"/>
                </a:cubicBezTo>
                <a:cubicBezTo>
                  <a:pt x="56699" y="96671"/>
                  <a:pt x="58967" y="96671"/>
                  <a:pt x="60479" y="95915"/>
                </a:cubicBezTo>
                <a:cubicBezTo>
                  <a:pt x="64258" y="95915"/>
                  <a:pt x="65015" y="94405"/>
                  <a:pt x="63503" y="90630"/>
                </a:cubicBezTo>
                <a:cubicBezTo>
                  <a:pt x="63503" y="89118"/>
                  <a:pt x="62747" y="88364"/>
                  <a:pt x="61991" y="86853"/>
                </a:cubicBezTo>
                <a:cubicBezTo>
                  <a:pt x="54431" y="76280"/>
                  <a:pt x="46115" y="64952"/>
                  <a:pt x="38555" y="54378"/>
                </a:cubicBezTo>
                <a:cubicBezTo>
                  <a:pt x="38555" y="53622"/>
                  <a:pt x="37799" y="53622"/>
                  <a:pt x="37799" y="528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2362200" y="1143000"/>
            <a:ext cx="95160" cy="101958"/>
          </a:xfrm>
          <a:custGeom>
            <a:avLst/>
            <a:gdLst/>
            <a:ahLst/>
            <a:cxnLst/>
            <a:rect l="l" t="t" r="r" b="b"/>
            <a:pathLst>
              <a:path w="95160" h="101958">
                <a:moveTo>
                  <a:pt x="21147" y="12084"/>
                </a:moveTo>
                <a:cubicBezTo>
                  <a:pt x="21147" y="12840"/>
                  <a:pt x="21147" y="14350"/>
                  <a:pt x="21147" y="15105"/>
                </a:cubicBezTo>
                <a:cubicBezTo>
                  <a:pt x="21147" y="37762"/>
                  <a:pt x="21147" y="59665"/>
                  <a:pt x="21147" y="82321"/>
                </a:cubicBezTo>
                <a:cubicBezTo>
                  <a:pt x="21147" y="84587"/>
                  <a:pt x="21147" y="86853"/>
                  <a:pt x="21147" y="89874"/>
                </a:cubicBezTo>
                <a:cubicBezTo>
                  <a:pt x="21902" y="93650"/>
                  <a:pt x="23412" y="95161"/>
                  <a:pt x="27944" y="95915"/>
                </a:cubicBezTo>
                <a:cubicBezTo>
                  <a:pt x="29454" y="95915"/>
                  <a:pt x="30965" y="96671"/>
                  <a:pt x="33231" y="96671"/>
                </a:cubicBezTo>
                <a:cubicBezTo>
                  <a:pt x="33231" y="98181"/>
                  <a:pt x="33231" y="100448"/>
                  <a:pt x="33231" y="101958"/>
                </a:cubicBezTo>
                <a:cubicBezTo>
                  <a:pt x="21902" y="101958"/>
                  <a:pt x="11328" y="101958"/>
                  <a:pt x="0" y="101958"/>
                </a:cubicBezTo>
                <a:cubicBezTo>
                  <a:pt x="0" y="100448"/>
                  <a:pt x="0" y="98937"/>
                  <a:pt x="0" y="96671"/>
                </a:cubicBezTo>
                <a:cubicBezTo>
                  <a:pt x="2266" y="96671"/>
                  <a:pt x="3776" y="95915"/>
                  <a:pt x="6041" y="95915"/>
                </a:cubicBezTo>
                <a:cubicBezTo>
                  <a:pt x="9063" y="95915"/>
                  <a:pt x="11328" y="93650"/>
                  <a:pt x="12084" y="90630"/>
                </a:cubicBezTo>
                <a:cubicBezTo>
                  <a:pt x="12084" y="89118"/>
                  <a:pt x="12084" y="86853"/>
                  <a:pt x="12084" y="85343"/>
                </a:cubicBezTo>
                <a:cubicBezTo>
                  <a:pt x="12084" y="61930"/>
                  <a:pt x="12084" y="37762"/>
                  <a:pt x="12084" y="14350"/>
                </a:cubicBezTo>
                <a:cubicBezTo>
                  <a:pt x="12084" y="13594"/>
                  <a:pt x="12084" y="12840"/>
                  <a:pt x="12084" y="11328"/>
                </a:cubicBezTo>
                <a:cubicBezTo>
                  <a:pt x="12084" y="8307"/>
                  <a:pt x="10573" y="6797"/>
                  <a:pt x="6797" y="6797"/>
                </a:cubicBezTo>
                <a:cubicBezTo>
                  <a:pt x="6041" y="6041"/>
                  <a:pt x="5287" y="6041"/>
                  <a:pt x="3776" y="6041"/>
                </a:cubicBezTo>
                <a:cubicBezTo>
                  <a:pt x="3021" y="6041"/>
                  <a:pt x="1510" y="6041"/>
                  <a:pt x="756" y="6041"/>
                </a:cubicBezTo>
                <a:cubicBezTo>
                  <a:pt x="756" y="3776"/>
                  <a:pt x="756" y="2266"/>
                  <a:pt x="756" y="756"/>
                </a:cubicBezTo>
                <a:cubicBezTo>
                  <a:pt x="10573" y="756"/>
                  <a:pt x="20391" y="756"/>
                  <a:pt x="30209" y="756"/>
                </a:cubicBezTo>
                <a:cubicBezTo>
                  <a:pt x="44559" y="25678"/>
                  <a:pt x="59663" y="50602"/>
                  <a:pt x="74013" y="75524"/>
                </a:cubicBezTo>
                <a:cubicBezTo>
                  <a:pt x="74013" y="75524"/>
                  <a:pt x="74769" y="75524"/>
                  <a:pt x="74769" y="75524"/>
                </a:cubicBezTo>
                <a:cubicBezTo>
                  <a:pt x="74769" y="74769"/>
                  <a:pt x="74769" y="73259"/>
                  <a:pt x="74769" y="72503"/>
                </a:cubicBezTo>
                <a:cubicBezTo>
                  <a:pt x="74769" y="54378"/>
                  <a:pt x="74769" y="36252"/>
                  <a:pt x="74769" y="18125"/>
                </a:cubicBezTo>
                <a:cubicBezTo>
                  <a:pt x="74769" y="15860"/>
                  <a:pt x="74769" y="14350"/>
                  <a:pt x="74013" y="12084"/>
                </a:cubicBezTo>
                <a:cubicBezTo>
                  <a:pt x="73259" y="9063"/>
                  <a:pt x="70993" y="6797"/>
                  <a:pt x="67972" y="6797"/>
                </a:cubicBezTo>
                <a:cubicBezTo>
                  <a:pt x="66460" y="6041"/>
                  <a:pt x="64950" y="6041"/>
                  <a:pt x="62685" y="6041"/>
                </a:cubicBezTo>
                <a:cubicBezTo>
                  <a:pt x="62685" y="3776"/>
                  <a:pt x="62685" y="2266"/>
                  <a:pt x="62685" y="756"/>
                </a:cubicBezTo>
                <a:cubicBezTo>
                  <a:pt x="65706" y="0"/>
                  <a:pt x="86853" y="0"/>
                  <a:pt x="95160" y="756"/>
                </a:cubicBezTo>
                <a:cubicBezTo>
                  <a:pt x="95160" y="2266"/>
                  <a:pt x="95160" y="3776"/>
                  <a:pt x="95160" y="6041"/>
                </a:cubicBezTo>
                <a:cubicBezTo>
                  <a:pt x="93650" y="6041"/>
                  <a:pt x="92138" y="6041"/>
                  <a:pt x="89873" y="6797"/>
                </a:cubicBezTo>
                <a:cubicBezTo>
                  <a:pt x="86853" y="6797"/>
                  <a:pt x="84587" y="9063"/>
                  <a:pt x="83831" y="12084"/>
                </a:cubicBezTo>
                <a:cubicBezTo>
                  <a:pt x="83831" y="15105"/>
                  <a:pt x="83076" y="17371"/>
                  <a:pt x="83076" y="20391"/>
                </a:cubicBezTo>
                <a:cubicBezTo>
                  <a:pt x="83076" y="46071"/>
                  <a:pt x="83076" y="71749"/>
                  <a:pt x="83076" y="97427"/>
                </a:cubicBezTo>
                <a:cubicBezTo>
                  <a:pt x="83076" y="98937"/>
                  <a:pt x="83076" y="100448"/>
                  <a:pt x="83076" y="101958"/>
                </a:cubicBezTo>
                <a:cubicBezTo>
                  <a:pt x="80056" y="101958"/>
                  <a:pt x="77790" y="101958"/>
                  <a:pt x="74769" y="101958"/>
                </a:cubicBezTo>
                <a:cubicBezTo>
                  <a:pt x="57398" y="71749"/>
                  <a:pt x="39272" y="41538"/>
                  <a:pt x="21902" y="11328"/>
                </a:cubicBezTo>
                <a:cubicBezTo>
                  <a:pt x="21147" y="11328"/>
                  <a:pt x="21147" y="11328"/>
                  <a:pt x="21147" y="1208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2616200" y="1143000"/>
            <a:ext cx="93461" cy="101958"/>
          </a:xfrm>
          <a:custGeom>
            <a:avLst/>
            <a:gdLst/>
            <a:ahLst/>
            <a:cxnLst/>
            <a:rect l="l" t="t" r="r" b="b"/>
            <a:pathLst>
              <a:path w="93461" h="101958">
                <a:moveTo>
                  <a:pt x="0" y="6041"/>
                </a:moveTo>
                <a:cubicBezTo>
                  <a:pt x="0" y="3776"/>
                  <a:pt x="0" y="2266"/>
                  <a:pt x="0" y="756"/>
                </a:cubicBezTo>
                <a:cubicBezTo>
                  <a:pt x="2261" y="0"/>
                  <a:pt x="73864" y="0"/>
                  <a:pt x="79140" y="756"/>
                </a:cubicBezTo>
                <a:cubicBezTo>
                  <a:pt x="82155" y="9063"/>
                  <a:pt x="85170" y="18125"/>
                  <a:pt x="88185" y="26434"/>
                </a:cubicBezTo>
                <a:cubicBezTo>
                  <a:pt x="86678" y="27944"/>
                  <a:pt x="84417" y="28699"/>
                  <a:pt x="82909" y="29455"/>
                </a:cubicBezTo>
                <a:cubicBezTo>
                  <a:pt x="82155" y="27189"/>
                  <a:pt x="81402" y="26434"/>
                  <a:pt x="80648" y="24922"/>
                </a:cubicBezTo>
                <a:cubicBezTo>
                  <a:pt x="76125" y="15105"/>
                  <a:pt x="69342" y="9818"/>
                  <a:pt x="58790" y="8307"/>
                </a:cubicBezTo>
                <a:cubicBezTo>
                  <a:pt x="47484" y="7553"/>
                  <a:pt x="36178" y="8307"/>
                  <a:pt x="25626" y="8307"/>
                </a:cubicBezTo>
                <a:cubicBezTo>
                  <a:pt x="24873" y="11328"/>
                  <a:pt x="24873" y="41538"/>
                  <a:pt x="25626" y="46071"/>
                </a:cubicBezTo>
                <a:cubicBezTo>
                  <a:pt x="30903" y="46071"/>
                  <a:pt x="36178" y="46071"/>
                  <a:pt x="41454" y="45315"/>
                </a:cubicBezTo>
                <a:cubicBezTo>
                  <a:pt x="48238" y="44559"/>
                  <a:pt x="51253" y="40784"/>
                  <a:pt x="52006" y="33986"/>
                </a:cubicBezTo>
                <a:cubicBezTo>
                  <a:pt x="52760" y="31721"/>
                  <a:pt x="52760" y="29455"/>
                  <a:pt x="52760" y="27189"/>
                </a:cubicBezTo>
                <a:cubicBezTo>
                  <a:pt x="55021" y="27189"/>
                  <a:pt x="56529" y="27189"/>
                  <a:pt x="58790" y="27189"/>
                </a:cubicBezTo>
                <a:cubicBezTo>
                  <a:pt x="58790" y="42294"/>
                  <a:pt x="58790" y="56643"/>
                  <a:pt x="58790" y="71749"/>
                </a:cubicBezTo>
                <a:cubicBezTo>
                  <a:pt x="58036" y="71749"/>
                  <a:pt x="57282" y="71749"/>
                  <a:pt x="55775" y="71749"/>
                </a:cubicBezTo>
                <a:cubicBezTo>
                  <a:pt x="55021" y="71749"/>
                  <a:pt x="54267" y="71749"/>
                  <a:pt x="52760" y="71749"/>
                </a:cubicBezTo>
                <a:cubicBezTo>
                  <a:pt x="52760" y="70237"/>
                  <a:pt x="52760" y="67972"/>
                  <a:pt x="52760" y="66462"/>
                </a:cubicBezTo>
                <a:cubicBezTo>
                  <a:pt x="52006" y="64952"/>
                  <a:pt x="52006" y="62685"/>
                  <a:pt x="51253" y="61175"/>
                </a:cubicBezTo>
                <a:cubicBezTo>
                  <a:pt x="50499" y="56643"/>
                  <a:pt x="48238" y="54378"/>
                  <a:pt x="43716" y="53622"/>
                </a:cubicBezTo>
                <a:cubicBezTo>
                  <a:pt x="37686" y="52112"/>
                  <a:pt x="31656" y="52868"/>
                  <a:pt x="25626" y="52868"/>
                </a:cubicBezTo>
                <a:cubicBezTo>
                  <a:pt x="24873" y="54378"/>
                  <a:pt x="24873" y="55133"/>
                  <a:pt x="24873" y="55888"/>
                </a:cubicBezTo>
                <a:cubicBezTo>
                  <a:pt x="24873" y="66462"/>
                  <a:pt x="24873" y="77034"/>
                  <a:pt x="24873" y="86853"/>
                </a:cubicBezTo>
                <a:cubicBezTo>
                  <a:pt x="24873" y="93650"/>
                  <a:pt x="25626" y="94405"/>
                  <a:pt x="32410" y="94405"/>
                </a:cubicBezTo>
                <a:cubicBezTo>
                  <a:pt x="39193" y="94405"/>
                  <a:pt x="45223" y="94405"/>
                  <a:pt x="52006" y="94405"/>
                </a:cubicBezTo>
                <a:cubicBezTo>
                  <a:pt x="67081" y="94405"/>
                  <a:pt x="78387" y="86853"/>
                  <a:pt x="84417" y="73259"/>
                </a:cubicBezTo>
                <a:cubicBezTo>
                  <a:pt x="85170" y="71749"/>
                  <a:pt x="85924" y="70237"/>
                  <a:pt x="86678" y="67972"/>
                </a:cubicBezTo>
                <a:cubicBezTo>
                  <a:pt x="88938" y="68727"/>
                  <a:pt x="91200" y="69483"/>
                  <a:pt x="93461" y="70237"/>
                </a:cubicBezTo>
                <a:cubicBezTo>
                  <a:pt x="89692" y="81567"/>
                  <a:pt x="85924" y="91384"/>
                  <a:pt x="82155" y="101958"/>
                </a:cubicBezTo>
                <a:cubicBezTo>
                  <a:pt x="55021" y="101958"/>
                  <a:pt x="27888" y="101958"/>
                  <a:pt x="0" y="101958"/>
                </a:cubicBezTo>
                <a:cubicBezTo>
                  <a:pt x="0" y="100448"/>
                  <a:pt x="0" y="98937"/>
                  <a:pt x="0" y="96671"/>
                </a:cubicBezTo>
                <a:cubicBezTo>
                  <a:pt x="2261" y="96671"/>
                  <a:pt x="4522" y="96671"/>
                  <a:pt x="6030" y="95915"/>
                </a:cubicBezTo>
                <a:cubicBezTo>
                  <a:pt x="9798" y="95161"/>
                  <a:pt x="11306" y="94405"/>
                  <a:pt x="11306" y="90630"/>
                </a:cubicBezTo>
                <a:cubicBezTo>
                  <a:pt x="12060" y="89118"/>
                  <a:pt x="12060" y="86853"/>
                  <a:pt x="12060" y="85343"/>
                </a:cubicBezTo>
                <a:cubicBezTo>
                  <a:pt x="12060" y="61930"/>
                  <a:pt x="12060" y="39272"/>
                  <a:pt x="12060" y="15860"/>
                </a:cubicBezTo>
                <a:cubicBezTo>
                  <a:pt x="12060" y="15105"/>
                  <a:pt x="12060" y="13594"/>
                  <a:pt x="12060" y="12084"/>
                </a:cubicBezTo>
                <a:cubicBezTo>
                  <a:pt x="11306" y="8307"/>
                  <a:pt x="9798" y="6797"/>
                  <a:pt x="6030" y="6797"/>
                </a:cubicBezTo>
                <a:cubicBezTo>
                  <a:pt x="5276" y="6797"/>
                  <a:pt x="4522" y="6041"/>
                  <a:pt x="3015" y="6041"/>
                </a:cubicBezTo>
                <a:cubicBezTo>
                  <a:pt x="2261" y="6041"/>
                  <a:pt x="1507" y="6041"/>
                  <a:pt x="0" y="604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739900" y="1143000"/>
            <a:ext cx="93461" cy="101109"/>
          </a:xfrm>
          <a:custGeom>
            <a:avLst/>
            <a:gdLst/>
            <a:ahLst/>
            <a:cxnLst/>
            <a:rect l="l" t="t" r="r" b="b"/>
            <a:pathLst>
              <a:path w="93461" h="101109">
                <a:moveTo>
                  <a:pt x="25075" y="45272"/>
                </a:moveTo>
                <a:cubicBezTo>
                  <a:pt x="31153" y="45272"/>
                  <a:pt x="36473" y="46027"/>
                  <a:pt x="41792" y="44517"/>
                </a:cubicBezTo>
                <a:cubicBezTo>
                  <a:pt x="47870" y="43009"/>
                  <a:pt x="50909" y="39991"/>
                  <a:pt x="51670" y="33955"/>
                </a:cubicBezTo>
                <a:cubicBezTo>
                  <a:pt x="52429" y="31690"/>
                  <a:pt x="52429" y="29427"/>
                  <a:pt x="53189" y="26408"/>
                </a:cubicBezTo>
                <a:cubicBezTo>
                  <a:pt x="54709" y="26408"/>
                  <a:pt x="56989" y="26408"/>
                  <a:pt x="58508" y="26408"/>
                </a:cubicBezTo>
                <a:cubicBezTo>
                  <a:pt x="58508" y="41500"/>
                  <a:pt x="58508" y="55836"/>
                  <a:pt x="58508" y="70927"/>
                </a:cubicBezTo>
                <a:cubicBezTo>
                  <a:pt x="57748" y="70927"/>
                  <a:pt x="56989" y="70927"/>
                  <a:pt x="56989" y="70927"/>
                </a:cubicBezTo>
                <a:cubicBezTo>
                  <a:pt x="55469" y="70927"/>
                  <a:pt x="53950" y="70927"/>
                  <a:pt x="53189" y="70927"/>
                </a:cubicBezTo>
                <a:cubicBezTo>
                  <a:pt x="52429" y="67908"/>
                  <a:pt x="52429" y="64891"/>
                  <a:pt x="52429" y="62626"/>
                </a:cubicBezTo>
                <a:cubicBezTo>
                  <a:pt x="50909" y="55836"/>
                  <a:pt x="47870" y="52818"/>
                  <a:pt x="41031" y="52064"/>
                </a:cubicBezTo>
                <a:cubicBezTo>
                  <a:pt x="35712" y="52064"/>
                  <a:pt x="30394" y="52064"/>
                  <a:pt x="25075" y="52064"/>
                </a:cubicBezTo>
                <a:cubicBezTo>
                  <a:pt x="25075" y="53572"/>
                  <a:pt x="25075" y="54327"/>
                  <a:pt x="25075" y="55081"/>
                </a:cubicBezTo>
                <a:cubicBezTo>
                  <a:pt x="25075" y="65645"/>
                  <a:pt x="25075" y="76209"/>
                  <a:pt x="25075" y="86017"/>
                </a:cubicBezTo>
                <a:cubicBezTo>
                  <a:pt x="25075" y="92808"/>
                  <a:pt x="25834" y="93562"/>
                  <a:pt x="32673" y="93562"/>
                </a:cubicBezTo>
                <a:cubicBezTo>
                  <a:pt x="38752" y="93562"/>
                  <a:pt x="45590" y="93562"/>
                  <a:pt x="51670" y="93562"/>
                </a:cubicBezTo>
                <a:cubicBezTo>
                  <a:pt x="67626" y="93562"/>
                  <a:pt x="78264" y="86017"/>
                  <a:pt x="85103" y="72436"/>
                </a:cubicBezTo>
                <a:cubicBezTo>
                  <a:pt x="85862" y="70927"/>
                  <a:pt x="86623" y="69417"/>
                  <a:pt x="87382" y="67908"/>
                </a:cubicBezTo>
                <a:cubicBezTo>
                  <a:pt x="87382" y="67908"/>
                  <a:pt x="87382" y="67908"/>
                  <a:pt x="87382" y="67908"/>
                </a:cubicBezTo>
                <a:cubicBezTo>
                  <a:pt x="89662" y="67908"/>
                  <a:pt x="91181" y="68663"/>
                  <a:pt x="93461" y="69417"/>
                </a:cubicBezTo>
                <a:cubicBezTo>
                  <a:pt x="89662" y="80735"/>
                  <a:pt x="85862" y="90545"/>
                  <a:pt x="82823" y="101109"/>
                </a:cubicBezTo>
                <a:cubicBezTo>
                  <a:pt x="54709" y="101109"/>
                  <a:pt x="27355" y="101109"/>
                  <a:pt x="0" y="101109"/>
                </a:cubicBezTo>
                <a:cubicBezTo>
                  <a:pt x="0" y="99598"/>
                  <a:pt x="0" y="98090"/>
                  <a:pt x="0" y="95827"/>
                </a:cubicBezTo>
                <a:cubicBezTo>
                  <a:pt x="1520" y="95827"/>
                  <a:pt x="3800" y="95072"/>
                  <a:pt x="6078" y="95072"/>
                </a:cubicBezTo>
                <a:cubicBezTo>
                  <a:pt x="9119" y="95072"/>
                  <a:pt x="10638" y="93562"/>
                  <a:pt x="11398" y="90545"/>
                </a:cubicBezTo>
                <a:cubicBezTo>
                  <a:pt x="11398" y="89036"/>
                  <a:pt x="12158" y="86771"/>
                  <a:pt x="12158" y="85263"/>
                </a:cubicBezTo>
                <a:cubicBezTo>
                  <a:pt x="12158" y="61872"/>
                  <a:pt x="12158" y="38481"/>
                  <a:pt x="12158" y="15090"/>
                </a:cubicBezTo>
                <a:cubicBezTo>
                  <a:pt x="12158" y="7545"/>
                  <a:pt x="10638" y="6036"/>
                  <a:pt x="3800" y="5282"/>
                </a:cubicBezTo>
                <a:cubicBezTo>
                  <a:pt x="2280" y="5282"/>
                  <a:pt x="759" y="5282"/>
                  <a:pt x="0" y="5282"/>
                </a:cubicBezTo>
                <a:cubicBezTo>
                  <a:pt x="0" y="3018"/>
                  <a:pt x="0" y="1509"/>
                  <a:pt x="0" y="0"/>
                </a:cubicBezTo>
                <a:cubicBezTo>
                  <a:pt x="25834" y="0"/>
                  <a:pt x="52429" y="0"/>
                  <a:pt x="79784" y="0"/>
                </a:cubicBezTo>
                <a:cubicBezTo>
                  <a:pt x="82823" y="8299"/>
                  <a:pt x="85103" y="16600"/>
                  <a:pt x="88903" y="26408"/>
                </a:cubicBezTo>
                <a:cubicBezTo>
                  <a:pt x="86623" y="27163"/>
                  <a:pt x="85103" y="27918"/>
                  <a:pt x="82823" y="28673"/>
                </a:cubicBezTo>
                <a:cubicBezTo>
                  <a:pt x="82064" y="27163"/>
                  <a:pt x="82064" y="26408"/>
                  <a:pt x="81303" y="25654"/>
                </a:cubicBezTo>
                <a:cubicBezTo>
                  <a:pt x="81303" y="24145"/>
                  <a:pt x="80543" y="23391"/>
                  <a:pt x="79784" y="21882"/>
                </a:cubicBezTo>
                <a:cubicBezTo>
                  <a:pt x="75984" y="13581"/>
                  <a:pt x="68386" y="8299"/>
                  <a:pt x="59268" y="8299"/>
                </a:cubicBezTo>
                <a:cubicBezTo>
                  <a:pt x="50150" y="7545"/>
                  <a:pt x="41031" y="7545"/>
                  <a:pt x="31914" y="7545"/>
                </a:cubicBezTo>
                <a:cubicBezTo>
                  <a:pt x="29634" y="7545"/>
                  <a:pt x="27355" y="7545"/>
                  <a:pt x="25075" y="7545"/>
                </a:cubicBezTo>
                <a:cubicBezTo>
                  <a:pt x="25075" y="19618"/>
                  <a:pt x="25075" y="32445"/>
                  <a:pt x="25075" y="4527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993900" y="1143000"/>
            <a:ext cx="95160" cy="101109"/>
          </a:xfrm>
          <a:custGeom>
            <a:avLst/>
            <a:gdLst/>
            <a:ahLst/>
            <a:cxnLst/>
            <a:rect l="l" t="t" r="r" b="b"/>
            <a:pathLst>
              <a:path w="95160" h="101109">
                <a:moveTo>
                  <a:pt x="32475" y="101109"/>
                </a:moveTo>
                <a:cubicBezTo>
                  <a:pt x="21902" y="101109"/>
                  <a:pt x="10573" y="101109"/>
                  <a:pt x="0" y="101109"/>
                </a:cubicBezTo>
                <a:cubicBezTo>
                  <a:pt x="0" y="99598"/>
                  <a:pt x="0" y="98090"/>
                  <a:pt x="0" y="95827"/>
                </a:cubicBezTo>
                <a:cubicBezTo>
                  <a:pt x="1510" y="95827"/>
                  <a:pt x="3776" y="95827"/>
                  <a:pt x="5287" y="95072"/>
                </a:cubicBezTo>
                <a:cubicBezTo>
                  <a:pt x="9818" y="94317"/>
                  <a:pt x="11328" y="92808"/>
                  <a:pt x="12084" y="89036"/>
                </a:cubicBezTo>
                <a:cubicBezTo>
                  <a:pt x="12084" y="86771"/>
                  <a:pt x="12084" y="85263"/>
                  <a:pt x="12084" y="83000"/>
                </a:cubicBezTo>
                <a:cubicBezTo>
                  <a:pt x="12084" y="60363"/>
                  <a:pt x="12084" y="36972"/>
                  <a:pt x="12084" y="13581"/>
                </a:cubicBezTo>
                <a:cubicBezTo>
                  <a:pt x="12084" y="6791"/>
                  <a:pt x="10573" y="6036"/>
                  <a:pt x="3776" y="5282"/>
                </a:cubicBezTo>
                <a:cubicBezTo>
                  <a:pt x="3021" y="5282"/>
                  <a:pt x="1510" y="5282"/>
                  <a:pt x="0" y="5282"/>
                </a:cubicBezTo>
                <a:cubicBezTo>
                  <a:pt x="0" y="3018"/>
                  <a:pt x="0" y="1509"/>
                  <a:pt x="0" y="0"/>
                </a:cubicBezTo>
                <a:cubicBezTo>
                  <a:pt x="9818" y="0"/>
                  <a:pt x="19637" y="0"/>
                  <a:pt x="30209" y="0"/>
                </a:cubicBezTo>
                <a:cubicBezTo>
                  <a:pt x="44559" y="24900"/>
                  <a:pt x="58909" y="49799"/>
                  <a:pt x="74013" y="75453"/>
                </a:cubicBezTo>
                <a:cubicBezTo>
                  <a:pt x="74013" y="73944"/>
                  <a:pt x="74769" y="73190"/>
                  <a:pt x="74769" y="72436"/>
                </a:cubicBezTo>
                <a:cubicBezTo>
                  <a:pt x="74769" y="54327"/>
                  <a:pt x="74769" y="36218"/>
                  <a:pt x="74769" y="18109"/>
                </a:cubicBezTo>
                <a:cubicBezTo>
                  <a:pt x="74769" y="16600"/>
                  <a:pt x="74769" y="14336"/>
                  <a:pt x="74013" y="12827"/>
                </a:cubicBezTo>
                <a:cubicBezTo>
                  <a:pt x="73259" y="8299"/>
                  <a:pt x="71747" y="6036"/>
                  <a:pt x="67216" y="5282"/>
                </a:cubicBezTo>
                <a:cubicBezTo>
                  <a:pt x="65706" y="5282"/>
                  <a:pt x="64195" y="5282"/>
                  <a:pt x="62685" y="5282"/>
                </a:cubicBezTo>
                <a:cubicBezTo>
                  <a:pt x="62685" y="4528"/>
                  <a:pt x="62685" y="3773"/>
                  <a:pt x="62685" y="3018"/>
                </a:cubicBezTo>
                <a:cubicBezTo>
                  <a:pt x="62685" y="1509"/>
                  <a:pt x="62685" y="754"/>
                  <a:pt x="62685" y="0"/>
                </a:cubicBezTo>
                <a:cubicBezTo>
                  <a:pt x="73259" y="0"/>
                  <a:pt x="83831" y="0"/>
                  <a:pt x="94404" y="0"/>
                </a:cubicBezTo>
                <a:cubicBezTo>
                  <a:pt x="94404" y="754"/>
                  <a:pt x="95160" y="1509"/>
                  <a:pt x="95160" y="2263"/>
                </a:cubicBezTo>
                <a:cubicBezTo>
                  <a:pt x="95160" y="3018"/>
                  <a:pt x="95160" y="3773"/>
                  <a:pt x="95160" y="5282"/>
                </a:cubicBezTo>
                <a:cubicBezTo>
                  <a:pt x="93650" y="5282"/>
                  <a:pt x="92138" y="5282"/>
                  <a:pt x="90628" y="5282"/>
                </a:cubicBezTo>
                <a:cubicBezTo>
                  <a:pt x="86097" y="6036"/>
                  <a:pt x="83831" y="8299"/>
                  <a:pt x="83076" y="12073"/>
                </a:cubicBezTo>
                <a:cubicBezTo>
                  <a:pt x="83076" y="15090"/>
                  <a:pt x="83076" y="17355"/>
                  <a:pt x="83076" y="19618"/>
                </a:cubicBezTo>
                <a:cubicBezTo>
                  <a:pt x="83076" y="45272"/>
                  <a:pt x="83076" y="70927"/>
                  <a:pt x="83076" y="96581"/>
                </a:cubicBezTo>
                <a:cubicBezTo>
                  <a:pt x="83076" y="98090"/>
                  <a:pt x="83076" y="99598"/>
                  <a:pt x="83076" y="101109"/>
                </a:cubicBezTo>
                <a:cubicBezTo>
                  <a:pt x="80056" y="101109"/>
                  <a:pt x="77034" y="101109"/>
                  <a:pt x="74013" y="101109"/>
                </a:cubicBezTo>
                <a:cubicBezTo>
                  <a:pt x="56643" y="70927"/>
                  <a:pt x="39272" y="40745"/>
                  <a:pt x="21147" y="10564"/>
                </a:cubicBezTo>
                <a:cubicBezTo>
                  <a:pt x="21147" y="10564"/>
                  <a:pt x="21147" y="10564"/>
                  <a:pt x="21147" y="10564"/>
                </a:cubicBezTo>
                <a:cubicBezTo>
                  <a:pt x="20391" y="11318"/>
                  <a:pt x="20391" y="12073"/>
                  <a:pt x="20391" y="12827"/>
                </a:cubicBezTo>
                <a:cubicBezTo>
                  <a:pt x="20391" y="36218"/>
                  <a:pt x="20391" y="59609"/>
                  <a:pt x="20391" y="83000"/>
                </a:cubicBezTo>
                <a:cubicBezTo>
                  <a:pt x="20391" y="85263"/>
                  <a:pt x="20391" y="87526"/>
                  <a:pt x="21147" y="89036"/>
                </a:cubicBezTo>
                <a:cubicBezTo>
                  <a:pt x="21902" y="92808"/>
                  <a:pt x="23412" y="94317"/>
                  <a:pt x="27188" y="95072"/>
                </a:cubicBezTo>
                <a:cubicBezTo>
                  <a:pt x="28699" y="95072"/>
                  <a:pt x="30965" y="95827"/>
                  <a:pt x="32475" y="95827"/>
                </a:cubicBezTo>
                <a:cubicBezTo>
                  <a:pt x="32475" y="97335"/>
                  <a:pt x="32475" y="99598"/>
                  <a:pt x="32475"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2095500" y="1143000"/>
            <a:ext cx="105355" cy="108755"/>
          </a:xfrm>
          <a:custGeom>
            <a:avLst/>
            <a:gdLst/>
            <a:ahLst/>
            <a:cxnLst/>
            <a:rect l="l" t="t" r="r" b="b"/>
            <a:pathLst>
              <a:path w="105355" h="108755">
                <a:moveTo>
                  <a:pt x="65942" y="59665"/>
                </a:moveTo>
                <a:cubicBezTo>
                  <a:pt x="65942" y="57399"/>
                  <a:pt x="65942" y="55888"/>
                  <a:pt x="65942" y="53622"/>
                </a:cubicBezTo>
                <a:cubicBezTo>
                  <a:pt x="79586" y="53622"/>
                  <a:pt x="92471" y="53622"/>
                  <a:pt x="105355" y="53622"/>
                </a:cubicBezTo>
                <a:cubicBezTo>
                  <a:pt x="105355" y="55888"/>
                  <a:pt x="105355" y="57399"/>
                  <a:pt x="105355" y="59665"/>
                </a:cubicBezTo>
                <a:cubicBezTo>
                  <a:pt x="103840" y="59665"/>
                  <a:pt x="102324" y="59665"/>
                  <a:pt x="100809" y="59665"/>
                </a:cubicBezTo>
                <a:cubicBezTo>
                  <a:pt x="96261" y="59665"/>
                  <a:pt x="94745" y="61175"/>
                  <a:pt x="93986" y="66462"/>
                </a:cubicBezTo>
                <a:cubicBezTo>
                  <a:pt x="93986" y="67972"/>
                  <a:pt x="93986" y="70237"/>
                  <a:pt x="93986" y="71749"/>
                </a:cubicBezTo>
                <a:cubicBezTo>
                  <a:pt x="93986" y="81566"/>
                  <a:pt x="93986" y="91384"/>
                  <a:pt x="93986" y="101202"/>
                </a:cubicBezTo>
                <a:cubicBezTo>
                  <a:pt x="93986" y="101958"/>
                  <a:pt x="93986" y="103468"/>
                  <a:pt x="93986" y="104978"/>
                </a:cubicBezTo>
                <a:cubicBezTo>
                  <a:pt x="91713" y="104978"/>
                  <a:pt x="89438" y="104978"/>
                  <a:pt x="87165" y="104978"/>
                </a:cubicBezTo>
                <a:cubicBezTo>
                  <a:pt x="85649" y="102713"/>
                  <a:pt x="84891" y="99692"/>
                  <a:pt x="83376" y="96671"/>
                </a:cubicBezTo>
                <a:cubicBezTo>
                  <a:pt x="81859" y="97427"/>
                  <a:pt x="81101" y="98181"/>
                  <a:pt x="79586" y="98937"/>
                </a:cubicBezTo>
                <a:cubicBezTo>
                  <a:pt x="68216" y="105734"/>
                  <a:pt x="56088" y="108755"/>
                  <a:pt x="42446" y="106490"/>
                </a:cubicBezTo>
                <a:cubicBezTo>
                  <a:pt x="25771" y="103468"/>
                  <a:pt x="13644" y="93650"/>
                  <a:pt x="7579" y="77790"/>
                </a:cubicBezTo>
                <a:cubicBezTo>
                  <a:pt x="0" y="59665"/>
                  <a:pt x="758" y="41538"/>
                  <a:pt x="11369" y="24922"/>
                </a:cubicBezTo>
                <a:cubicBezTo>
                  <a:pt x="18191" y="12840"/>
                  <a:pt x="28802" y="4531"/>
                  <a:pt x="42446" y="2266"/>
                </a:cubicBezTo>
                <a:cubicBezTo>
                  <a:pt x="53815" y="0"/>
                  <a:pt x="65184" y="1510"/>
                  <a:pt x="75038" y="8307"/>
                </a:cubicBezTo>
                <a:cubicBezTo>
                  <a:pt x="75796" y="9063"/>
                  <a:pt x="76553" y="9063"/>
                  <a:pt x="77311" y="9818"/>
                </a:cubicBezTo>
                <a:cubicBezTo>
                  <a:pt x="78069" y="7553"/>
                  <a:pt x="78828" y="5287"/>
                  <a:pt x="79586" y="3776"/>
                </a:cubicBezTo>
                <a:cubicBezTo>
                  <a:pt x="81101" y="3776"/>
                  <a:pt x="82617" y="3776"/>
                  <a:pt x="84891" y="3776"/>
                </a:cubicBezTo>
                <a:cubicBezTo>
                  <a:pt x="87165" y="13594"/>
                  <a:pt x="90197" y="24168"/>
                  <a:pt x="92471" y="34741"/>
                </a:cubicBezTo>
                <a:cubicBezTo>
                  <a:pt x="90955" y="35496"/>
                  <a:pt x="88682" y="36252"/>
                  <a:pt x="86407" y="37007"/>
                </a:cubicBezTo>
                <a:cubicBezTo>
                  <a:pt x="86407" y="35496"/>
                  <a:pt x="85649" y="33986"/>
                  <a:pt x="84891" y="33231"/>
                </a:cubicBezTo>
                <a:cubicBezTo>
                  <a:pt x="82617" y="27944"/>
                  <a:pt x="79586" y="22657"/>
                  <a:pt x="75796" y="18881"/>
                </a:cubicBezTo>
                <a:cubicBezTo>
                  <a:pt x="63669" y="6041"/>
                  <a:pt x="44719" y="5287"/>
                  <a:pt x="31834" y="17371"/>
                </a:cubicBezTo>
                <a:cubicBezTo>
                  <a:pt x="23496" y="25678"/>
                  <a:pt x="18948" y="35496"/>
                  <a:pt x="18191" y="46825"/>
                </a:cubicBezTo>
                <a:cubicBezTo>
                  <a:pt x="16675" y="59665"/>
                  <a:pt x="18948" y="71749"/>
                  <a:pt x="25771" y="82321"/>
                </a:cubicBezTo>
                <a:cubicBezTo>
                  <a:pt x="33350" y="94405"/>
                  <a:pt x="44719" y="99692"/>
                  <a:pt x="58363" y="98937"/>
                </a:cubicBezTo>
                <a:cubicBezTo>
                  <a:pt x="65184" y="98181"/>
                  <a:pt x="71248" y="95915"/>
                  <a:pt x="76553" y="90630"/>
                </a:cubicBezTo>
                <a:cubicBezTo>
                  <a:pt x="78828" y="88364"/>
                  <a:pt x="80344" y="86097"/>
                  <a:pt x="80344" y="82321"/>
                </a:cubicBezTo>
                <a:cubicBezTo>
                  <a:pt x="80344" y="77790"/>
                  <a:pt x="81101" y="72503"/>
                  <a:pt x="80344" y="67972"/>
                </a:cubicBezTo>
                <a:cubicBezTo>
                  <a:pt x="80344" y="61930"/>
                  <a:pt x="78828" y="61175"/>
                  <a:pt x="72763" y="59665"/>
                </a:cubicBezTo>
                <a:cubicBezTo>
                  <a:pt x="71248" y="59665"/>
                  <a:pt x="68974" y="59665"/>
                  <a:pt x="65942" y="5966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2819400" y="1143000"/>
            <a:ext cx="85814" cy="105355"/>
          </a:xfrm>
          <a:custGeom>
            <a:avLst/>
            <a:gdLst/>
            <a:ahLst/>
            <a:cxnLst/>
            <a:rect l="l" t="t" r="r" b="b"/>
            <a:pathLst>
              <a:path w="85814" h="105355">
                <a:moveTo>
                  <a:pt x="78219" y="33111"/>
                </a:moveTo>
                <a:cubicBezTo>
                  <a:pt x="75942" y="33865"/>
                  <a:pt x="74423" y="33865"/>
                  <a:pt x="72145" y="34616"/>
                </a:cubicBezTo>
                <a:cubicBezTo>
                  <a:pt x="71385" y="33111"/>
                  <a:pt x="70626" y="32360"/>
                  <a:pt x="69867" y="30855"/>
                </a:cubicBezTo>
                <a:cubicBezTo>
                  <a:pt x="66069" y="24082"/>
                  <a:pt x="61512" y="18061"/>
                  <a:pt x="54679" y="13546"/>
                </a:cubicBezTo>
                <a:cubicBezTo>
                  <a:pt x="46325" y="8278"/>
                  <a:pt x="37970" y="6773"/>
                  <a:pt x="28858" y="9031"/>
                </a:cubicBezTo>
                <a:cubicBezTo>
                  <a:pt x="25061" y="9783"/>
                  <a:pt x="21264" y="12041"/>
                  <a:pt x="18985" y="14299"/>
                </a:cubicBezTo>
                <a:cubicBezTo>
                  <a:pt x="13669" y="20319"/>
                  <a:pt x="14428" y="28597"/>
                  <a:pt x="19745" y="33111"/>
                </a:cubicBezTo>
                <a:cubicBezTo>
                  <a:pt x="23542" y="36874"/>
                  <a:pt x="27339" y="38379"/>
                  <a:pt x="31896" y="39884"/>
                </a:cubicBezTo>
                <a:cubicBezTo>
                  <a:pt x="38730" y="42142"/>
                  <a:pt x="46325" y="44400"/>
                  <a:pt x="53160" y="46657"/>
                </a:cubicBezTo>
                <a:cubicBezTo>
                  <a:pt x="58475" y="48162"/>
                  <a:pt x="63791" y="50420"/>
                  <a:pt x="68348" y="52678"/>
                </a:cubicBezTo>
                <a:cubicBezTo>
                  <a:pt x="85814" y="62461"/>
                  <a:pt x="85054" y="83532"/>
                  <a:pt x="73664" y="94068"/>
                </a:cubicBezTo>
                <a:cubicBezTo>
                  <a:pt x="64550" y="103099"/>
                  <a:pt x="53919" y="105355"/>
                  <a:pt x="42527" y="105355"/>
                </a:cubicBezTo>
                <a:cubicBezTo>
                  <a:pt x="33414" y="104604"/>
                  <a:pt x="25820" y="101594"/>
                  <a:pt x="18985" y="96326"/>
                </a:cubicBezTo>
                <a:cubicBezTo>
                  <a:pt x="18226" y="95573"/>
                  <a:pt x="17466" y="94821"/>
                  <a:pt x="15947" y="94068"/>
                </a:cubicBezTo>
                <a:cubicBezTo>
                  <a:pt x="14428" y="97078"/>
                  <a:pt x="13669" y="100089"/>
                  <a:pt x="12150" y="103099"/>
                </a:cubicBezTo>
                <a:cubicBezTo>
                  <a:pt x="10632" y="103099"/>
                  <a:pt x="9114" y="103099"/>
                  <a:pt x="7595" y="103099"/>
                </a:cubicBezTo>
                <a:cubicBezTo>
                  <a:pt x="5316" y="91058"/>
                  <a:pt x="3038" y="79017"/>
                  <a:pt x="759" y="66976"/>
                </a:cubicBezTo>
                <a:cubicBezTo>
                  <a:pt x="3038" y="66224"/>
                  <a:pt x="5316" y="66224"/>
                  <a:pt x="7595" y="65471"/>
                </a:cubicBezTo>
                <a:cubicBezTo>
                  <a:pt x="8354" y="67729"/>
                  <a:pt x="9114" y="69986"/>
                  <a:pt x="9873" y="71492"/>
                </a:cubicBezTo>
                <a:cubicBezTo>
                  <a:pt x="13669" y="79770"/>
                  <a:pt x="19745" y="87295"/>
                  <a:pt x="27339" y="91811"/>
                </a:cubicBezTo>
                <a:cubicBezTo>
                  <a:pt x="34933" y="97078"/>
                  <a:pt x="43287" y="98582"/>
                  <a:pt x="52400" y="96326"/>
                </a:cubicBezTo>
                <a:cubicBezTo>
                  <a:pt x="56956" y="95573"/>
                  <a:pt x="60753" y="92563"/>
                  <a:pt x="64550" y="89553"/>
                </a:cubicBezTo>
                <a:cubicBezTo>
                  <a:pt x="71385" y="82780"/>
                  <a:pt x="71385" y="69986"/>
                  <a:pt x="61512" y="64719"/>
                </a:cubicBezTo>
                <a:cubicBezTo>
                  <a:pt x="56956" y="62461"/>
                  <a:pt x="52400" y="60956"/>
                  <a:pt x="47843" y="59451"/>
                </a:cubicBezTo>
                <a:cubicBezTo>
                  <a:pt x="41768" y="57193"/>
                  <a:pt x="34933" y="55688"/>
                  <a:pt x="28858" y="53430"/>
                </a:cubicBezTo>
                <a:cubicBezTo>
                  <a:pt x="23542" y="51925"/>
                  <a:pt x="18985" y="49668"/>
                  <a:pt x="14428" y="46657"/>
                </a:cubicBezTo>
                <a:cubicBezTo>
                  <a:pt x="759" y="38379"/>
                  <a:pt x="0" y="20319"/>
                  <a:pt x="11391" y="9783"/>
                </a:cubicBezTo>
                <a:cubicBezTo>
                  <a:pt x="18985" y="2258"/>
                  <a:pt x="28099" y="0"/>
                  <a:pt x="38730" y="0"/>
                </a:cubicBezTo>
                <a:cubicBezTo>
                  <a:pt x="47084" y="0"/>
                  <a:pt x="54679" y="2258"/>
                  <a:pt x="61512" y="7526"/>
                </a:cubicBezTo>
                <a:cubicBezTo>
                  <a:pt x="61512" y="7526"/>
                  <a:pt x="61512" y="8278"/>
                  <a:pt x="62272" y="8278"/>
                </a:cubicBezTo>
                <a:cubicBezTo>
                  <a:pt x="62272" y="8278"/>
                  <a:pt x="62272" y="8278"/>
                  <a:pt x="63031" y="8278"/>
                </a:cubicBezTo>
                <a:cubicBezTo>
                  <a:pt x="63791" y="6020"/>
                  <a:pt x="64550" y="3763"/>
                  <a:pt x="66069" y="1505"/>
                </a:cubicBezTo>
                <a:cubicBezTo>
                  <a:pt x="67588" y="1505"/>
                  <a:pt x="69107" y="1505"/>
                  <a:pt x="70626" y="1505"/>
                </a:cubicBezTo>
                <a:cubicBezTo>
                  <a:pt x="72904" y="12041"/>
                  <a:pt x="75942" y="22577"/>
                  <a:pt x="78219" y="3311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651000" y="1143000"/>
            <a:ext cx="85814" cy="101958"/>
          </a:xfrm>
          <a:custGeom>
            <a:avLst/>
            <a:gdLst/>
            <a:ahLst/>
            <a:cxnLst/>
            <a:rect l="l" t="t" r="r" b="b"/>
            <a:pathLst>
              <a:path w="85814" h="101958">
                <a:moveTo>
                  <a:pt x="25061" y="58909"/>
                </a:moveTo>
                <a:cubicBezTo>
                  <a:pt x="25061" y="60419"/>
                  <a:pt x="25061" y="61175"/>
                  <a:pt x="25061" y="61930"/>
                </a:cubicBezTo>
                <a:cubicBezTo>
                  <a:pt x="25061" y="70237"/>
                  <a:pt x="25061" y="77790"/>
                  <a:pt x="25061" y="86098"/>
                </a:cubicBezTo>
                <a:cubicBezTo>
                  <a:pt x="25061" y="86853"/>
                  <a:pt x="25061" y="88364"/>
                  <a:pt x="25061" y="89118"/>
                </a:cubicBezTo>
                <a:cubicBezTo>
                  <a:pt x="25820" y="94405"/>
                  <a:pt x="26580" y="95915"/>
                  <a:pt x="32656" y="96671"/>
                </a:cubicBezTo>
                <a:cubicBezTo>
                  <a:pt x="34173" y="96671"/>
                  <a:pt x="35692" y="96671"/>
                  <a:pt x="37211" y="96671"/>
                </a:cubicBezTo>
                <a:cubicBezTo>
                  <a:pt x="37211" y="98181"/>
                  <a:pt x="37211" y="100448"/>
                  <a:pt x="37211" y="101958"/>
                </a:cubicBezTo>
                <a:cubicBezTo>
                  <a:pt x="25061" y="101958"/>
                  <a:pt x="12150" y="101958"/>
                  <a:pt x="0" y="101958"/>
                </a:cubicBezTo>
                <a:cubicBezTo>
                  <a:pt x="0" y="100448"/>
                  <a:pt x="0" y="98937"/>
                  <a:pt x="0" y="96671"/>
                </a:cubicBezTo>
                <a:cubicBezTo>
                  <a:pt x="1519" y="96671"/>
                  <a:pt x="3797" y="96671"/>
                  <a:pt x="6076" y="95915"/>
                </a:cubicBezTo>
                <a:cubicBezTo>
                  <a:pt x="9873" y="95161"/>
                  <a:pt x="10632" y="94405"/>
                  <a:pt x="11391" y="90630"/>
                </a:cubicBezTo>
                <a:cubicBezTo>
                  <a:pt x="11391" y="89118"/>
                  <a:pt x="11391" y="87608"/>
                  <a:pt x="11391" y="86098"/>
                </a:cubicBezTo>
                <a:cubicBezTo>
                  <a:pt x="12150" y="62685"/>
                  <a:pt x="12150" y="39272"/>
                  <a:pt x="11391" y="15860"/>
                </a:cubicBezTo>
                <a:cubicBezTo>
                  <a:pt x="11391" y="14350"/>
                  <a:pt x="11391" y="12084"/>
                  <a:pt x="11391" y="10574"/>
                </a:cubicBezTo>
                <a:cubicBezTo>
                  <a:pt x="10632" y="8307"/>
                  <a:pt x="9114" y="6797"/>
                  <a:pt x="6835" y="6797"/>
                </a:cubicBezTo>
                <a:cubicBezTo>
                  <a:pt x="4557" y="6041"/>
                  <a:pt x="2278" y="6041"/>
                  <a:pt x="0" y="6041"/>
                </a:cubicBezTo>
                <a:cubicBezTo>
                  <a:pt x="0" y="3776"/>
                  <a:pt x="0" y="2266"/>
                  <a:pt x="0" y="756"/>
                </a:cubicBezTo>
                <a:cubicBezTo>
                  <a:pt x="759" y="0"/>
                  <a:pt x="2278" y="0"/>
                  <a:pt x="3038" y="0"/>
                </a:cubicBezTo>
                <a:cubicBezTo>
                  <a:pt x="15947" y="0"/>
                  <a:pt x="29618" y="0"/>
                  <a:pt x="42527" y="0"/>
                </a:cubicBezTo>
                <a:cubicBezTo>
                  <a:pt x="47084" y="0"/>
                  <a:pt x="51641" y="756"/>
                  <a:pt x="55437" y="756"/>
                </a:cubicBezTo>
                <a:cubicBezTo>
                  <a:pt x="74423" y="3021"/>
                  <a:pt x="85814" y="19637"/>
                  <a:pt x="80498" y="37762"/>
                </a:cubicBezTo>
                <a:cubicBezTo>
                  <a:pt x="77460" y="48336"/>
                  <a:pt x="70626" y="55133"/>
                  <a:pt x="59234" y="57399"/>
                </a:cubicBezTo>
                <a:cubicBezTo>
                  <a:pt x="53160" y="58153"/>
                  <a:pt x="47843" y="58153"/>
                  <a:pt x="41768" y="58909"/>
                </a:cubicBezTo>
                <a:cubicBezTo>
                  <a:pt x="36452" y="58909"/>
                  <a:pt x="31137" y="58909"/>
                  <a:pt x="25061" y="58909"/>
                </a:cubicBezTo>
                <a:close/>
                <a:moveTo>
                  <a:pt x="25061" y="51356"/>
                </a:moveTo>
                <a:cubicBezTo>
                  <a:pt x="34173" y="50602"/>
                  <a:pt x="42527" y="51356"/>
                  <a:pt x="50881" y="50602"/>
                </a:cubicBezTo>
                <a:cubicBezTo>
                  <a:pt x="57715" y="49846"/>
                  <a:pt x="62272" y="45315"/>
                  <a:pt x="64550" y="39272"/>
                </a:cubicBezTo>
                <a:cubicBezTo>
                  <a:pt x="67588" y="33986"/>
                  <a:pt x="67588" y="27944"/>
                  <a:pt x="66069" y="21902"/>
                </a:cubicBezTo>
                <a:cubicBezTo>
                  <a:pt x="63791" y="14350"/>
                  <a:pt x="59234" y="9063"/>
                  <a:pt x="50122" y="8307"/>
                </a:cubicBezTo>
                <a:cubicBezTo>
                  <a:pt x="42527" y="8307"/>
                  <a:pt x="34173" y="8307"/>
                  <a:pt x="25820" y="8307"/>
                </a:cubicBezTo>
                <a:cubicBezTo>
                  <a:pt x="25820" y="8307"/>
                  <a:pt x="25820" y="8307"/>
                  <a:pt x="25061" y="8307"/>
                </a:cubicBezTo>
                <a:cubicBezTo>
                  <a:pt x="25061" y="22657"/>
                  <a:pt x="25061" y="36252"/>
                  <a:pt x="25061" y="513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2247900" y="1143000"/>
            <a:ext cx="101109" cy="104507"/>
          </a:xfrm>
          <a:custGeom>
            <a:avLst/>
            <a:gdLst/>
            <a:ahLst/>
            <a:cxnLst/>
            <a:rect l="l" t="t" r="r" b="b"/>
            <a:pathLst>
              <a:path w="101109" h="104507">
                <a:moveTo>
                  <a:pt x="37250" y="0"/>
                </a:moveTo>
                <a:cubicBezTo>
                  <a:pt x="37250" y="1515"/>
                  <a:pt x="37250" y="3029"/>
                  <a:pt x="37250" y="5301"/>
                </a:cubicBezTo>
                <a:cubicBezTo>
                  <a:pt x="34969" y="5301"/>
                  <a:pt x="33449" y="5301"/>
                  <a:pt x="31168" y="6058"/>
                </a:cubicBezTo>
                <a:cubicBezTo>
                  <a:pt x="27367" y="6058"/>
                  <a:pt x="25847" y="7573"/>
                  <a:pt x="25847" y="11359"/>
                </a:cubicBezTo>
                <a:cubicBezTo>
                  <a:pt x="25088" y="12874"/>
                  <a:pt x="25088" y="15146"/>
                  <a:pt x="25088" y="17418"/>
                </a:cubicBezTo>
                <a:cubicBezTo>
                  <a:pt x="25088" y="32564"/>
                  <a:pt x="25088" y="47710"/>
                  <a:pt x="25088" y="62856"/>
                </a:cubicBezTo>
                <a:cubicBezTo>
                  <a:pt x="25088" y="65885"/>
                  <a:pt x="25088" y="69671"/>
                  <a:pt x="25847" y="72701"/>
                </a:cubicBezTo>
                <a:cubicBezTo>
                  <a:pt x="27367" y="84817"/>
                  <a:pt x="34969" y="90876"/>
                  <a:pt x="45612" y="93905"/>
                </a:cubicBezTo>
                <a:cubicBezTo>
                  <a:pt x="57776" y="96934"/>
                  <a:pt x="67659" y="93148"/>
                  <a:pt x="76021" y="83303"/>
                </a:cubicBezTo>
                <a:cubicBezTo>
                  <a:pt x="79061" y="80273"/>
                  <a:pt x="79822" y="75730"/>
                  <a:pt x="80583" y="71186"/>
                </a:cubicBezTo>
                <a:cubicBezTo>
                  <a:pt x="80583" y="68157"/>
                  <a:pt x="80583" y="64370"/>
                  <a:pt x="81342" y="60584"/>
                </a:cubicBezTo>
                <a:cubicBezTo>
                  <a:pt x="81342" y="46952"/>
                  <a:pt x="81342" y="32564"/>
                  <a:pt x="81342" y="18175"/>
                </a:cubicBezTo>
                <a:cubicBezTo>
                  <a:pt x="81342" y="15903"/>
                  <a:pt x="80583" y="13631"/>
                  <a:pt x="80583" y="11359"/>
                </a:cubicBezTo>
                <a:cubicBezTo>
                  <a:pt x="79822" y="7573"/>
                  <a:pt x="78302" y="6058"/>
                  <a:pt x="73740" y="6058"/>
                </a:cubicBezTo>
                <a:cubicBezTo>
                  <a:pt x="72220" y="5301"/>
                  <a:pt x="70700" y="5301"/>
                  <a:pt x="69179" y="5301"/>
                </a:cubicBezTo>
                <a:cubicBezTo>
                  <a:pt x="69179" y="3029"/>
                  <a:pt x="69179" y="1515"/>
                  <a:pt x="69179" y="0"/>
                </a:cubicBezTo>
                <a:cubicBezTo>
                  <a:pt x="79822" y="0"/>
                  <a:pt x="90465" y="0"/>
                  <a:pt x="101109" y="0"/>
                </a:cubicBezTo>
                <a:cubicBezTo>
                  <a:pt x="101109" y="1515"/>
                  <a:pt x="101109" y="3029"/>
                  <a:pt x="101109" y="5301"/>
                </a:cubicBezTo>
                <a:cubicBezTo>
                  <a:pt x="99587" y="5301"/>
                  <a:pt x="97307" y="5301"/>
                  <a:pt x="95786" y="6058"/>
                </a:cubicBezTo>
                <a:cubicBezTo>
                  <a:pt x="91986" y="6058"/>
                  <a:pt x="90465" y="8330"/>
                  <a:pt x="89705" y="11359"/>
                </a:cubicBezTo>
                <a:cubicBezTo>
                  <a:pt x="89705" y="13631"/>
                  <a:pt x="89705" y="16661"/>
                  <a:pt x="89705" y="18932"/>
                </a:cubicBezTo>
                <a:cubicBezTo>
                  <a:pt x="88944" y="34836"/>
                  <a:pt x="89705" y="50739"/>
                  <a:pt x="88944" y="66642"/>
                </a:cubicBezTo>
                <a:cubicBezTo>
                  <a:pt x="88944" y="71186"/>
                  <a:pt x="88185" y="74972"/>
                  <a:pt x="86664" y="79516"/>
                </a:cubicBezTo>
                <a:cubicBezTo>
                  <a:pt x="82103" y="93905"/>
                  <a:pt x="71460" y="101478"/>
                  <a:pt x="56256" y="102992"/>
                </a:cubicBezTo>
                <a:cubicBezTo>
                  <a:pt x="45612" y="104507"/>
                  <a:pt x="35730" y="102235"/>
                  <a:pt x="26608" y="96177"/>
                </a:cubicBezTo>
                <a:cubicBezTo>
                  <a:pt x="18245" y="90876"/>
                  <a:pt x="13684" y="82545"/>
                  <a:pt x="12924" y="72701"/>
                </a:cubicBezTo>
                <a:cubicBezTo>
                  <a:pt x="12163" y="69671"/>
                  <a:pt x="12163" y="65885"/>
                  <a:pt x="12163" y="62856"/>
                </a:cubicBezTo>
                <a:cubicBezTo>
                  <a:pt x="12163" y="48467"/>
                  <a:pt x="12163" y="34078"/>
                  <a:pt x="12163" y="18932"/>
                </a:cubicBezTo>
                <a:cubicBezTo>
                  <a:pt x="12163" y="16661"/>
                  <a:pt x="12163" y="13631"/>
                  <a:pt x="12163" y="11359"/>
                </a:cubicBezTo>
                <a:cubicBezTo>
                  <a:pt x="11403" y="7573"/>
                  <a:pt x="9883" y="6058"/>
                  <a:pt x="6082" y="6058"/>
                </a:cubicBezTo>
                <a:cubicBezTo>
                  <a:pt x="3801" y="5301"/>
                  <a:pt x="2281" y="5301"/>
                  <a:pt x="0" y="5301"/>
                </a:cubicBezTo>
                <a:cubicBezTo>
                  <a:pt x="0" y="3029"/>
                  <a:pt x="0" y="1515"/>
                  <a:pt x="0" y="0"/>
                </a:cubicBezTo>
                <a:cubicBezTo>
                  <a:pt x="12163" y="0"/>
                  <a:pt x="24327" y="0"/>
                  <a:pt x="37250"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2501900" y="1143000"/>
            <a:ext cx="100258" cy="103657"/>
          </a:xfrm>
          <a:custGeom>
            <a:avLst/>
            <a:gdLst/>
            <a:ahLst/>
            <a:cxnLst/>
            <a:rect l="l" t="t" r="r" b="b"/>
            <a:pathLst>
              <a:path w="100258" h="103657">
                <a:moveTo>
                  <a:pt x="55029" y="103657"/>
                </a:moveTo>
                <a:cubicBezTo>
                  <a:pt x="52014" y="103657"/>
                  <a:pt x="49752" y="103657"/>
                  <a:pt x="48245" y="103657"/>
                </a:cubicBezTo>
                <a:cubicBezTo>
                  <a:pt x="45983" y="103657"/>
                  <a:pt x="44475" y="102900"/>
                  <a:pt x="43721" y="100631"/>
                </a:cubicBezTo>
                <a:cubicBezTo>
                  <a:pt x="39199" y="87012"/>
                  <a:pt x="33922" y="74149"/>
                  <a:pt x="29399" y="60529"/>
                </a:cubicBezTo>
                <a:cubicBezTo>
                  <a:pt x="23368" y="46154"/>
                  <a:pt x="18091" y="31778"/>
                  <a:pt x="12814" y="17403"/>
                </a:cubicBezTo>
                <a:cubicBezTo>
                  <a:pt x="12061" y="15132"/>
                  <a:pt x="11307" y="12863"/>
                  <a:pt x="9799" y="10593"/>
                </a:cubicBezTo>
                <a:cubicBezTo>
                  <a:pt x="8292" y="7567"/>
                  <a:pt x="6030" y="6053"/>
                  <a:pt x="3015" y="5296"/>
                </a:cubicBezTo>
                <a:cubicBezTo>
                  <a:pt x="2262" y="5296"/>
                  <a:pt x="1507" y="5296"/>
                  <a:pt x="0" y="5296"/>
                </a:cubicBezTo>
                <a:cubicBezTo>
                  <a:pt x="0" y="3026"/>
                  <a:pt x="0" y="1514"/>
                  <a:pt x="0" y="0"/>
                </a:cubicBezTo>
                <a:cubicBezTo>
                  <a:pt x="12061" y="0"/>
                  <a:pt x="23368" y="0"/>
                  <a:pt x="35429" y="0"/>
                </a:cubicBezTo>
                <a:cubicBezTo>
                  <a:pt x="35429" y="1514"/>
                  <a:pt x="35429" y="3026"/>
                  <a:pt x="35429" y="5296"/>
                </a:cubicBezTo>
                <a:cubicBezTo>
                  <a:pt x="33169" y="5296"/>
                  <a:pt x="31660" y="5296"/>
                  <a:pt x="29399" y="6053"/>
                </a:cubicBezTo>
                <a:cubicBezTo>
                  <a:pt x="25630" y="6053"/>
                  <a:pt x="24875" y="7567"/>
                  <a:pt x="25630" y="11349"/>
                </a:cubicBezTo>
                <a:cubicBezTo>
                  <a:pt x="25630" y="12863"/>
                  <a:pt x="26384" y="14376"/>
                  <a:pt x="26384" y="15132"/>
                </a:cubicBezTo>
                <a:cubicBezTo>
                  <a:pt x="34676" y="38588"/>
                  <a:pt x="42968" y="61286"/>
                  <a:pt x="51260" y="84742"/>
                </a:cubicBezTo>
                <a:cubicBezTo>
                  <a:pt x="52014" y="85498"/>
                  <a:pt x="52014" y="86255"/>
                  <a:pt x="52767" y="87768"/>
                </a:cubicBezTo>
                <a:cubicBezTo>
                  <a:pt x="53522" y="86255"/>
                  <a:pt x="53522" y="85498"/>
                  <a:pt x="54275" y="85498"/>
                </a:cubicBezTo>
                <a:cubicBezTo>
                  <a:pt x="62567" y="61286"/>
                  <a:pt x="70860" y="37831"/>
                  <a:pt x="79905" y="13619"/>
                </a:cubicBezTo>
                <a:cubicBezTo>
                  <a:pt x="79905" y="12863"/>
                  <a:pt x="79905" y="12863"/>
                  <a:pt x="79905" y="12106"/>
                </a:cubicBezTo>
                <a:cubicBezTo>
                  <a:pt x="80659" y="7567"/>
                  <a:pt x="79905" y="6053"/>
                  <a:pt x="76135" y="5296"/>
                </a:cubicBezTo>
                <a:cubicBezTo>
                  <a:pt x="73875" y="5296"/>
                  <a:pt x="72367" y="5296"/>
                  <a:pt x="70860" y="5296"/>
                </a:cubicBezTo>
                <a:cubicBezTo>
                  <a:pt x="70860" y="3026"/>
                  <a:pt x="70860" y="1514"/>
                  <a:pt x="70860" y="0"/>
                </a:cubicBezTo>
                <a:cubicBezTo>
                  <a:pt x="79905" y="0"/>
                  <a:pt x="89704" y="0"/>
                  <a:pt x="100258" y="0"/>
                </a:cubicBezTo>
                <a:cubicBezTo>
                  <a:pt x="100258" y="1514"/>
                  <a:pt x="100258" y="3026"/>
                  <a:pt x="100258" y="5296"/>
                </a:cubicBezTo>
                <a:cubicBezTo>
                  <a:pt x="99504" y="5296"/>
                  <a:pt x="98750" y="5296"/>
                  <a:pt x="97997" y="5296"/>
                </a:cubicBezTo>
                <a:cubicBezTo>
                  <a:pt x="93473" y="6053"/>
                  <a:pt x="91213" y="8322"/>
                  <a:pt x="89704" y="12106"/>
                </a:cubicBezTo>
                <a:cubicBezTo>
                  <a:pt x="87443" y="18158"/>
                  <a:pt x="85181" y="23456"/>
                  <a:pt x="82920" y="28752"/>
                </a:cubicBezTo>
                <a:cubicBezTo>
                  <a:pt x="73875" y="52963"/>
                  <a:pt x="64828" y="76418"/>
                  <a:pt x="55782" y="100631"/>
                </a:cubicBezTo>
                <a:cubicBezTo>
                  <a:pt x="55782" y="101387"/>
                  <a:pt x="55029" y="102144"/>
                  <a:pt x="55029" y="10365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3035300" y="1143000"/>
            <a:ext cx="90912" cy="101958"/>
          </a:xfrm>
          <a:custGeom>
            <a:avLst/>
            <a:gdLst/>
            <a:ahLst/>
            <a:cxnLst/>
            <a:rect l="l" t="t" r="r" b="b"/>
            <a:pathLst>
              <a:path w="90912" h="101958">
                <a:moveTo>
                  <a:pt x="64397" y="95915"/>
                </a:moveTo>
                <a:cubicBezTo>
                  <a:pt x="64397" y="98181"/>
                  <a:pt x="64397" y="99692"/>
                  <a:pt x="64397" y="101202"/>
                </a:cubicBezTo>
                <a:cubicBezTo>
                  <a:pt x="61365" y="101958"/>
                  <a:pt x="33335" y="101958"/>
                  <a:pt x="26516" y="101202"/>
                </a:cubicBezTo>
                <a:cubicBezTo>
                  <a:pt x="26516" y="99692"/>
                  <a:pt x="26516" y="98181"/>
                  <a:pt x="26516" y="95915"/>
                </a:cubicBezTo>
                <a:cubicBezTo>
                  <a:pt x="28788" y="95915"/>
                  <a:pt x="31062" y="95161"/>
                  <a:pt x="33335" y="95161"/>
                </a:cubicBezTo>
                <a:cubicBezTo>
                  <a:pt x="36365" y="95161"/>
                  <a:pt x="37880" y="93650"/>
                  <a:pt x="37880" y="90630"/>
                </a:cubicBezTo>
                <a:cubicBezTo>
                  <a:pt x="38637" y="89118"/>
                  <a:pt x="38637" y="86853"/>
                  <a:pt x="38637" y="85343"/>
                </a:cubicBezTo>
                <a:cubicBezTo>
                  <a:pt x="38637" y="78546"/>
                  <a:pt x="38637" y="71749"/>
                  <a:pt x="38637" y="64196"/>
                </a:cubicBezTo>
                <a:cubicBezTo>
                  <a:pt x="38637" y="62685"/>
                  <a:pt x="38637" y="61175"/>
                  <a:pt x="37880" y="59665"/>
                </a:cubicBezTo>
                <a:cubicBezTo>
                  <a:pt x="29547" y="44559"/>
                  <a:pt x="21213" y="29455"/>
                  <a:pt x="12879" y="14350"/>
                </a:cubicBezTo>
                <a:cubicBezTo>
                  <a:pt x="12122" y="12840"/>
                  <a:pt x="11364" y="12084"/>
                  <a:pt x="11364" y="11328"/>
                </a:cubicBezTo>
                <a:cubicBezTo>
                  <a:pt x="9091" y="7553"/>
                  <a:pt x="6819" y="5287"/>
                  <a:pt x="2273" y="5287"/>
                </a:cubicBezTo>
                <a:cubicBezTo>
                  <a:pt x="1515" y="5287"/>
                  <a:pt x="758" y="5287"/>
                  <a:pt x="0" y="5287"/>
                </a:cubicBezTo>
                <a:cubicBezTo>
                  <a:pt x="0" y="3021"/>
                  <a:pt x="0" y="1510"/>
                  <a:pt x="0" y="0"/>
                </a:cubicBezTo>
                <a:cubicBezTo>
                  <a:pt x="12122" y="0"/>
                  <a:pt x="23486" y="0"/>
                  <a:pt x="36365" y="0"/>
                </a:cubicBezTo>
                <a:cubicBezTo>
                  <a:pt x="36365" y="1510"/>
                  <a:pt x="36365" y="3021"/>
                  <a:pt x="36365" y="5287"/>
                </a:cubicBezTo>
                <a:cubicBezTo>
                  <a:pt x="34092" y="5287"/>
                  <a:pt x="31819" y="5287"/>
                  <a:pt x="30303" y="5287"/>
                </a:cubicBezTo>
                <a:cubicBezTo>
                  <a:pt x="26516" y="6041"/>
                  <a:pt x="25758" y="7553"/>
                  <a:pt x="27273" y="10574"/>
                </a:cubicBezTo>
                <a:cubicBezTo>
                  <a:pt x="27273" y="11328"/>
                  <a:pt x="28031" y="12840"/>
                  <a:pt x="28031" y="13594"/>
                </a:cubicBezTo>
                <a:cubicBezTo>
                  <a:pt x="34092" y="24922"/>
                  <a:pt x="40152" y="37007"/>
                  <a:pt x="46214" y="48336"/>
                </a:cubicBezTo>
                <a:cubicBezTo>
                  <a:pt x="46214" y="49091"/>
                  <a:pt x="46971" y="49846"/>
                  <a:pt x="47729" y="51356"/>
                </a:cubicBezTo>
                <a:cubicBezTo>
                  <a:pt x="48486" y="49846"/>
                  <a:pt x="49244" y="49091"/>
                  <a:pt x="50001" y="48336"/>
                </a:cubicBezTo>
                <a:cubicBezTo>
                  <a:pt x="56063" y="37007"/>
                  <a:pt x="62123" y="25678"/>
                  <a:pt x="68942" y="13594"/>
                </a:cubicBezTo>
                <a:cubicBezTo>
                  <a:pt x="69699" y="12084"/>
                  <a:pt x="70457" y="10574"/>
                  <a:pt x="70457" y="9063"/>
                </a:cubicBezTo>
                <a:cubicBezTo>
                  <a:pt x="71214" y="6797"/>
                  <a:pt x="70457" y="6041"/>
                  <a:pt x="68184" y="6041"/>
                </a:cubicBezTo>
                <a:cubicBezTo>
                  <a:pt x="65912" y="5287"/>
                  <a:pt x="64397" y="5287"/>
                  <a:pt x="61365" y="5287"/>
                </a:cubicBezTo>
                <a:cubicBezTo>
                  <a:pt x="61365" y="3021"/>
                  <a:pt x="61365" y="1510"/>
                  <a:pt x="61365" y="0"/>
                </a:cubicBezTo>
                <a:cubicBezTo>
                  <a:pt x="71214" y="0"/>
                  <a:pt x="81063" y="0"/>
                  <a:pt x="90912" y="0"/>
                </a:cubicBezTo>
                <a:cubicBezTo>
                  <a:pt x="90912" y="1510"/>
                  <a:pt x="90912" y="3021"/>
                  <a:pt x="90912" y="5287"/>
                </a:cubicBezTo>
                <a:cubicBezTo>
                  <a:pt x="90155" y="5287"/>
                  <a:pt x="88640" y="5287"/>
                  <a:pt x="87125" y="6041"/>
                </a:cubicBezTo>
                <a:cubicBezTo>
                  <a:pt x="84851" y="6041"/>
                  <a:pt x="82578" y="6797"/>
                  <a:pt x="81821" y="9063"/>
                </a:cubicBezTo>
                <a:cubicBezTo>
                  <a:pt x="80306" y="10574"/>
                  <a:pt x="78791" y="12840"/>
                  <a:pt x="78033" y="14350"/>
                </a:cubicBezTo>
                <a:cubicBezTo>
                  <a:pt x="69699" y="28699"/>
                  <a:pt x="61365" y="42294"/>
                  <a:pt x="53790" y="56643"/>
                </a:cubicBezTo>
                <a:cubicBezTo>
                  <a:pt x="52274" y="58153"/>
                  <a:pt x="51516" y="60419"/>
                  <a:pt x="52274" y="61930"/>
                </a:cubicBezTo>
                <a:cubicBezTo>
                  <a:pt x="52274" y="69483"/>
                  <a:pt x="52274" y="77034"/>
                  <a:pt x="52274" y="83833"/>
                </a:cubicBezTo>
                <a:cubicBezTo>
                  <a:pt x="52274" y="86098"/>
                  <a:pt x="52274" y="87608"/>
                  <a:pt x="52274" y="89118"/>
                </a:cubicBezTo>
                <a:cubicBezTo>
                  <a:pt x="53031" y="93650"/>
                  <a:pt x="53790" y="94405"/>
                  <a:pt x="58335" y="95161"/>
                </a:cubicBezTo>
                <a:cubicBezTo>
                  <a:pt x="60608" y="95161"/>
                  <a:pt x="62123" y="95915"/>
                  <a:pt x="64397" y="9591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2959100" y="1143000"/>
            <a:ext cx="87513" cy="104507"/>
          </a:xfrm>
          <a:custGeom>
            <a:avLst/>
            <a:gdLst/>
            <a:ahLst/>
            <a:cxnLst/>
            <a:rect l="l" t="t" r="r" b="b"/>
            <a:pathLst>
              <a:path w="87513" h="104507">
                <a:moveTo>
                  <a:pt x="81478" y="31577"/>
                </a:moveTo>
                <a:cubicBezTo>
                  <a:pt x="79969" y="27818"/>
                  <a:pt x="78459" y="24811"/>
                  <a:pt x="76951" y="21803"/>
                </a:cubicBezTo>
                <a:cubicBezTo>
                  <a:pt x="72424" y="12781"/>
                  <a:pt x="64126" y="9774"/>
                  <a:pt x="54318" y="10526"/>
                </a:cubicBezTo>
                <a:cubicBezTo>
                  <a:pt x="51300" y="10526"/>
                  <a:pt x="50546" y="11278"/>
                  <a:pt x="50546" y="13533"/>
                </a:cubicBezTo>
                <a:cubicBezTo>
                  <a:pt x="49792" y="15037"/>
                  <a:pt x="49792" y="16540"/>
                  <a:pt x="49792" y="18044"/>
                </a:cubicBezTo>
                <a:cubicBezTo>
                  <a:pt x="49792" y="40599"/>
                  <a:pt x="49792" y="63908"/>
                  <a:pt x="49792" y="86463"/>
                </a:cubicBezTo>
                <a:cubicBezTo>
                  <a:pt x="49792" y="88718"/>
                  <a:pt x="50546" y="90222"/>
                  <a:pt x="50546" y="92478"/>
                </a:cubicBezTo>
                <a:cubicBezTo>
                  <a:pt x="51300" y="96237"/>
                  <a:pt x="52809" y="97740"/>
                  <a:pt x="56582" y="98492"/>
                </a:cubicBezTo>
                <a:cubicBezTo>
                  <a:pt x="58845" y="98492"/>
                  <a:pt x="60354" y="99244"/>
                  <a:pt x="62617" y="99244"/>
                </a:cubicBezTo>
                <a:cubicBezTo>
                  <a:pt x="62617" y="100748"/>
                  <a:pt x="62617" y="103003"/>
                  <a:pt x="62617" y="104507"/>
                </a:cubicBezTo>
                <a:cubicBezTo>
                  <a:pt x="49792" y="104507"/>
                  <a:pt x="37722" y="104507"/>
                  <a:pt x="24896" y="104507"/>
                </a:cubicBezTo>
                <a:cubicBezTo>
                  <a:pt x="24896" y="103003"/>
                  <a:pt x="24896" y="101500"/>
                  <a:pt x="24896" y="99244"/>
                </a:cubicBezTo>
                <a:cubicBezTo>
                  <a:pt x="27159" y="99244"/>
                  <a:pt x="29422" y="98492"/>
                  <a:pt x="30931" y="98492"/>
                </a:cubicBezTo>
                <a:cubicBezTo>
                  <a:pt x="35458" y="97740"/>
                  <a:pt x="36967" y="96237"/>
                  <a:pt x="36967" y="92478"/>
                </a:cubicBezTo>
                <a:cubicBezTo>
                  <a:pt x="36967" y="90974"/>
                  <a:pt x="36967" y="90222"/>
                  <a:pt x="36967" y="88718"/>
                </a:cubicBezTo>
                <a:cubicBezTo>
                  <a:pt x="36967" y="64660"/>
                  <a:pt x="36967" y="40599"/>
                  <a:pt x="36967" y="16540"/>
                </a:cubicBezTo>
                <a:cubicBezTo>
                  <a:pt x="36967" y="10526"/>
                  <a:pt x="36967" y="9774"/>
                  <a:pt x="30931" y="10526"/>
                </a:cubicBezTo>
                <a:cubicBezTo>
                  <a:pt x="28668" y="10526"/>
                  <a:pt x="26405" y="10526"/>
                  <a:pt x="24141" y="11278"/>
                </a:cubicBezTo>
                <a:cubicBezTo>
                  <a:pt x="19615" y="12029"/>
                  <a:pt x="15843" y="13533"/>
                  <a:pt x="13580" y="17292"/>
                </a:cubicBezTo>
                <a:cubicBezTo>
                  <a:pt x="11317" y="20300"/>
                  <a:pt x="9807" y="24059"/>
                  <a:pt x="8298" y="27066"/>
                </a:cubicBezTo>
                <a:cubicBezTo>
                  <a:pt x="7544" y="28570"/>
                  <a:pt x="6789" y="30074"/>
                  <a:pt x="6035" y="31577"/>
                </a:cubicBezTo>
                <a:cubicBezTo>
                  <a:pt x="3772" y="30825"/>
                  <a:pt x="2263" y="30074"/>
                  <a:pt x="0" y="29322"/>
                </a:cubicBezTo>
                <a:cubicBezTo>
                  <a:pt x="3772" y="19548"/>
                  <a:pt x="6789" y="9774"/>
                  <a:pt x="9807" y="0"/>
                </a:cubicBezTo>
                <a:cubicBezTo>
                  <a:pt x="11317" y="0"/>
                  <a:pt x="12826" y="0"/>
                  <a:pt x="14334" y="0"/>
                </a:cubicBezTo>
                <a:cubicBezTo>
                  <a:pt x="15089" y="752"/>
                  <a:pt x="15089" y="2256"/>
                  <a:pt x="15843" y="3007"/>
                </a:cubicBezTo>
                <a:cubicBezTo>
                  <a:pt x="34704" y="3007"/>
                  <a:pt x="52809" y="3007"/>
                  <a:pt x="71670" y="3007"/>
                </a:cubicBezTo>
                <a:cubicBezTo>
                  <a:pt x="71670" y="2256"/>
                  <a:pt x="72424" y="752"/>
                  <a:pt x="73179" y="0"/>
                </a:cubicBezTo>
                <a:cubicBezTo>
                  <a:pt x="73933" y="0"/>
                  <a:pt x="75442" y="0"/>
                  <a:pt x="77705" y="0"/>
                </a:cubicBezTo>
                <a:cubicBezTo>
                  <a:pt x="80724" y="9774"/>
                  <a:pt x="84496" y="19548"/>
                  <a:pt x="87513" y="29322"/>
                </a:cubicBezTo>
                <a:cubicBezTo>
                  <a:pt x="85250" y="30074"/>
                  <a:pt x="83741" y="30825"/>
                  <a:pt x="81478" y="3157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943100" y="1143000"/>
            <a:ext cx="37384" cy="101109"/>
          </a:xfrm>
          <a:custGeom>
            <a:avLst/>
            <a:gdLst/>
            <a:ahLst/>
            <a:cxnLst/>
            <a:rect l="l" t="t" r="r" b="b"/>
            <a:pathLst>
              <a:path w="37384" h="101109">
                <a:moveTo>
                  <a:pt x="0" y="101109"/>
                </a:moveTo>
                <a:cubicBezTo>
                  <a:pt x="0" y="99598"/>
                  <a:pt x="0" y="98090"/>
                  <a:pt x="0" y="95827"/>
                </a:cubicBezTo>
                <a:cubicBezTo>
                  <a:pt x="2243" y="95827"/>
                  <a:pt x="4486" y="95827"/>
                  <a:pt x="6730" y="95072"/>
                </a:cubicBezTo>
                <a:cubicBezTo>
                  <a:pt x="9719" y="94317"/>
                  <a:pt x="11215" y="93562"/>
                  <a:pt x="11963" y="89790"/>
                </a:cubicBezTo>
                <a:cubicBezTo>
                  <a:pt x="11963" y="88280"/>
                  <a:pt x="11963" y="86771"/>
                  <a:pt x="11963" y="85263"/>
                </a:cubicBezTo>
                <a:cubicBezTo>
                  <a:pt x="11963" y="61872"/>
                  <a:pt x="11963" y="39235"/>
                  <a:pt x="11963" y="15846"/>
                </a:cubicBezTo>
                <a:cubicBezTo>
                  <a:pt x="11963" y="13581"/>
                  <a:pt x="11963" y="12073"/>
                  <a:pt x="11963" y="9809"/>
                </a:cubicBezTo>
                <a:cubicBezTo>
                  <a:pt x="11215" y="7545"/>
                  <a:pt x="9719" y="6036"/>
                  <a:pt x="6730" y="6036"/>
                </a:cubicBezTo>
                <a:cubicBezTo>
                  <a:pt x="4486" y="5282"/>
                  <a:pt x="2991" y="5282"/>
                  <a:pt x="748" y="5282"/>
                </a:cubicBezTo>
                <a:cubicBezTo>
                  <a:pt x="748" y="3018"/>
                  <a:pt x="748" y="1509"/>
                  <a:pt x="748" y="0"/>
                </a:cubicBezTo>
                <a:cubicBezTo>
                  <a:pt x="12710" y="0"/>
                  <a:pt x="24674" y="0"/>
                  <a:pt x="36636" y="0"/>
                </a:cubicBezTo>
                <a:cubicBezTo>
                  <a:pt x="36636" y="1509"/>
                  <a:pt x="36636" y="3018"/>
                  <a:pt x="36636" y="5282"/>
                </a:cubicBezTo>
                <a:cubicBezTo>
                  <a:pt x="35141" y="5282"/>
                  <a:pt x="32898" y="5282"/>
                  <a:pt x="31402" y="6036"/>
                </a:cubicBezTo>
                <a:cubicBezTo>
                  <a:pt x="28412" y="6036"/>
                  <a:pt x="26168" y="7545"/>
                  <a:pt x="25422" y="11318"/>
                </a:cubicBezTo>
                <a:cubicBezTo>
                  <a:pt x="25422" y="12827"/>
                  <a:pt x="24674" y="15090"/>
                  <a:pt x="24674" y="17355"/>
                </a:cubicBezTo>
                <a:cubicBezTo>
                  <a:pt x="24674" y="39991"/>
                  <a:pt x="24674" y="62626"/>
                  <a:pt x="24674" y="85263"/>
                </a:cubicBezTo>
                <a:cubicBezTo>
                  <a:pt x="24674" y="93562"/>
                  <a:pt x="26916" y="95072"/>
                  <a:pt x="34393" y="95827"/>
                </a:cubicBezTo>
                <a:cubicBezTo>
                  <a:pt x="35141" y="95827"/>
                  <a:pt x="35889" y="95827"/>
                  <a:pt x="36636" y="95827"/>
                </a:cubicBezTo>
                <a:cubicBezTo>
                  <a:pt x="36636" y="96581"/>
                  <a:pt x="37384" y="97335"/>
                  <a:pt x="37384" y="98844"/>
                </a:cubicBezTo>
                <a:cubicBezTo>
                  <a:pt x="37384" y="99598"/>
                  <a:pt x="36636" y="100353"/>
                  <a:pt x="36636" y="101109"/>
                </a:cubicBezTo>
                <a:cubicBezTo>
                  <a:pt x="24674" y="101109"/>
                  <a:pt x="12710" y="101109"/>
                  <a:pt x="0"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2908300" y="1143000"/>
            <a:ext cx="36535" cy="101958"/>
          </a:xfrm>
          <a:custGeom>
            <a:avLst/>
            <a:gdLst/>
            <a:ahLst/>
            <a:cxnLst/>
            <a:rect l="l" t="t" r="r" b="b"/>
            <a:pathLst>
              <a:path w="36535" h="101958">
                <a:moveTo>
                  <a:pt x="0" y="5287"/>
                </a:moveTo>
                <a:cubicBezTo>
                  <a:pt x="0" y="3021"/>
                  <a:pt x="0" y="1510"/>
                  <a:pt x="0" y="0"/>
                </a:cubicBezTo>
                <a:cubicBezTo>
                  <a:pt x="11930" y="0"/>
                  <a:pt x="23859" y="0"/>
                  <a:pt x="36535" y="0"/>
                </a:cubicBezTo>
                <a:cubicBezTo>
                  <a:pt x="36535" y="1510"/>
                  <a:pt x="36535" y="3021"/>
                  <a:pt x="36535" y="5287"/>
                </a:cubicBezTo>
                <a:cubicBezTo>
                  <a:pt x="34298" y="5287"/>
                  <a:pt x="32807" y="5287"/>
                  <a:pt x="31316" y="6041"/>
                </a:cubicBezTo>
                <a:cubicBezTo>
                  <a:pt x="27588" y="6041"/>
                  <a:pt x="26096" y="7553"/>
                  <a:pt x="25350" y="11328"/>
                </a:cubicBezTo>
                <a:cubicBezTo>
                  <a:pt x="24605" y="13594"/>
                  <a:pt x="24605" y="15105"/>
                  <a:pt x="24605" y="17371"/>
                </a:cubicBezTo>
                <a:cubicBezTo>
                  <a:pt x="24605" y="40028"/>
                  <a:pt x="24605" y="62685"/>
                  <a:pt x="24605" y="85343"/>
                </a:cubicBezTo>
                <a:cubicBezTo>
                  <a:pt x="24605" y="93650"/>
                  <a:pt x="26096" y="95161"/>
                  <a:pt x="34298" y="95915"/>
                </a:cubicBezTo>
                <a:cubicBezTo>
                  <a:pt x="35044" y="95915"/>
                  <a:pt x="35790" y="95915"/>
                  <a:pt x="36535" y="95915"/>
                </a:cubicBezTo>
                <a:cubicBezTo>
                  <a:pt x="36535" y="97427"/>
                  <a:pt x="36535" y="99692"/>
                  <a:pt x="36535" y="101202"/>
                </a:cubicBezTo>
                <a:cubicBezTo>
                  <a:pt x="33552" y="101958"/>
                  <a:pt x="6711" y="101958"/>
                  <a:pt x="0" y="101202"/>
                </a:cubicBezTo>
                <a:cubicBezTo>
                  <a:pt x="0" y="99692"/>
                  <a:pt x="0" y="98181"/>
                  <a:pt x="0" y="95915"/>
                </a:cubicBezTo>
                <a:cubicBezTo>
                  <a:pt x="2236" y="95915"/>
                  <a:pt x="3727" y="95915"/>
                  <a:pt x="5220" y="95161"/>
                </a:cubicBezTo>
                <a:cubicBezTo>
                  <a:pt x="9693" y="95161"/>
                  <a:pt x="11184" y="93650"/>
                  <a:pt x="11930" y="89118"/>
                </a:cubicBezTo>
                <a:cubicBezTo>
                  <a:pt x="11930" y="88364"/>
                  <a:pt x="11930" y="86853"/>
                  <a:pt x="11930" y="85343"/>
                </a:cubicBezTo>
                <a:cubicBezTo>
                  <a:pt x="11930" y="61930"/>
                  <a:pt x="11930" y="38518"/>
                  <a:pt x="11930" y="15105"/>
                </a:cubicBezTo>
                <a:cubicBezTo>
                  <a:pt x="11930" y="13594"/>
                  <a:pt x="11184" y="12084"/>
                  <a:pt x="11184" y="9818"/>
                </a:cubicBezTo>
                <a:cubicBezTo>
                  <a:pt x="10438" y="7553"/>
                  <a:pt x="8947" y="6041"/>
                  <a:pt x="6711" y="6041"/>
                </a:cubicBezTo>
                <a:cubicBezTo>
                  <a:pt x="4474" y="5287"/>
                  <a:pt x="2236" y="5287"/>
                  <a:pt x="0" y="528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2463800" y="1143000"/>
            <a:ext cx="36535" cy="101109"/>
          </a:xfrm>
          <a:custGeom>
            <a:avLst/>
            <a:gdLst/>
            <a:ahLst/>
            <a:cxnLst/>
            <a:rect l="l" t="t" r="r" b="b"/>
            <a:pathLst>
              <a:path w="36535" h="101109">
                <a:moveTo>
                  <a:pt x="0" y="5282"/>
                </a:moveTo>
                <a:cubicBezTo>
                  <a:pt x="0" y="3018"/>
                  <a:pt x="0" y="1509"/>
                  <a:pt x="0" y="0"/>
                </a:cubicBezTo>
                <a:cubicBezTo>
                  <a:pt x="11930" y="0"/>
                  <a:pt x="23859" y="0"/>
                  <a:pt x="36535" y="0"/>
                </a:cubicBezTo>
                <a:cubicBezTo>
                  <a:pt x="36535" y="1509"/>
                  <a:pt x="36535" y="3018"/>
                  <a:pt x="36535" y="5282"/>
                </a:cubicBezTo>
                <a:cubicBezTo>
                  <a:pt x="34298" y="5282"/>
                  <a:pt x="32807" y="5282"/>
                  <a:pt x="31316" y="6036"/>
                </a:cubicBezTo>
                <a:cubicBezTo>
                  <a:pt x="27588" y="6036"/>
                  <a:pt x="25350" y="7545"/>
                  <a:pt x="25350" y="11318"/>
                </a:cubicBezTo>
                <a:cubicBezTo>
                  <a:pt x="24605" y="13581"/>
                  <a:pt x="24605" y="15846"/>
                  <a:pt x="24605" y="17355"/>
                </a:cubicBezTo>
                <a:cubicBezTo>
                  <a:pt x="24605" y="39991"/>
                  <a:pt x="24605" y="62626"/>
                  <a:pt x="24605" y="84508"/>
                </a:cubicBezTo>
                <a:cubicBezTo>
                  <a:pt x="24605" y="86771"/>
                  <a:pt x="24605" y="89036"/>
                  <a:pt x="25350" y="90545"/>
                </a:cubicBezTo>
                <a:cubicBezTo>
                  <a:pt x="25350" y="93562"/>
                  <a:pt x="26841" y="95072"/>
                  <a:pt x="29825" y="95072"/>
                </a:cubicBezTo>
                <a:cubicBezTo>
                  <a:pt x="32061" y="95072"/>
                  <a:pt x="33552" y="95827"/>
                  <a:pt x="36535" y="95827"/>
                </a:cubicBezTo>
                <a:cubicBezTo>
                  <a:pt x="36535" y="97335"/>
                  <a:pt x="36535" y="99598"/>
                  <a:pt x="36535" y="101109"/>
                </a:cubicBezTo>
                <a:cubicBezTo>
                  <a:pt x="24605" y="101109"/>
                  <a:pt x="11930" y="101109"/>
                  <a:pt x="0" y="101109"/>
                </a:cubicBezTo>
                <a:cubicBezTo>
                  <a:pt x="0" y="99598"/>
                  <a:pt x="0" y="98090"/>
                  <a:pt x="0" y="95827"/>
                </a:cubicBezTo>
                <a:cubicBezTo>
                  <a:pt x="2236" y="95827"/>
                  <a:pt x="4474" y="95827"/>
                  <a:pt x="5965" y="95072"/>
                </a:cubicBezTo>
                <a:cubicBezTo>
                  <a:pt x="9693" y="94317"/>
                  <a:pt x="11184" y="92808"/>
                  <a:pt x="11184" y="89790"/>
                </a:cubicBezTo>
                <a:cubicBezTo>
                  <a:pt x="11930" y="87526"/>
                  <a:pt x="11930" y="85263"/>
                  <a:pt x="11930" y="83000"/>
                </a:cubicBezTo>
                <a:cubicBezTo>
                  <a:pt x="11930" y="61117"/>
                  <a:pt x="11930" y="39991"/>
                  <a:pt x="11930" y="18863"/>
                </a:cubicBezTo>
                <a:cubicBezTo>
                  <a:pt x="11930" y="15846"/>
                  <a:pt x="11930" y="13581"/>
                  <a:pt x="11184" y="11318"/>
                </a:cubicBezTo>
                <a:cubicBezTo>
                  <a:pt x="11184" y="7545"/>
                  <a:pt x="9693" y="6036"/>
                  <a:pt x="5965" y="6036"/>
                </a:cubicBezTo>
                <a:cubicBezTo>
                  <a:pt x="3727" y="5282"/>
                  <a:pt x="2236" y="5282"/>
                  <a:pt x="0" y="528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2895600" y="660400"/>
            <a:ext cx="245547" cy="274436"/>
          </a:xfrm>
          <a:custGeom>
            <a:avLst/>
            <a:gdLst/>
            <a:ahLst/>
            <a:cxnLst/>
            <a:rect l="l" t="t" r="r" b="b"/>
            <a:pathLst>
              <a:path w="245547" h="274436">
                <a:moveTo>
                  <a:pt x="245547" y="78626"/>
                </a:moveTo>
                <a:cubicBezTo>
                  <a:pt x="245547" y="78626"/>
                  <a:pt x="244791" y="79383"/>
                  <a:pt x="244791" y="80138"/>
                </a:cubicBezTo>
                <a:cubicBezTo>
                  <a:pt x="244036" y="81650"/>
                  <a:pt x="244036" y="83918"/>
                  <a:pt x="243280" y="86186"/>
                </a:cubicBezTo>
                <a:cubicBezTo>
                  <a:pt x="235725" y="104330"/>
                  <a:pt x="226658" y="120964"/>
                  <a:pt x="213815" y="135327"/>
                </a:cubicBezTo>
                <a:cubicBezTo>
                  <a:pt x="207771" y="142132"/>
                  <a:pt x="201727" y="148935"/>
                  <a:pt x="195682" y="154984"/>
                </a:cubicBezTo>
                <a:cubicBezTo>
                  <a:pt x="192660" y="158008"/>
                  <a:pt x="189638" y="159520"/>
                  <a:pt x="186616" y="161788"/>
                </a:cubicBezTo>
                <a:cubicBezTo>
                  <a:pt x="184349" y="164056"/>
                  <a:pt x="182082" y="165569"/>
                  <a:pt x="180571" y="168593"/>
                </a:cubicBezTo>
                <a:cubicBezTo>
                  <a:pt x="179060" y="170861"/>
                  <a:pt x="179815" y="171616"/>
                  <a:pt x="182082" y="172372"/>
                </a:cubicBezTo>
                <a:cubicBezTo>
                  <a:pt x="183594" y="172372"/>
                  <a:pt x="185105" y="172372"/>
                  <a:pt x="185861" y="172372"/>
                </a:cubicBezTo>
                <a:cubicBezTo>
                  <a:pt x="192660" y="173129"/>
                  <a:pt x="198704" y="173885"/>
                  <a:pt x="204748" y="173885"/>
                </a:cubicBezTo>
                <a:cubicBezTo>
                  <a:pt x="205504" y="173885"/>
                  <a:pt x="207015" y="174640"/>
                  <a:pt x="207771" y="174640"/>
                </a:cubicBezTo>
                <a:cubicBezTo>
                  <a:pt x="211548" y="176153"/>
                  <a:pt x="213059" y="177664"/>
                  <a:pt x="213059" y="181445"/>
                </a:cubicBezTo>
                <a:cubicBezTo>
                  <a:pt x="213815" y="186737"/>
                  <a:pt x="213059" y="191273"/>
                  <a:pt x="210792" y="195809"/>
                </a:cubicBezTo>
                <a:cubicBezTo>
                  <a:pt x="209282" y="200345"/>
                  <a:pt x="206259" y="204881"/>
                  <a:pt x="203237" y="209418"/>
                </a:cubicBezTo>
                <a:cubicBezTo>
                  <a:pt x="196437" y="218490"/>
                  <a:pt x="187371" y="225294"/>
                  <a:pt x="179060" y="232098"/>
                </a:cubicBezTo>
                <a:cubicBezTo>
                  <a:pt x="176039" y="235121"/>
                  <a:pt x="172260" y="237390"/>
                  <a:pt x="168483" y="238902"/>
                </a:cubicBezTo>
                <a:cubicBezTo>
                  <a:pt x="160928" y="242682"/>
                  <a:pt x="153373" y="247218"/>
                  <a:pt x="145818" y="250999"/>
                </a:cubicBezTo>
                <a:cubicBezTo>
                  <a:pt x="141284" y="252510"/>
                  <a:pt x="137507" y="254779"/>
                  <a:pt x="132973" y="257047"/>
                </a:cubicBezTo>
                <a:cubicBezTo>
                  <a:pt x="130707" y="257802"/>
                  <a:pt x="127685" y="257802"/>
                  <a:pt x="125418" y="258558"/>
                </a:cubicBezTo>
                <a:cubicBezTo>
                  <a:pt x="123906" y="258558"/>
                  <a:pt x="121641" y="257802"/>
                  <a:pt x="120885" y="256291"/>
                </a:cubicBezTo>
                <a:cubicBezTo>
                  <a:pt x="120129" y="254779"/>
                  <a:pt x="120885" y="253266"/>
                  <a:pt x="122396" y="251755"/>
                </a:cubicBezTo>
                <a:cubicBezTo>
                  <a:pt x="123151" y="250999"/>
                  <a:pt x="123906" y="249486"/>
                  <a:pt x="124662" y="248731"/>
                </a:cubicBezTo>
                <a:cubicBezTo>
                  <a:pt x="130707" y="244194"/>
                  <a:pt x="136751" y="238902"/>
                  <a:pt x="142795" y="234366"/>
                </a:cubicBezTo>
                <a:cubicBezTo>
                  <a:pt x="145062" y="232098"/>
                  <a:pt x="146573" y="230586"/>
                  <a:pt x="147328" y="228318"/>
                </a:cubicBezTo>
                <a:cubicBezTo>
                  <a:pt x="148083" y="226805"/>
                  <a:pt x="149595" y="224537"/>
                  <a:pt x="151106" y="223026"/>
                </a:cubicBezTo>
                <a:cubicBezTo>
                  <a:pt x="154884" y="220002"/>
                  <a:pt x="158661" y="216977"/>
                  <a:pt x="161684" y="213197"/>
                </a:cubicBezTo>
                <a:cubicBezTo>
                  <a:pt x="163949" y="211685"/>
                  <a:pt x="164705" y="210174"/>
                  <a:pt x="165461" y="207905"/>
                </a:cubicBezTo>
                <a:cubicBezTo>
                  <a:pt x="165461" y="204881"/>
                  <a:pt x="166972" y="202613"/>
                  <a:pt x="168483" y="200345"/>
                </a:cubicBezTo>
                <a:cubicBezTo>
                  <a:pt x="169995" y="198832"/>
                  <a:pt x="171505" y="197321"/>
                  <a:pt x="173016" y="195809"/>
                </a:cubicBezTo>
                <a:cubicBezTo>
                  <a:pt x="171505" y="193540"/>
                  <a:pt x="169239" y="193540"/>
                  <a:pt x="166216" y="194297"/>
                </a:cubicBezTo>
                <a:cubicBezTo>
                  <a:pt x="160172" y="196566"/>
                  <a:pt x="154884" y="199589"/>
                  <a:pt x="150350" y="204126"/>
                </a:cubicBezTo>
                <a:cubicBezTo>
                  <a:pt x="145062" y="208661"/>
                  <a:pt x="140528" y="213197"/>
                  <a:pt x="135240" y="218490"/>
                </a:cubicBezTo>
                <a:cubicBezTo>
                  <a:pt x="127685" y="226050"/>
                  <a:pt x="118618" y="232098"/>
                  <a:pt x="108796" y="237390"/>
                </a:cubicBezTo>
                <a:cubicBezTo>
                  <a:pt x="98975" y="241926"/>
                  <a:pt x="89908" y="247974"/>
                  <a:pt x="80086" y="253266"/>
                </a:cubicBezTo>
                <a:cubicBezTo>
                  <a:pt x="67243" y="260071"/>
                  <a:pt x="54398" y="266118"/>
                  <a:pt x="40043" y="269899"/>
                </a:cubicBezTo>
                <a:cubicBezTo>
                  <a:pt x="32488" y="272923"/>
                  <a:pt x="24177" y="274436"/>
                  <a:pt x="15110" y="274436"/>
                </a:cubicBezTo>
                <a:cubicBezTo>
                  <a:pt x="12088" y="273679"/>
                  <a:pt x="9067" y="272923"/>
                  <a:pt x="5288" y="272923"/>
                </a:cubicBezTo>
                <a:cubicBezTo>
                  <a:pt x="4533" y="272923"/>
                  <a:pt x="3778" y="272167"/>
                  <a:pt x="3023" y="272167"/>
                </a:cubicBezTo>
                <a:cubicBezTo>
                  <a:pt x="0" y="270655"/>
                  <a:pt x="0" y="268387"/>
                  <a:pt x="3023" y="266118"/>
                </a:cubicBezTo>
                <a:cubicBezTo>
                  <a:pt x="21154" y="254779"/>
                  <a:pt x="40043" y="242682"/>
                  <a:pt x="58932" y="231342"/>
                </a:cubicBezTo>
                <a:cubicBezTo>
                  <a:pt x="63464" y="228318"/>
                  <a:pt x="68753" y="225294"/>
                  <a:pt x="74042" y="224537"/>
                </a:cubicBezTo>
                <a:cubicBezTo>
                  <a:pt x="75552" y="223782"/>
                  <a:pt x="76308" y="223026"/>
                  <a:pt x="77064" y="223026"/>
                </a:cubicBezTo>
                <a:cubicBezTo>
                  <a:pt x="101996" y="207905"/>
                  <a:pt x="127685" y="194297"/>
                  <a:pt x="154128" y="182201"/>
                </a:cubicBezTo>
                <a:cubicBezTo>
                  <a:pt x="154884" y="181445"/>
                  <a:pt x="156394" y="180688"/>
                  <a:pt x="157150" y="179932"/>
                </a:cubicBezTo>
                <a:cubicBezTo>
                  <a:pt x="157905" y="179177"/>
                  <a:pt x="158661" y="177664"/>
                  <a:pt x="158661" y="176908"/>
                </a:cubicBezTo>
                <a:cubicBezTo>
                  <a:pt x="158661" y="176153"/>
                  <a:pt x="157150" y="175396"/>
                  <a:pt x="156394" y="175396"/>
                </a:cubicBezTo>
                <a:cubicBezTo>
                  <a:pt x="151862" y="174640"/>
                  <a:pt x="148083" y="176153"/>
                  <a:pt x="143551" y="177664"/>
                </a:cubicBezTo>
                <a:cubicBezTo>
                  <a:pt x="139018" y="179932"/>
                  <a:pt x="134484" y="181445"/>
                  <a:pt x="129196" y="183713"/>
                </a:cubicBezTo>
                <a:cubicBezTo>
                  <a:pt x="128440" y="183713"/>
                  <a:pt x="127685" y="184469"/>
                  <a:pt x="126929" y="184469"/>
                </a:cubicBezTo>
                <a:cubicBezTo>
                  <a:pt x="123906" y="184469"/>
                  <a:pt x="123151" y="184469"/>
                  <a:pt x="123151" y="180688"/>
                </a:cubicBezTo>
                <a:cubicBezTo>
                  <a:pt x="123151" y="178421"/>
                  <a:pt x="123906" y="176153"/>
                  <a:pt x="125418" y="174640"/>
                </a:cubicBezTo>
                <a:cubicBezTo>
                  <a:pt x="126173" y="173129"/>
                  <a:pt x="127685" y="172372"/>
                  <a:pt x="128440" y="170861"/>
                </a:cubicBezTo>
                <a:cubicBezTo>
                  <a:pt x="129951" y="167837"/>
                  <a:pt x="129951" y="164812"/>
                  <a:pt x="126929" y="162545"/>
                </a:cubicBezTo>
                <a:cubicBezTo>
                  <a:pt x="123906" y="160277"/>
                  <a:pt x="120129" y="158008"/>
                  <a:pt x="116351" y="155740"/>
                </a:cubicBezTo>
                <a:cubicBezTo>
                  <a:pt x="111818" y="153472"/>
                  <a:pt x="108040" y="154984"/>
                  <a:pt x="104263" y="158764"/>
                </a:cubicBezTo>
                <a:cubicBezTo>
                  <a:pt x="100485" y="162545"/>
                  <a:pt x="96708" y="165569"/>
                  <a:pt x="92174" y="169348"/>
                </a:cubicBezTo>
                <a:cubicBezTo>
                  <a:pt x="89153" y="172372"/>
                  <a:pt x="84619" y="174640"/>
                  <a:pt x="80842" y="177664"/>
                </a:cubicBezTo>
                <a:cubicBezTo>
                  <a:pt x="79331" y="178421"/>
                  <a:pt x="77064" y="179932"/>
                  <a:pt x="74798" y="178421"/>
                </a:cubicBezTo>
                <a:cubicBezTo>
                  <a:pt x="73287" y="176908"/>
                  <a:pt x="73287" y="174640"/>
                  <a:pt x="74042" y="173129"/>
                </a:cubicBezTo>
                <a:cubicBezTo>
                  <a:pt x="74042" y="170861"/>
                  <a:pt x="74798" y="169348"/>
                  <a:pt x="75552" y="167837"/>
                </a:cubicBezTo>
                <a:cubicBezTo>
                  <a:pt x="77064" y="165569"/>
                  <a:pt x="79331" y="164056"/>
                  <a:pt x="80842" y="161788"/>
                </a:cubicBezTo>
                <a:cubicBezTo>
                  <a:pt x="83109" y="159520"/>
                  <a:pt x="85374" y="157251"/>
                  <a:pt x="87641" y="154228"/>
                </a:cubicBezTo>
                <a:cubicBezTo>
                  <a:pt x="89153" y="152716"/>
                  <a:pt x="89908" y="149692"/>
                  <a:pt x="90664" y="147424"/>
                </a:cubicBezTo>
                <a:cubicBezTo>
                  <a:pt x="92174" y="144400"/>
                  <a:pt x="92174" y="141375"/>
                  <a:pt x="89153" y="138351"/>
                </a:cubicBezTo>
                <a:cubicBezTo>
                  <a:pt x="87641" y="137596"/>
                  <a:pt x="86886" y="136840"/>
                  <a:pt x="86886" y="135327"/>
                </a:cubicBezTo>
                <a:cubicBezTo>
                  <a:pt x="85374" y="133815"/>
                  <a:pt x="85374" y="132304"/>
                  <a:pt x="87641" y="131548"/>
                </a:cubicBezTo>
                <a:cubicBezTo>
                  <a:pt x="92930" y="130791"/>
                  <a:pt x="98219" y="129280"/>
                  <a:pt x="103508" y="128523"/>
                </a:cubicBezTo>
                <a:cubicBezTo>
                  <a:pt x="105774" y="128523"/>
                  <a:pt x="106530" y="127767"/>
                  <a:pt x="108040" y="126256"/>
                </a:cubicBezTo>
                <a:cubicBezTo>
                  <a:pt x="110307" y="123231"/>
                  <a:pt x="113330" y="120207"/>
                  <a:pt x="115595" y="117183"/>
                </a:cubicBezTo>
                <a:cubicBezTo>
                  <a:pt x="117107" y="114915"/>
                  <a:pt x="118618" y="112646"/>
                  <a:pt x="119374" y="109623"/>
                </a:cubicBezTo>
                <a:cubicBezTo>
                  <a:pt x="120129" y="106599"/>
                  <a:pt x="118618" y="105843"/>
                  <a:pt x="116351" y="106599"/>
                </a:cubicBezTo>
                <a:cubicBezTo>
                  <a:pt x="114085" y="106599"/>
                  <a:pt x="112574" y="107354"/>
                  <a:pt x="111063" y="108867"/>
                </a:cubicBezTo>
                <a:cubicBezTo>
                  <a:pt x="108796" y="110378"/>
                  <a:pt x="105774" y="110378"/>
                  <a:pt x="103508" y="109623"/>
                </a:cubicBezTo>
                <a:cubicBezTo>
                  <a:pt x="101241" y="109623"/>
                  <a:pt x="100485" y="108867"/>
                  <a:pt x="99729" y="106599"/>
                </a:cubicBezTo>
                <a:cubicBezTo>
                  <a:pt x="99729" y="105086"/>
                  <a:pt x="99729" y="103575"/>
                  <a:pt x="101241" y="102062"/>
                </a:cubicBezTo>
                <a:cubicBezTo>
                  <a:pt x="103508" y="100551"/>
                  <a:pt x="105019" y="99038"/>
                  <a:pt x="106530" y="97527"/>
                </a:cubicBezTo>
                <a:cubicBezTo>
                  <a:pt x="108040" y="95259"/>
                  <a:pt x="108796" y="92991"/>
                  <a:pt x="108796" y="89967"/>
                </a:cubicBezTo>
                <a:cubicBezTo>
                  <a:pt x="108796" y="87699"/>
                  <a:pt x="108040" y="86942"/>
                  <a:pt x="105774" y="86942"/>
                </a:cubicBezTo>
                <a:cubicBezTo>
                  <a:pt x="102752" y="86942"/>
                  <a:pt x="99729" y="86942"/>
                  <a:pt x="97464" y="86186"/>
                </a:cubicBezTo>
                <a:cubicBezTo>
                  <a:pt x="89908" y="84675"/>
                  <a:pt x="86130" y="80138"/>
                  <a:pt x="84619" y="72578"/>
                </a:cubicBezTo>
                <a:cubicBezTo>
                  <a:pt x="84619" y="68797"/>
                  <a:pt x="85374" y="68042"/>
                  <a:pt x="89153" y="68797"/>
                </a:cubicBezTo>
                <a:cubicBezTo>
                  <a:pt x="91418" y="68797"/>
                  <a:pt x="93685" y="68797"/>
                  <a:pt x="95952" y="69554"/>
                </a:cubicBezTo>
                <a:cubicBezTo>
                  <a:pt x="103508" y="70310"/>
                  <a:pt x="110307" y="69554"/>
                  <a:pt x="117107" y="65018"/>
                </a:cubicBezTo>
                <a:cubicBezTo>
                  <a:pt x="119374" y="62749"/>
                  <a:pt x="123151" y="61994"/>
                  <a:pt x="126173" y="61238"/>
                </a:cubicBezTo>
                <a:cubicBezTo>
                  <a:pt x="131462" y="59726"/>
                  <a:pt x="135995" y="57457"/>
                  <a:pt x="139018" y="52921"/>
                </a:cubicBezTo>
                <a:cubicBezTo>
                  <a:pt x="145818" y="45361"/>
                  <a:pt x="151106" y="37045"/>
                  <a:pt x="153373" y="27216"/>
                </a:cubicBezTo>
                <a:cubicBezTo>
                  <a:pt x="154128" y="22681"/>
                  <a:pt x="154884" y="17389"/>
                  <a:pt x="154884" y="12852"/>
                </a:cubicBezTo>
                <a:cubicBezTo>
                  <a:pt x="154128" y="11340"/>
                  <a:pt x="154128" y="9829"/>
                  <a:pt x="154128" y="7560"/>
                </a:cubicBezTo>
                <a:cubicBezTo>
                  <a:pt x="154128" y="5292"/>
                  <a:pt x="154128" y="3024"/>
                  <a:pt x="156394" y="1513"/>
                </a:cubicBezTo>
                <a:cubicBezTo>
                  <a:pt x="159417" y="0"/>
                  <a:pt x="160928" y="1513"/>
                  <a:pt x="163194" y="2268"/>
                </a:cubicBezTo>
                <a:cubicBezTo>
                  <a:pt x="173772" y="8316"/>
                  <a:pt x="178305" y="21168"/>
                  <a:pt x="173772" y="32509"/>
                </a:cubicBezTo>
                <a:cubicBezTo>
                  <a:pt x="173016" y="36289"/>
                  <a:pt x="170750" y="39313"/>
                  <a:pt x="169239" y="42337"/>
                </a:cubicBezTo>
                <a:cubicBezTo>
                  <a:pt x="165461" y="48386"/>
                  <a:pt x="161684" y="54433"/>
                  <a:pt x="157905" y="60481"/>
                </a:cubicBezTo>
                <a:cubicBezTo>
                  <a:pt x="156394" y="62749"/>
                  <a:pt x="155638" y="65773"/>
                  <a:pt x="154884" y="68797"/>
                </a:cubicBezTo>
                <a:cubicBezTo>
                  <a:pt x="154128" y="70310"/>
                  <a:pt x="153373" y="71822"/>
                  <a:pt x="153373" y="74089"/>
                </a:cubicBezTo>
                <a:cubicBezTo>
                  <a:pt x="153373" y="77114"/>
                  <a:pt x="154884" y="78626"/>
                  <a:pt x="157150" y="79383"/>
                </a:cubicBezTo>
                <a:cubicBezTo>
                  <a:pt x="160928" y="80138"/>
                  <a:pt x="163949" y="79383"/>
                  <a:pt x="166972" y="78626"/>
                </a:cubicBezTo>
                <a:cubicBezTo>
                  <a:pt x="178305" y="73334"/>
                  <a:pt x="189638" y="68797"/>
                  <a:pt x="201727" y="65773"/>
                </a:cubicBezTo>
                <a:cubicBezTo>
                  <a:pt x="207015" y="64262"/>
                  <a:pt x="211548" y="63505"/>
                  <a:pt x="216837" y="61994"/>
                </a:cubicBezTo>
                <a:cubicBezTo>
                  <a:pt x="219103" y="61994"/>
                  <a:pt x="222126" y="61994"/>
                  <a:pt x="224392" y="64262"/>
                </a:cubicBezTo>
                <a:cubicBezTo>
                  <a:pt x="225904" y="65018"/>
                  <a:pt x="227414" y="65018"/>
                  <a:pt x="229681" y="65018"/>
                </a:cubicBezTo>
                <a:cubicBezTo>
                  <a:pt x="230436" y="65773"/>
                  <a:pt x="231948" y="65018"/>
                  <a:pt x="233459" y="65018"/>
                </a:cubicBezTo>
                <a:cubicBezTo>
                  <a:pt x="239503" y="65018"/>
                  <a:pt x="244036" y="67286"/>
                  <a:pt x="245547" y="73334"/>
                </a:cubicBezTo>
                <a:cubicBezTo>
                  <a:pt x="245547" y="74846"/>
                  <a:pt x="245547" y="76357"/>
                  <a:pt x="245547" y="78626"/>
                </a:cubicBezTo>
                <a:close/>
                <a:moveTo>
                  <a:pt x="155638" y="92234"/>
                </a:moveTo>
                <a:cubicBezTo>
                  <a:pt x="153373" y="92234"/>
                  <a:pt x="151106" y="92991"/>
                  <a:pt x="149595" y="95259"/>
                </a:cubicBezTo>
                <a:cubicBezTo>
                  <a:pt x="142795" y="104330"/>
                  <a:pt x="135240" y="113403"/>
                  <a:pt x="127685" y="122475"/>
                </a:cubicBezTo>
                <a:cubicBezTo>
                  <a:pt x="125418" y="125499"/>
                  <a:pt x="123906" y="128523"/>
                  <a:pt x="123906" y="132304"/>
                </a:cubicBezTo>
                <a:cubicBezTo>
                  <a:pt x="122396" y="139108"/>
                  <a:pt x="124662" y="142132"/>
                  <a:pt x="130707" y="145912"/>
                </a:cubicBezTo>
                <a:cubicBezTo>
                  <a:pt x="132973" y="147424"/>
                  <a:pt x="135240" y="146667"/>
                  <a:pt x="136751" y="144400"/>
                </a:cubicBezTo>
                <a:cubicBezTo>
                  <a:pt x="138262" y="142132"/>
                  <a:pt x="138262" y="140619"/>
                  <a:pt x="139018" y="138351"/>
                </a:cubicBezTo>
                <a:cubicBezTo>
                  <a:pt x="139772" y="136083"/>
                  <a:pt x="139772" y="133059"/>
                  <a:pt x="140528" y="130791"/>
                </a:cubicBezTo>
                <a:cubicBezTo>
                  <a:pt x="141284" y="129280"/>
                  <a:pt x="142039" y="127011"/>
                  <a:pt x="143551" y="126256"/>
                </a:cubicBezTo>
                <a:cubicBezTo>
                  <a:pt x="146573" y="123988"/>
                  <a:pt x="148839" y="124743"/>
                  <a:pt x="150350" y="128523"/>
                </a:cubicBezTo>
                <a:cubicBezTo>
                  <a:pt x="150350" y="129280"/>
                  <a:pt x="150350" y="129280"/>
                  <a:pt x="150350" y="130035"/>
                </a:cubicBezTo>
                <a:cubicBezTo>
                  <a:pt x="152617" y="138351"/>
                  <a:pt x="154884" y="145912"/>
                  <a:pt x="155638" y="154228"/>
                </a:cubicBezTo>
                <a:cubicBezTo>
                  <a:pt x="155638" y="155740"/>
                  <a:pt x="156394" y="158008"/>
                  <a:pt x="158661" y="158764"/>
                </a:cubicBezTo>
                <a:cubicBezTo>
                  <a:pt x="161684" y="158764"/>
                  <a:pt x="162439" y="157251"/>
                  <a:pt x="163949" y="155740"/>
                </a:cubicBezTo>
                <a:cubicBezTo>
                  <a:pt x="163949" y="154984"/>
                  <a:pt x="163949" y="154984"/>
                  <a:pt x="164705" y="154228"/>
                </a:cubicBezTo>
                <a:cubicBezTo>
                  <a:pt x="166972" y="150448"/>
                  <a:pt x="169995" y="145912"/>
                  <a:pt x="173016" y="142132"/>
                </a:cubicBezTo>
                <a:cubicBezTo>
                  <a:pt x="179060" y="133815"/>
                  <a:pt x="185861" y="126256"/>
                  <a:pt x="192660" y="118695"/>
                </a:cubicBezTo>
                <a:cubicBezTo>
                  <a:pt x="195682" y="114915"/>
                  <a:pt x="197193" y="111135"/>
                  <a:pt x="197193" y="106599"/>
                </a:cubicBezTo>
                <a:cubicBezTo>
                  <a:pt x="197193" y="103575"/>
                  <a:pt x="195682" y="102062"/>
                  <a:pt x="192660" y="101307"/>
                </a:cubicBezTo>
                <a:cubicBezTo>
                  <a:pt x="191149" y="101307"/>
                  <a:pt x="189638" y="101307"/>
                  <a:pt x="188882" y="101307"/>
                </a:cubicBezTo>
                <a:cubicBezTo>
                  <a:pt x="181327" y="99038"/>
                  <a:pt x="174527" y="97527"/>
                  <a:pt x="166972" y="95259"/>
                </a:cubicBezTo>
                <a:cubicBezTo>
                  <a:pt x="163194" y="94502"/>
                  <a:pt x="159417" y="92991"/>
                  <a:pt x="155638" y="922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2438400" y="711200"/>
            <a:ext cx="288879" cy="310121"/>
          </a:xfrm>
          <a:custGeom>
            <a:avLst/>
            <a:gdLst/>
            <a:ahLst/>
            <a:cxnLst/>
            <a:rect l="l" t="t" r="r" b="b"/>
            <a:pathLst>
              <a:path w="288879" h="310121">
                <a:moveTo>
                  <a:pt x="62603" y="309367"/>
                </a:moveTo>
                <a:cubicBezTo>
                  <a:pt x="67128" y="298803"/>
                  <a:pt x="72408" y="290502"/>
                  <a:pt x="83722" y="286730"/>
                </a:cubicBezTo>
                <a:cubicBezTo>
                  <a:pt x="90510" y="285220"/>
                  <a:pt x="96544" y="282957"/>
                  <a:pt x="102578" y="279938"/>
                </a:cubicBezTo>
                <a:cubicBezTo>
                  <a:pt x="126714" y="267866"/>
                  <a:pt x="141799" y="247494"/>
                  <a:pt x="149342" y="221839"/>
                </a:cubicBezTo>
                <a:cubicBezTo>
                  <a:pt x="150096" y="218065"/>
                  <a:pt x="150851" y="214293"/>
                  <a:pt x="151605" y="211275"/>
                </a:cubicBezTo>
                <a:cubicBezTo>
                  <a:pt x="152359" y="207501"/>
                  <a:pt x="151605" y="206747"/>
                  <a:pt x="148587" y="206747"/>
                </a:cubicBezTo>
                <a:cubicBezTo>
                  <a:pt x="140291" y="207501"/>
                  <a:pt x="132748" y="209766"/>
                  <a:pt x="125205" y="213538"/>
                </a:cubicBezTo>
                <a:cubicBezTo>
                  <a:pt x="119926" y="215802"/>
                  <a:pt x="114647" y="218065"/>
                  <a:pt x="108613" y="219574"/>
                </a:cubicBezTo>
                <a:cubicBezTo>
                  <a:pt x="102578" y="221839"/>
                  <a:pt x="98053" y="226366"/>
                  <a:pt x="92774" y="230138"/>
                </a:cubicBezTo>
                <a:cubicBezTo>
                  <a:pt x="79197" y="242212"/>
                  <a:pt x="63358" y="252020"/>
                  <a:pt x="46764" y="259566"/>
                </a:cubicBezTo>
                <a:cubicBezTo>
                  <a:pt x="39976" y="262584"/>
                  <a:pt x="32433" y="264848"/>
                  <a:pt x="25645" y="266357"/>
                </a:cubicBezTo>
                <a:cubicBezTo>
                  <a:pt x="18103" y="268620"/>
                  <a:pt x="11314" y="265603"/>
                  <a:pt x="6788" y="259566"/>
                </a:cubicBezTo>
                <a:cubicBezTo>
                  <a:pt x="3018" y="255039"/>
                  <a:pt x="754" y="249003"/>
                  <a:pt x="754" y="242966"/>
                </a:cubicBezTo>
                <a:cubicBezTo>
                  <a:pt x="754" y="233911"/>
                  <a:pt x="0" y="225612"/>
                  <a:pt x="0" y="217311"/>
                </a:cubicBezTo>
                <a:cubicBezTo>
                  <a:pt x="0" y="215802"/>
                  <a:pt x="0" y="214293"/>
                  <a:pt x="754" y="213538"/>
                </a:cubicBezTo>
                <a:cubicBezTo>
                  <a:pt x="754" y="211275"/>
                  <a:pt x="3018" y="210520"/>
                  <a:pt x="4525" y="212783"/>
                </a:cubicBezTo>
                <a:cubicBezTo>
                  <a:pt x="5279" y="213538"/>
                  <a:pt x="5279" y="214293"/>
                  <a:pt x="6034" y="215048"/>
                </a:cubicBezTo>
                <a:cubicBezTo>
                  <a:pt x="6788" y="215802"/>
                  <a:pt x="6788" y="217311"/>
                  <a:pt x="7543" y="218820"/>
                </a:cubicBezTo>
                <a:cubicBezTo>
                  <a:pt x="12068" y="224102"/>
                  <a:pt x="17348" y="227120"/>
                  <a:pt x="24136" y="224856"/>
                </a:cubicBezTo>
                <a:cubicBezTo>
                  <a:pt x="27907" y="224102"/>
                  <a:pt x="30924" y="222593"/>
                  <a:pt x="34695" y="221084"/>
                </a:cubicBezTo>
                <a:cubicBezTo>
                  <a:pt x="36204" y="220330"/>
                  <a:pt x="38467" y="219574"/>
                  <a:pt x="39976" y="219574"/>
                </a:cubicBezTo>
                <a:cubicBezTo>
                  <a:pt x="43746" y="220330"/>
                  <a:pt x="46010" y="218820"/>
                  <a:pt x="49027" y="217311"/>
                </a:cubicBezTo>
                <a:cubicBezTo>
                  <a:pt x="58077" y="212783"/>
                  <a:pt x="67128" y="207501"/>
                  <a:pt x="75425" y="202220"/>
                </a:cubicBezTo>
                <a:cubicBezTo>
                  <a:pt x="89002" y="194674"/>
                  <a:pt x="103332" y="189393"/>
                  <a:pt x="117663" y="184111"/>
                </a:cubicBezTo>
                <a:cubicBezTo>
                  <a:pt x="127469" y="180337"/>
                  <a:pt x="138029" y="176566"/>
                  <a:pt x="148587" y="172792"/>
                </a:cubicBezTo>
                <a:cubicBezTo>
                  <a:pt x="150096" y="172038"/>
                  <a:pt x="151605" y="171284"/>
                  <a:pt x="153114" y="170529"/>
                </a:cubicBezTo>
                <a:cubicBezTo>
                  <a:pt x="159902" y="167510"/>
                  <a:pt x="164427" y="162229"/>
                  <a:pt x="165181" y="153929"/>
                </a:cubicBezTo>
                <a:cubicBezTo>
                  <a:pt x="166690" y="134310"/>
                  <a:pt x="168199" y="113937"/>
                  <a:pt x="167444" y="93565"/>
                </a:cubicBezTo>
                <a:cubicBezTo>
                  <a:pt x="166690" y="79228"/>
                  <a:pt x="164427" y="65646"/>
                  <a:pt x="158393" y="52064"/>
                </a:cubicBezTo>
                <a:cubicBezTo>
                  <a:pt x="154622" y="43764"/>
                  <a:pt x="151605" y="35463"/>
                  <a:pt x="148587" y="27164"/>
                </a:cubicBezTo>
                <a:cubicBezTo>
                  <a:pt x="146326" y="21128"/>
                  <a:pt x="145571" y="14337"/>
                  <a:pt x="146326" y="7545"/>
                </a:cubicBezTo>
                <a:cubicBezTo>
                  <a:pt x="146326" y="3019"/>
                  <a:pt x="150096" y="0"/>
                  <a:pt x="154622" y="1509"/>
                </a:cubicBezTo>
                <a:cubicBezTo>
                  <a:pt x="160656" y="3019"/>
                  <a:pt x="167444" y="3773"/>
                  <a:pt x="173478" y="5282"/>
                </a:cubicBezTo>
                <a:cubicBezTo>
                  <a:pt x="175741" y="5282"/>
                  <a:pt x="177250" y="6791"/>
                  <a:pt x="178758" y="7545"/>
                </a:cubicBezTo>
                <a:cubicBezTo>
                  <a:pt x="181775" y="9809"/>
                  <a:pt x="184038" y="12073"/>
                  <a:pt x="187054" y="14337"/>
                </a:cubicBezTo>
                <a:cubicBezTo>
                  <a:pt x="190826" y="17355"/>
                  <a:pt x="195351" y="19619"/>
                  <a:pt x="199878" y="21882"/>
                </a:cubicBezTo>
                <a:cubicBezTo>
                  <a:pt x="206666" y="24900"/>
                  <a:pt x="210436" y="30182"/>
                  <a:pt x="211191" y="36974"/>
                </a:cubicBezTo>
                <a:cubicBezTo>
                  <a:pt x="211191" y="41500"/>
                  <a:pt x="211191" y="45273"/>
                  <a:pt x="209682" y="49801"/>
                </a:cubicBezTo>
                <a:cubicBezTo>
                  <a:pt x="208928" y="51309"/>
                  <a:pt x="207420" y="52818"/>
                  <a:pt x="205911" y="54328"/>
                </a:cubicBezTo>
                <a:cubicBezTo>
                  <a:pt x="204403" y="55837"/>
                  <a:pt x="203648" y="56591"/>
                  <a:pt x="203648" y="58100"/>
                </a:cubicBezTo>
                <a:cubicBezTo>
                  <a:pt x="204403" y="78473"/>
                  <a:pt x="204403" y="98847"/>
                  <a:pt x="204403" y="119219"/>
                </a:cubicBezTo>
                <a:cubicBezTo>
                  <a:pt x="205157" y="124501"/>
                  <a:pt x="205157" y="129783"/>
                  <a:pt x="205911" y="135065"/>
                </a:cubicBezTo>
                <a:cubicBezTo>
                  <a:pt x="206666" y="138083"/>
                  <a:pt x="207420" y="138838"/>
                  <a:pt x="209682" y="137329"/>
                </a:cubicBezTo>
                <a:cubicBezTo>
                  <a:pt x="219488" y="132801"/>
                  <a:pt x="228539" y="128274"/>
                  <a:pt x="236082" y="120729"/>
                </a:cubicBezTo>
                <a:cubicBezTo>
                  <a:pt x="239098" y="116956"/>
                  <a:pt x="242115" y="113182"/>
                  <a:pt x="245133" y="108656"/>
                </a:cubicBezTo>
                <a:cubicBezTo>
                  <a:pt x="248903" y="104129"/>
                  <a:pt x="252675" y="99601"/>
                  <a:pt x="257200" y="96582"/>
                </a:cubicBezTo>
                <a:cubicBezTo>
                  <a:pt x="263989" y="92056"/>
                  <a:pt x="270777" y="90546"/>
                  <a:pt x="278319" y="92056"/>
                </a:cubicBezTo>
                <a:cubicBezTo>
                  <a:pt x="285862" y="93565"/>
                  <a:pt x="288879" y="98847"/>
                  <a:pt x="286616" y="106392"/>
                </a:cubicBezTo>
                <a:cubicBezTo>
                  <a:pt x="285862" y="110165"/>
                  <a:pt x="283599" y="113937"/>
                  <a:pt x="280582" y="116201"/>
                </a:cubicBezTo>
                <a:cubicBezTo>
                  <a:pt x="276810" y="120729"/>
                  <a:pt x="272285" y="124501"/>
                  <a:pt x="267760" y="127519"/>
                </a:cubicBezTo>
                <a:cubicBezTo>
                  <a:pt x="257200" y="134310"/>
                  <a:pt x="247395" y="142611"/>
                  <a:pt x="236836" y="150156"/>
                </a:cubicBezTo>
                <a:cubicBezTo>
                  <a:pt x="227030" y="157701"/>
                  <a:pt x="217979" y="165247"/>
                  <a:pt x="207420" y="172792"/>
                </a:cubicBezTo>
                <a:cubicBezTo>
                  <a:pt x="205157" y="175056"/>
                  <a:pt x="204403" y="176566"/>
                  <a:pt x="204403" y="179583"/>
                </a:cubicBezTo>
                <a:cubicBezTo>
                  <a:pt x="201385" y="198448"/>
                  <a:pt x="197615" y="216557"/>
                  <a:pt x="191581" y="233911"/>
                </a:cubicBezTo>
                <a:cubicBezTo>
                  <a:pt x="190826" y="236930"/>
                  <a:pt x="189318" y="239193"/>
                  <a:pt x="188563" y="241456"/>
                </a:cubicBezTo>
                <a:cubicBezTo>
                  <a:pt x="187809" y="242966"/>
                  <a:pt x="187809" y="244475"/>
                  <a:pt x="186300" y="245229"/>
                </a:cubicBezTo>
                <a:cubicBezTo>
                  <a:pt x="170461" y="263338"/>
                  <a:pt x="152359" y="279938"/>
                  <a:pt x="130486" y="291257"/>
                </a:cubicBezTo>
                <a:cubicBezTo>
                  <a:pt x="112384" y="301821"/>
                  <a:pt x="92774" y="307857"/>
                  <a:pt x="71655" y="309367"/>
                </a:cubicBezTo>
                <a:cubicBezTo>
                  <a:pt x="70146" y="309367"/>
                  <a:pt x="67883" y="310121"/>
                  <a:pt x="66374" y="310121"/>
                </a:cubicBezTo>
                <a:cubicBezTo>
                  <a:pt x="65620" y="310121"/>
                  <a:pt x="64112" y="310121"/>
                  <a:pt x="62603" y="309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651000" y="723900"/>
            <a:ext cx="146139" cy="339007"/>
          </a:xfrm>
          <a:custGeom>
            <a:avLst/>
            <a:gdLst/>
            <a:ahLst/>
            <a:cxnLst/>
            <a:rect l="l" t="t" r="r" b="b"/>
            <a:pathLst>
              <a:path w="146139" h="339007">
                <a:moveTo>
                  <a:pt x="99193" y="277096"/>
                </a:moveTo>
                <a:cubicBezTo>
                  <a:pt x="97678" y="278606"/>
                  <a:pt x="96921" y="279361"/>
                  <a:pt x="96164" y="280116"/>
                </a:cubicBezTo>
                <a:cubicBezTo>
                  <a:pt x="84806" y="290686"/>
                  <a:pt x="73448" y="299747"/>
                  <a:pt x="60575" y="308051"/>
                </a:cubicBezTo>
                <a:cubicBezTo>
                  <a:pt x="56032" y="310317"/>
                  <a:pt x="52247" y="312583"/>
                  <a:pt x="47704" y="314847"/>
                </a:cubicBezTo>
                <a:cubicBezTo>
                  <a:pt x="46189" y="316357"/>
                  <a:pt x="44675" y="317113"/>
                  <a:pt x="43160" y="318623"/>
                </a:cubicBezTo>
                <a:cubicBezTo>
                  <a:pt x="40889" y="321643"/>
                  <a:pt x="37860" y="324663"/>
                  <a:pt x="35588" y="326927"/>
                </a:cubicBezTo>
                <a:cubicBezTo>
                  <a:pt x="33317" y="329193"/>
                  <a:pt x="31045" y="331457"/>
                  <a:pt x="28773" y="332967"/>
                </a:cubicBezTo>
                <a:cubicBezTo>
                  <a:pt x="20444" y="339007"/>
                  <a:pt x="9844" y="336743"/>
                  <a:pt x="5301" y="327683"/>
                </a:cubicBezTo>
                <a:cubicBezTo>
                  <a:pt x="3029" y="323153"/>
                  <a:pt x="1514" y="317867"/>
                  <a:pt x="757" y="313337"/>
                </a:cubicBezTo>
                <a:cubicBezTo>
                  <a:pt x="0" y="305031"/>
                  <a:pt x="0" y="297481"/>
                  <a:pt x="757" y="289176"/>
                </a:cubicBezTo>
                <a:cubicBezTo>
                  <a:pt x="1514" y="286156"/>
                  <a:pt x="2272" y="282381"/>
                  <a:pt x="5301" y="280871"/>
                </a:cubicBezTo>
                <a:cubicBezTo>
                  <a:pt x="15143" y="272565"/>
                  <a:pt x="21201" y="261240"/>
                  <a:pt x="24987" y="249914"/>
                </a:cubicBezTo>
                <a:cubicBezTo>
                  <a:pt x="27259" y="245384"/>
                  <a:pt x="28016" y="240854"/>
                  <a:pt x="29531" y="236324"/>
                </a:cubicBezTo>
                <a:cubicBezTo>
                  <a:pt x="31802" y="229528"/>
                  <a:pt x="34074" y="221978"/>
                  <a:pt x="37103" y="215938"/>
                </a:cubicBezTo>
                <a:cubicBezTo>
                  <a:pt x="42403" y="205368"/>
                  <a:pt x="42403" y="194798"/>
                  <a:pt x="40132" y="184227"/>
                </a:cubicBezTo>
                <a:cubicBezTo>
                  <a:pt x="39374" y="181207"/>
                  <a:pt x="38617" y="178942"/>
                  <a:pt x="37860" y="175922"/>
                </a:cubicBezTo>
                <a:cubicBezTo>
                  <a:pt x="37103" y="172902"/>
                  <a:pt x="35588" y="169882"/>
                  <a:pt x="33317" y="166861"/>
                </a:cubicBezTo>
                <a:cubicBezTo>
                  <a:pt x="31802" y="163841"/>
                  <a:pt x="29531" y="160066"/>
                  <a:pt x="28773" y="156291"/>
                </a:cubicBezTo>
                <a:cubicBezTo>
                  <a:pt x="27259" y="152516"/>
                  <a:pt x="28773" y="150251"/>
                  <a:pt x="33317" y="150251"/>
                </a:cubicBezTo>
                <a:cubicBezTo>
                  <a:pt x="36345" y="150251"/>
                  <a:pt x="38617" y="150251"/>
                  <a:pt x="40889" y="151761"/>
                </a:cubicBezTo>
                <a:cubicBezTo>
                  <a:pt x="41646" y="152516"/>
                  <a:pt x="42403" y="153271"/>
                  <a:pt x="43160" y="153271"/>
                </a:cubicBezTo>
                <a:cubicBezTo>
                  <a:pt x="46947" y="157046"/>
                  <a:pt x="51490" y="157801"/>
                  <a:pt x="56789" y="157801"/>
                </a:cubicBezTo>
                <a:cubicBezTo>
                  <a:pt x="62847" y="157801"/>
                  <a:pt x="68148" y="160066"/>
                  <a:pt x="72691" y="164596"/>
                </a:cubicBezTo>
                <a:cubicBezTo>
                  <a:pt x="74963" y="166861"/>
                  <a:pt x="77991" y="168372"/>
                  <a:pt x="81020" y="168372"/>
                </a:cubicBezTo>
                <a:cubicBezTo>
                  <a:pt x="83292" y="168372"/>
                  <a:pt x="84806" y="169126"/>
                  <a:pt x="87078" y="169882"/>
                </a:cubicBezTo>
                <a:cubicBezTo>
                  <a:pt x="90863" y="170636"/>
                  <a:pt x="93892" y="172902"/>
                  <a:pt x="95406" y="175922"/>
                </a:cubicBezTo>
                <a:cubicBezTo>
                  <a:pt x="95406" y="176677"/>
                  <a:pt x="96164" y="177432"/>
                  <a:pt x="96921" y="178187"/>
                </a:cubicBezTo>
                <a:cubicBezTo>
                  <a:pt x="99193" y="178187"/>
                  <a:pt x="99950" y="176677"/>
                  <a:pt x="100707" y="174412"/>
                </a:cubicBezTo>
                <a:cubicBezTo>
                  <a:pt x="101464" y="172902"/>
                  <a:pt x="101464" y="171392"/>
                  <a:pt x="101464" y="169882"/>
                </a:cubicBezTo>
                <a:cubicBezTo>
                  <a:pt x="101464" y="163841"/>
                  <a:pt x="101464" y="157046"/>
                  <a:pt x="102221" y="151006"/>
                </a:cubicBezTo>
                <a:cubicBezTo>
                  <a:pt x="103736" y="132885"/>
                  <a:pt x="105250" y="114009"/>
                  <a:pt x="103736" y="95889"/>
                </a:cubicBezTo>
                <a:cubicBezTo>
                  <a:pt x="103736" y="89093"/>
                  <a:pt x="102221" y="82299"/>
                  <a:pt x="100707" y="74748"/>
                </a:cubicBezTo>
                <a:cubicBezTo>
                  <a:pt x="99950" y="67953"/>
                  <a:pt x="96164" y="61157"/>
                  <a:pt x="91620" y="55872"/>
                </a:cubicBezTo>
                <a:cubicBezTo>
                  <a:pt x="87834" y="50587"/>
                  <a:pt x="84049" y="46057"/>
                  <a:pt x="79506" y="41526"/>
                </a:cubicBezTo>
                <a:cubicBezTo>
                  <a:pt x="74205" y="34732"/>
                  <a:pt x="68148" y="27181"/>
                  <a:pt x="62847" y="20386"/>
                </a:cubicBezTo>
                <a:cubicBezTo>
                  <a:pt x="59818" y="16610"/>
                  <a:pt x="58304" y="11326"/>
                  <a:pt x="58304" y="6796"/>
                </a:cubicBezTo>
                <a:cubicBezTo>
                  <a:pt x="58304" y="2266"/>
                  <a:pt x="60575" y="0"/>
                  <a:pt x="65119" y="1510"/>
                </a:cubicBezTo>
                <a:cubicBezTo>
                  <a:pt x="67390" y="1510"/>
                  <a:pt x="69662" y="3020"/>
                  <a:pt x="71934" y="4530"/>
                </a:cubicBezTo>
                <a:cubicBezTo>
                  <a:pt x="79506" y="11326"/>
                  <a:pt x="87834" y="16610"/>
                  <a:pt x="96921" y="21140"/>
                </a:cubicBezTo>
                <a:cubicBezTo>
                  <a:pt x="106765" y="26426"/>
                  <a:pt x="116609" y="32466"/>
                  <a:pt x="124938" y="39262"/>
                </a:cubicBezTo>
                <a:cubicBezTo>
                  <a:pt x="130238" y="43792"/>
                  <a:pt x="135538" y="48322"/>
                  <a:pt x="139324" y="54362"/>
                </a:cubicBezTo>
                <a:cubicBezTo>
                  <a:pt x="140839" y="56627"/>
                  <a:pt x="142353" y="58892"/>
                  <a:pt x="143110" y="62667"/>
                </a:cubicBezTo>
                <a:cubicBezTo>
                  <a:pt x="145382" y="92113"/>
                  <a:pt x="146139" y="122315"/>
                  <a:pt x="146139" y="152516"/>
                </a:cubicBezTo>
                <a:cubicBezTo>
                  <a:pt x="146139" y="175167"/>
                  <a:pt x="145382" y="197818"/>
                  <a:pt x="143110" y="220468"/>
                </a:cubicBezTo>
                <a:cubicBezTo>
                  <a:pt x="140839" y="242364"/>
                  <a:pt x="138567" y="264260"/>
                  <a:pt x="133266" y="285401"/>
                </a:cubicBezTo>
                <a:cubicBezTo>
                  <a:pt x="130995" y="292951"/>
                  <a:pt x="128723" y="301257"/>
                  <a:pt x="124938" y="308807"/>
                </a:cubicBezTo>
                <a:cubicBezTo>
                  <a:pt x="122665" y="312583"/>
                  <a:pt x="120395" y="316357"/>
                  <a:pt x="117366" y="319377"/>
                </a:cubicBezTo>
                <a:cubicBezTo>
                  <a:pt x="115094" y="321643"/>
                  <a:pt x="112822" y="323153"/>
                  <a:pt x="109794" y="323153"/>
                </a:cubicBezTo>
                <a:cubicBezTo>
                  <a:pt x="106008" y="323907"/>
                  <a:pt x="102979" y="322397"/>
                  <a:pt x="102221" y="318623"/>
                </a:cubicBezTo>
                <a:cubicBezTo>
                  <a:pt x="102221" y="317113"/>
                  <a:pt x="102221" y="315603"/>
                  <a:pt x="101464" y="313337"/>
                </a:cubicBezTo>
                <a:cubicBezTo>
                  <a:pt x="101464" y="307297"/>
                  <a:pt x="102221" y="301257"/>
                  <a:pt x="102221" y="295217"/>
                </a:cubicBezTo>
                <a:cubicBezTo>
                  <a:pt x="101464" y="289176"/>
                  <a:pt x="101464" y="283136"/>
                  <a:pt x="99193" y="277096"/>
                </a:cubicBezTo>
                <a:close/>
                <a:moveTo>
                  <a:pt x="99950" y="192532"/>
                </a:moveTo>
                <a:cubicBezTo>
                  <a:pt x="96164" y="194042"/>
                  <a:pt x="94649" y="196308"/>
                  <a:pt x="93892" y="199328"/>
                </a:cubicBezTo>
                <a:cubicBezTo>
                  <a:pt x="93135" y="201592"/>
                  <a:pt x="92379" y="204612"/>
                  <a:pt x="90106" y="206122"/>
                </a:cubicBezTo>
                <a:cubicBezTo>
                  <a:pt x="86321" y="209144"/>
                  <a:pt x="81778" y="211408"/>
                  <a:pt x="77234" y="211408"/>
                </a:cubicBezTo>
                <a:cubicBezTo>
                  <a:pt x="73448" y="211408"/>
                  <a:pt x="71176" y="212918"/>
                  <a:pt x="68905" y="215184"/>
                </a:cubicBezTo>
                <a:cubicBezTo>
                  <a:pt x="65876" y="218204"/>
                  <a:pt x="63604" y="220468"/>
                  <a:pt x="61333" y="223488"/>
                </a:cubicBezTo>
                <a:cubicBezTo>
                  <a:pt x="59061" y="225754"/>
                  <a:pt x="57548" y="228018"/>
                  <a:pt x="56789" y="230284"/>
                </a:cubicBezTo>
                <a:cubicBezTo>
                  <a:pt x="53760" y="237834"/>
                  <a:pt x="49974" y="243874"/>
                  <a:pt x="44675" y="249914"/>
                </a:cubicBezTo>
                <a:cubicBezTo>
                  <a:pt x="40889" y="254444"/>
                  <a:pt x="37860" y="258975"/>
                  <a:pt x="34074" y="263505"/>
                </a:cubicBezTo>
                <a:cubicBezTo>
                  <a:pt x="29531" y="268790"/>
                  <a:pt x="25744" y="274831"/>
                  <a:pt x="23473" y="281626"/>
                </a:cubicBezTo>
                <a:cubicBezTo>
                  <a:pt x="21958" y="284646"/>
                  <a:pt x="21958" y="286156"/>
                  <a:pt x="25744" y="287666"/>
                </a:cubicBezTo>
                <a:cubicBezTo>
                  <a:pt x="28773" y="288421"/>
                  <a:pt x="31802" y="289176"/>
                  <a:pt x="34831" y="288421"/>
                </a:cubicBezTo>
                <a:cubicBezTo>
                  <a:pt x="40132" y="287666"/>
                  <a:pt x="44675" y="285401"/>
                  <a:pt x="48461" y="282381"/>
                </a:cubicBezTo>
                <a:cubicBezTo>
                  <a:pt x="52247" y="280116"/>
                  <a:pt x="55275" y="277096"/>
                  <a:pt x="59061" y="274075"/>
                </a:cubicBezTo>
                <a:cubicBezTo>
                  <a:pt x="61333" y="272565"/>
                  <a:pt x="62847" y="271055"/>
                  <a:pt x="65876" y="270300"/>
                </a:cubicBezTo>
                <a:cubicBezTo>
                  <a:pt x="73448" y="268790"/>
                  <a:pt x="80263" y="265015"/>
                  <a:pt x="86321" y="261240"/>
                </a:cubicBezTo>
                <a:cubicBezTo>
                  <a:pt x="90106" y="258975"/>
                  <a:pt x="93135" y="256710"/>
                  <a:pt x="96164" y="255200"/>
                </a:cubicBezTo>
                <a:cubicBezTo>
                  <a:pt x="99193" y="252934"/>
                  <a:pt x="100707" y="249914"/>
                  <a:pt x="100707" y="245384"/>
                </a:cubicBezTo>
                <a:cubicBezTo>
                  <a:pt x="99950" y="229528"/>
                  <a:pt x="99950" y="212918"/>
                  <a:pt x="99950" y="196308"/>
                </a:cubicBezTo>
                <a:cubicBezTo>
                  <a:pt x="99950" y="195552"/>
                  <a:pt x="99950" y="194042"/>
                  <a:pt x="99950" y="1925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854200" y="762000"/>
            <a:ext cx="172477" cy="238750"/>
          </a:xfrm>
          <a:custGeom>
            <a:avLst/>
            <a:gdLst/>
            <a:ahLst/>
            <a:cxnLst/>
            <a:rect l="l" t="t" r="r" b="b"/>
            <a:pathLst>
              <a:path w="172477" h="238750">
                <a:moveTo>
                  <a:pt x="25608" y="0"/>
                </a:moveTo>
                <a:cubicBezTo>
                  <a:pt x="26361" y="756"/>
                  <a:pt x="27114" y="1511"/>
                  <a:pt x="27868" y="1511"/>
                </a:cubicBezTo>
                <a:cubicBezTo>
                  <a:pt x="36153" y="9067"/>
                  <a:pt x="43684" y="16622"/>
                  <a:pt x="51970" y="24177"/>
                </a:cubicBezTo>
                <a:cubicBezTo>
                  <a:pt x="53476" y="25688"/>
                  <a:pt x="54229" y="27200"/>
                  <a:pt x="54982" y="28711"/>
                </a:cubicBezTo>
                <a:cubicBezTo>
                  <a:pt x="64774" y="47598"/>
                  <a:pt x="70799" y="67243"/>
                  <a:pt x="74564" y="88398"/>
                </a:cubicBezTo>
                <a:cubicBezTo>
                  <a:pt x="74564" y="90664"/>
                  <a:pt x="75317" y="93687"/>
                  <a:pt x="76070" y="96709"/>
                </a:cubicBezTo>
                <a:cubicBezTo>
                  <a:pt x="77578" y="100486"/>
                  <a:pt x="80590" y="101242"/>
                  <a:pt x="84356" y="99731"/>
                </a:cubicBezTo>
                <a:cubicBezTo>
                  <a:pt x="86615" y="98221"/>
                  <a:pt x="88121" y="97465"/>
                  <a:pt x="90382" y="95954"/>
                </a:cubicBezTo>
                <a:cubicBezTo>
                  <a:pt x="96407" y="91420"/>
                  <a:pt x="102432" y="86887"/>
                  <a:pt x="109211" y="82353"/>
                </a:cubicBezTo>
                <a:cubicBezTo>
                  <a:pt x="110717" y="81598"/>
                  <a:pt x="111470" y="80087"/>
                  <a:pt x="111470" y="77821"/>
                </a:cubicBezTo>
                <a:cubicBezTo>
                  <a:pt x="111470" y="71777"/>
                  <a:pt x="111470" y="66487"/>
                  <a:pt x="111470" y="60443"/>
                </a:cubicBezTo>
                <a:cubicBezTo>
                  <a:pt x="111470" y="56665"/>
                  <a:pt x="115236" y="52132"/>
                  <a:pt x="119756" y="52132"/>
                </a:cubicBezTo>
                <a:cubicBezTo>
                  <a:pt x="120509" y="52132"/>
                  <a:pt x="122015" y="52888"/>
                  <a:pt x="122015" y="53644"/>
                </a:cubicBezTo>
                <a:cubicBezTo>
                  <a:pt x="122768" y="54399"/>
                  <a:pt x="123521" y="55155"/>
                  <a:pt x="123521" y="56665"/>
                </a:cubicBezTo>
                <a:cubicBezTo>
                  <a:pt x="123521" y="59687"/>
                  <a:pt x="125781" y="62710"/>
                  <a:pt x="128793" y="64976"/>
                </a:cubicBezTo>
                <a:cubicBezTo>
                  <a:pt x="136326" y="71021"/>
                  <a:pt x="144610" y="75554"/>
                  <a:pt x="153648" y="78576"/>
                </a:cubicBezTo>
                <a:cubicBezTo>
                  <a:pt x="156661" y="80087"/>
                  <a:pt x="157414" y="81598"/>
                  <a:pt x="157414" y="84620"/>
                </a:cubicBezTo>
                <a:cubicBezTo>
                  <a:pt x="158167" y="105776"/>
                  <a:pt x="147624" y="120886"/>
                  <a:pt x="127287" y="128441"/>
                </a:cubicBezTo>
                <a:cubicBezTo>
                  <a:pt x="117495" y="132220"/>
                  <a:pt x="106952" y="133730"/>
                  <a:pt x="96407" y="132220"/>
                </a:cubicBezTo>
                <a:cubicBezTo>
                  <a:pt x="89628" y="130708"/>
                  <a:pt x="84356" y="137508"/>
                  <a:pt x="85862" y="143552"/>
                </a:cubicBezTo>
                <a:cubicBezTo>
                  <a:pt x="85862" y="145063"/>
                  <a:pt x="86615" y="146575"/>
                  <a:pt x="86615" y="148086"/>
                </a:cubicBezTo>
                <a:cubicBezTo>
                  <a:pt x="88875" y="153374"/>
                  <a:pt x="88875" y="159418"/>
                  <a:pt x="86615" y="165463"/>
                </a:cubicBezTo>
                <a:cubicBezTo>
                  <a:pt x="85862" y="167729"/>
                  <a:pt x="84356" y="169240"/>
                  <a:pt x="82097" y="170751"/>
                </a:cubicBezTo>
                <a:cubicBezTo>
                  <a:pt x="76070" y="174530"/>
                  <a:pt x="71552" y="179818"/>
                  <a:pt x="67033" y="185862"/>
                </a:cubicBezTo>
                <a:cubicBezTo>
                  <a:pt x="63268" y="191907"/>
                  <a:pt x="64021" y="194928"/>
                  <a:pt x="71552" y="196440"/>
                </a:cubicBezTo>
                <a:cubicBezTo>
                  <a:pt x="76070" y="197195"/>
                  <a:pt x="80590" y="197195"/>
                  <a:pt x="85109" y="195684"/>
                </a:cubicBezTo>
                <a:cubicBezTo>
                  <a:pt x="94148" y="193417"/>
                  <a:pt x="103185" y="190396"/>
                  <a:pt x="111470" y="187373"/>
                </a:cubicBezTo>
                <a:cubicBezTo>
                  <a:pt x="116742" y="185106"/>
                  <a:pt x="122015" y="183596"/>
                  <a:pt x="128040" y="183596"/>
                </a:cubicBezTo>
                <a:cubicBezTo>
                  <a:pt x="132560" y="182841"/>
                  <a:pt x="137079" y="181329"/>
                  <a:pt x="140844" y="179062"/>
                </a:cubicBezTo>
                <a:cubicBezTo>
                  <a:pt x="146870" y="176795"/>
                  <a:pt x="152895" y="173774"/>
                  <a:pt x="159675" y="173018"/>
                </a:cubicBezTo>
                <a:cubicBezTo>
                  <a:pt x="161181" y="173018"/>
                  <a:pt x="163440" y="173018"/>
                  <a:pt x="165699" y="173018"/>
                </a:cubicBezTo>
                <a:cubicBezTo>
                  <a:pt x="170218" y="173774"/>
                  <a:pt x="172477" y="178307"/>
                  <a:pt x="170971" y="182085"/>
                </a:cubicBezTo>
                <a:cubicBezTo>
                  <a:pt x="167959" y="188885"/>
                  <a:pt x="164193" y="195684"/>
                  <a:pt x="161181" y="201728"/>
                </a:cubicBezTo>
                <a:cubicBezTo>
                  <a:pt x="158920" y="204751"/>
                  <a:pt x="155908" y="207018"/>
                  <a:pt x="152895" y="209285"/>
                </a:cubicBezTo>
                <a:cubicBezTo>
                  <a:pt x="146117" y="213062"/>
                  <a:pt x="138585" y="216084"/>
                  <a:pt x="131053" y="218351"/>
                </a:cubicBezTo>
                <a:cubicBezTo>
                  <a:pt x="122768" y="220617"/>
                  <a:pt x="113730" y="222884"/>
                  <a:pt x="105446" y="225151"/>
                </a:cubicBezTo>
                <a:cubicBezTo>
                  <a:pt x="102432" y="225906"/>
                  <a:pt x="98666" y="225151"/>
                  <a:pt x="95654" y="225151"/>
                </a:cubicBezTo>
                <a:cubicBezTo>
                  <a:pt x="91888" y="225151"/>
                  <a:pt x="89628" y="225906"/>
                  <a:pt x="87368" y="227416"/>
                </a:cubicBezTo>
                <a:cubicBezTo>
                  <a:pt x="73058" y="237994"/>
                  <a:pt x="55735" y="238750"/>
                  <a:pt x="41425" y="229683"/>
                </a:cubicBezTo>
                <a:cubicBezTo>
                  <a:pt x="38412" y="227416"/>
                  <a:pt x="35400" y="224395"/>
                  <a:pt x="33139" y="220617"/>
                </a:cubicBezTo>
                <a:cubicBezTo>
                  <a:pt x="27868" y="212306"/>
                  <a:pt x="24102" y="203239"/>
                  <a:pt x="20335" y="194173"/>
                </a:cubicBezTo>
                <a:cubicBezTo>
                  <a:pt x="19582" y="192663"/>
                  <a:pt x="19582" y="191907"/>
                  <a:pt x="18829" y="190396"/>
                </a:cubicBezTo>
                <a:cubicBezTo>
                  <a:pt x="15063" y="182085"/>
                  <a:pt x="12804" y="173774"/>
                  <a:pt x="13557" y="163952"/>
                </a:cubicBezTo>
                <a:cubicBezTo>
                  <a:pt x="14310" y="162441"/>
                  <a:pt x="13557" y="160929"/>
                  <a:pt x="13557" y="158662"/>
                </a:cubicBezTo>
                <a:cubicBezTo>
                  <a:pt x="9039" y="141286"/>
                  <a:pt x="4519" y="123153"/>
                  <a:pt x="753" y="105776"/>
                </a:cubicBezTo>
                <a:cubicBezTo>
                  <a:pt x="0" y="104264"/>
                  <a:pt x="0" y="102753"/>
                  <a:pt x="0" y="101242"/>
                </a:cubicBezTo>
                <a:cubicBezTo>
                  <a:pt x="4519" y="80087"/>
                  <a:pt x="9039" y="58932"/>
                  <a:pt x="13557" y="37777"/>
                </a:cubicBezTo>
                <a:cubicBezTo>
                  <a:pt x="16570" y="26444"/>
                  <a:pt x="19582" y="14355"/>
                  <a:pt x="24102" y="3023"/>
                </a:cubicBezTo>
                <a:cubicBezTo>
                  <a:pt x="24855" y="1511"/>
                  <a:pt x="24855" y="756"/>
                  <a:pt x="2560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2120900" y="863600"/>
            <a:ext cx="204765" cy="226855"/>
          </a:xfrm>
          <a:custGeom>
            <a:avLst/>
            <a:gdLst/>
            <a:ahLst/>
            <a:cxnLst/>
            <a:rect l="l" t="t" r="r" b="b"/>
            <a:pathLst>
              <a:path w="204765" h="226855">
                <a:moveTo>
                  <a:pt x="139784" y="77131"/>
                </a:moveTo>
                <a:cubicBezTo>
                  <a:pt x="142051" y="76374"/>
                  <a:pt x="144318" y="74863"/>
                  <a:pt x="146585" y="74106"/>
                </a:cubicBezTo>
                <a:cubicBezTo>
                  <a:pt x="151119" y="71081"/>
                  <a:pt x="155651" y="68812"/>
                  <a:pt x="160941" y="68057"/>
                </a:cubicBezTo>
                <a:cubicBezTo>
                  <a:pt x="166986" y="67300"/>
                  <a:pt x="173030" y="69569"/>
                  <a:pt x="178319" y="72593"/>
                </a:cubicBezTo>
                <a:cubicBezTo>
                  <a:pt x="179075" y="73350"/>
                  <a:pt x="179831" y="74106"/>
                  <a:pt x="180586" y="74863"/>
                </a:cubicBezTo>
                <a:cubicBezTo>
                  <a:pt x="182853" y="77887"/>
                  <a:pt x="182853" y="81667"/>
                  <a:pt x="179075" y="83937"/>
                </a:cubicBezTo>
                <a:cubicBezTo>
                  <a:pt x="166230" y="96035"/>
                  <a:pt x="151119" y="105109"/>
                  <a:pt x="135251" y="111915"/>
                </a:cubicBezTo>
                <a:cubicBezTo>
                  <a:pt x="134496" y="112672"/>
                  <a:pt x="132984" y="112672"/>
                  <a:pt x="132229" y="113428"/>
                </a:cubicBezTo>
                <a:cubicBezTo>
                  <a:pt x="126183" y="115696"/>
                  <a:pt x="123916" y="120233"/>
                  <a:pt x="123161" y="127039"/>
                </a:cubicBezTo>
                <a:cubicBezTo>
                  <a:pt x="123161" y="133844"/>
                  <a:pt x="124672" y="141407"/>
                  <a:pt x="127695" y="147456"/>
                </a:cubicBezTo>
                <a:cubicBezTo>
                  <a:pt x="137517" y="170898"/>
                  <a:pt x="140539" y="195852"/>
                  <a:pt x="139784" y="220806"/>
                </a:cubicBezTo>
                <a:cubicBezTo>
                  <a:pt x="139784" y="225342"/>
                  <a:pt x="138273" y="226855"/>
                  <a:pt x="133740" y="226099"/>
                </a:cubicBezTo>
                <a:cubicBezTo>
                  <a:pt x="129206" y="226099"/>
                  <a:pt x="124672" y="224587"/>
                  <a:pt x="121649" y="220806"/>
                </a:cubicBezTo>
                <a:cubicBezTo>
                  <a:pt x="120139" y="219293"/>
                  <a:pt x="120139" y="217025"/>
                  <a:pt x="120139" y="215513"/>
                </a:cubicBezTo>
                <a:cubicBezTo>
                  <a:pt x="120139" y="214756"/>
                  <a:pt x="120139" y="213243"/>
                  <a:pt x="120139" y="212488"/>
                </a:cubicBezTo>
                <a:cubicBezTo>
                  <a:pt x="120139" y="207194"/>
                  <a:pt x="117873" y="203413"/>
                  <a:pt x="113339" y="201145"/>
                </a:cubicBezTo>
                <a:cubicBezTo>
                  <a:pt x="110316" y="198876"/>
                  <a:pt x="106538" y="198120"/>
                  <a:pt x="102761" y="196607"/>
                </a:cubicBezTo>
                <a:cubicBezTo>
                  <a:pt x="102005" y="196607"/>
                  <a:pt x="101249" y="196607"/>
                  <a:pt x="100494" y="196607"/>
                </a:cubicBezTo>
                <a:cubicBezTo>
                  <a:pt x="97471" y="195095"/>
                  <a:pt x="95204" y="192827"/>
                  <a:pt x="95204" y="190558"/>
                </a:cubicBezTo>
                <a:cubicBezTo>
                  <a:pt x="94449" y="187533"/>
                  <a:pt x="96716" y="184508"/>
                  <a:pt x="99738" y="183752"/>
                </a:cubicBezTo>
                <a:cubicBezTo>
                  <a:pt x="101249" y="182997"/>
                  <a:pt x="102761" y="182997"/>
                  <a:pt x="104272" y="182997"/>
                </a:cubicBezTo>
                <a:cubicBezTo>
                  <a:pt x="108805" y="182240"/>
                  <a:pt x="111072" y="179972"/>
                  <a:pt x="112583" y="175434"/>
                </a:cubicBezTo>
                <a:cubicBezTo>
                  <a:pt x="115606" y="166360"/>
                  <a:pt x="114094" y="157286"/>
                  <a:pt x="108805" y="148968"/>
                </a:cubicBezTo>
                <a:cubicBezTo>
                  <a:pt x="107293" y="147456"/>
                  <a:pt x="106538" y="147456"/>
                  <a:pt x="105026" y="148968"/>
                </a:cubicBezTo>
                <a:cubicBezTo>
                  <a:pt x="104272" y="148968"/>
                  <a:pt x="103516" y="149724"/>
                  <a:pt x="102761" y="150481"/>
                </a:cubicBezTo>
                <a:cubicBezTo>
                  <a:pt x="97471" y="155017"/>
                  <a:pt x="92937" y="158798"/>
                  <a:pt x="88405" y="163336"/>
                </a:cubicBezTo>
                <a:cubicBezTo>
                  <a:pt x="84626" y="166360"/>
                  <a:pt x="81604" y="170141"/>
                  <a:pt x="79337" y="174678"/>
                </a:cubicBezTo>
                <a:cubicBezTo>
                  <a:pt x="78581" y="175434"/>
                  <a:pt x="77826" y="176191"/>
                  <a:pt x="76314" y="177703"/>
                </a:cubicBezTo>
                <a:cubicBezTo>
                  <a:pt x="63470" y="191314"/>
                  <a:pt x="49869" y="204169"/>
                  <a:pt x="36269" y="217781"/>
                </a:cubicBezTo>
                <a:cubicBezTo>
                  <a:pt x="30979" y="223830"/>
                  <a:pt x="26445" y="224587"/>
                  <a:pt x="19646" y="221562"/>
                </a:cubicBezTo>
                <a:cubicBezTo>
                  <a:pt x="15112" y="220049"/>
                  <a:pt x="12089" y="217025"/>
                  <a:pt x="9822" y="213243"/>
                </a:cubicBezTo>
                <a:cubicBezTo>
                  <a:pt x="3023" y="204926"/>
                  <a:pt x="756" y="194339"/>
                  <a:pt x="0" y="183752"/>
                </a:cubicBezTo>
                <a:cubicBezTo>
                  <a:pt x="0" y="181484"/>
                  <a:pt x="756" y="180727"/>
                  <a:pt x="2267" y="180727"/>
                </a:cubicBezTo>
                <a:cubicBezTo>
                  <a:pt x="3778" y="179972"/>
                  <a:pt x="5290" y="179216"/>
                  <a:pt x="6801" y="179216"/>
                </a:cubicBezTo>
                <a:cubicBezTo>
                  <a:pt x="9822" y="177703"/>
                  <a:pt x="12089" y="177703"/>
                  <a:pt x="15112" y="179216"/>
                </a:cubicBezTo>
                <a:cubicBezTo>
                  <a:pt x="18134" y="180727"/>
                  <a:pt x="21157" y="179972"/>
                  <a:pt x="24178" y="176947"/>
                </a:cubicBezTo>
                <a:cubicBezTo>
                  <a:pt x="25690" y="176191"/>
                  <a:pt x="27957" y="174678"/>
                  <a:pt x="29468" y="173923"/>
                </a:cubicBezTo>
                <a:cubicBezTo>
                  <a:pt x="34757" y="170898"/>
                  <a:pt x="39291" y="167872"/>
                  <a:pt x="44580" y="165604"/>
                </a:cubicBezTo>
                <a:cubicBezTo>
                  <a:pt x="45335" y="164849"/>
                  <a:pt x="46846" y="164092"/>
                  <a:pt x="47602" y="163336"/>
                </a:cubicBezTo>
                <a:cubicBezTo>
                  <a:pt x="61203" y="155774"/>
                  <a:pt x="74047" y="147456"/>
                  <a:pt x="87649" y="139894"/>
                </a:cubicBezTo>
                <a:cubicBezTo>
                  <a:pt x="92182" y="136869"/>
                  <a:pt x="96716" y="133844"/>
                  <a:pt x="101249" y="130063"/>
                </a:cubicBezTo>
                <a:cubicBezTo>
                  <a:pt x="105026" y="127039"/>
                  <a:pt x="108049" y="123257"/>
                  <a:pt x="109560" y="117208"/>
                </a:cubicBezTo>
                <a:cubicBezTo>
                  <a:pt x="108049" y="117208"/>
                  <a:pt x="107293" y="116453"/>
                  <a:pt x="105782" y="116453"/>
                </a:cubicBezTo>
                <a:cubicBezTo>
                  <a:pt x="101249" y="114940"/>
                  <a:pt x="99738" y="111915"/>
                  <a:pt x="100494" y="107378"/>
                </a:cubicBezTo>
                <a:cubicBezTo>
                  <a:pt x="101249" y="105866"/>
                  <a:pt x="102005" y="103598"/>
                  <a:pt x="102761" y="102085"/>
                </a:cubicBezTo>
                <a:cubicBezTo>
                  <a:pt x="105026" y="96035"/>
                  <a:pt x="107293" y="89986"/>
                  <a:pt x="109560" y="84692"/>
                </a:cubicBezTo>
                <a:cubicBezTo>
                  <a:pt x="109560" y="83937"/>
                  <a:pt x="110316" y="83180"/>
                  <a:pt x="110316" y="82424"/>
                </a:cubicBezTo>
                <a:cubicBezTo>
                  <a:pt x="111072" y="79399"/>
                  <a:pt x="110316" y="78643"/>
                  <a:pt x="108049" y="78643"/>
                </a:cubicBezTo>
                <a:cubicBezTo>
                  <a:pt x="105782" y="78643"/>
                  <a:pt x="104272" y="78643"/>
                  <a:pt x="102005" y="79399"/>
                </a:cubicBezTo>
                <a:cubicBezTo>
                  <a:pt x="99738" y="80156"/>
                  <a:pt x="96716" y="80912"/>
                  <a:pt x="93693" y="81667"/>
                </a:cubicBezTo>
                <a:cubicBezTo>
                  <a:pt x="92182" y="82424"/>
                  <a:pt x="91426" y="83937"/>
                  <a:pt x="91426" y="85448"/>
                </a:cubicBezTo>
                <a:cubicBezTo>
                  <a:pt x="91426" y="92254"/>
                  <a:pt x="91426" y="99060"/>
                  <a:pt x="91426" y="105866"/>
                </a:cubicBezTo>
                <a:cubicBezTo>
                  <a:pt x="91426" y="107378"/>
                  <a:pt x="90670" y="108890"/>
                  <a:pt x="89915" y="110402"/>
                </a:cubicBezTo>
                <a:cubicBezTo>
                  <a:pt x="81604" y="120989"/>
                  <a:pt x="74047" y="131576"/>
                  <a:pt x="65736" y="142163"/>
                </a:cubicBezTo>
                <a:cubicBezTo>
                  <a:pt x="65736" y="142918"/>
                  <a:pt x="64981" y="142918"/>
                  <a:pt x="64981" y="143675"/>
                </a:cubicBezTo>
                <a:cubicBezTo>
                  <a:pt x="61203" y="139894"/>
                  <a:pt x="58180" y="136869"/>
                  <a:pt x="55159" y="133088"/>
                </a:cubicBezTo>
                <a:cubicBezTo>
                  <a:pt x="52892" y="130820"/>
                  <a:pt x="52136" y="128551"/>
                  <a:pt x="52136" y="125527"/>
                </a:cubicBezTo>
                <a:cubicBezTo>
                  <a:pt x="51380" y="124014"/>
                  <a:pt x="51380" y="121746"/>
                  <a:pt x="50625" y="120233"/>
                </a:cubicBezTo>
                <a:cubicBezTo>
                  <a:pt x="43824" y="104353"/>
                  <a:pt x="43068" y="88473"/>
                  <a:pt x="47602" y="71838"/>
                </a:cubicBezTo>
                <a:cubicBezTo>
                  <a:pt x="50625" y="63519"/>
                  <a:pt x="50625" y="55957"/>
                  <a:pt x="49869" y="47639"/>
                </a:cubicBezTo>
                <a:cubicBezTo>
                  <a:pt x="49869" y="45371"/>
                  <a:pt x="49869" y="43103"/>
                  <a:pt x="49869" y="40834"/>
                </a:cubicBezTo>
                <a:cubicBezTo>
                  <a:pt x="49869" y="37809"/>
                  <a:pt x="51380" y="35541"/>
                  <a:pt x="54403" y="35541"/>
                </a:cubicBezTo>
                <a:cubicBezTo>
                  <a:pt x="56669" y="34784"/>
                  <a:pt x="58936" y="35541"/>
                  <a:pt x="60447" y="36297"/>
                </a:cubicBezTo>
                <a:cubicBezTo>
                  <a:pt x="62714" y="37809"/>
                  <a:pt x="64225" y="39322"/>
                  <a:pt x="66492" y="41590"/>
                </a:cubicBezTo>
                <a:cubicBezTo>
                  <a:pt x="68003" y="43103"/>
                  <a:pt x="68759" y="44615"/>
                  <a:pt x="70270" y="46128"/>
                </a:cubicBezTo>
                <a:cubicBezTo>
                  <a:pt x="74803" y="49908"/>
                  <a:pt x="77826" y="50664"/>
                  <a:pt x="82360" y="47639"/>
                </a:cubicBezTo>
                <a:cubicBezTo>
                  <a:pt x="88405" y="43858"/>
                  <a:pt x="94449" y="40077"/>
                  <a:pt x="100494" y="36297"/>
                </a:cubicBezTo>
                <a:cubicBezTo>
                  <a:pt x="107293" y="31003"/>
                  <a:pt x="114094" y="26467"/>
                  <a:pt x="120894" y="21173"/>
                </a:cubicBezTo>
                <a:cubicBezTo>
                  <a:pt x="123161" y="18904"/>
                  <a:pt x="126183" y="18148"/>
                  <a:pt x="129206" y="17393"/>
                </a:cubicBezTo>
                <a:cubicBezTo>
                  <a:pt x="133740" y="17393"/>
                  <a:pt x="137517" y="15123"/>
                  <a:pt x="141295" y="12099"/>
                </a:cubicBezTo>
                <a:cubicBezTo>
                  <a:pt x="148096" y="4538"/>
                  <a:pt x="157162" y="1513"/>
                  <a:pt x="166986" y="756"/>
                </a:cubicBezTo>
                <a:cubicBezTo>
                  <a:pt x="176052" y="0"/>
                  <a:pt x="185875" y="0"/>
                  <a:pt x="194942" y="3025"/>
                </a:cubicBezTo>
                <a:cubicBezTo>
                  <a:pt x="197209" y="3781"/>
                  <a:pt x="199476" y="5293"/>
                  <a:pt x="201742" y="6806"/>
                </a:cubicBezTo>
                <a:cubicBezTo>
                  <a:pt x="204009" y="7562"/>
                  <a:pt x="204765" y="9830"/>
                  <a:pt x="204765" y="12099"/>
                </a:cubicBezTo>
                <a:cubicBezTo>
                  <a:pt x="204765" y="13612"/>
                  <a:pt x="204765" y="14368"/>
                  <a:pt x="203253" y="15880"/>
                </a:cubicBezTo>
                <a:cubicBezTo>
                  <a:pt x="197965" y="19661"/>
                  <a:pt x="192676" y="23442"/>
                  <a:pt x="187386" y="27979"/>
                </a:cubicBezTo>
                <a:cubicBezTo>
                  <a:pt x="181342" y="32516"/>
                  <a:pt x="175297" y="37809"/>
                  <a:pt x="170763" y="43858"/>
                </a:cubicBezTo>
                <a:cubicBezTo>
                  <a:pt x="168497" y="46883"/>
                  <a:pt x="165475" y="49152"/>
                  <a:pt x="162452" y="50664"/>
                </a:cubicBezTo>
                <a:cubicBezTo>
                  <a:pt x="160941" y="51421"/>
                  <a:pt x="160185" y="52177"/>
                  <a:pt x="159429" y="52932"/>
                </a:cubicBezTo>
                <a:cubicBezTo>
                  <a:pt x="152630" y="59738"/>
                  <a:pt x="146585" y="65789"/>
                  <a:pt x="140539" y="71838"/>
                </a:cubicBezTo>
                <a:cubicBezTo>
                  <a:pt x="139028" y="73350"/>
                  <a:pt x="138273" y="74863"/>
                  <a:pt x="139784" y="7713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2857500" y="939800"/>
            <a:ext cx="211562" cy="134244"/>
          </a:xfrm>
          <a:custGeom>
            <a:avLst/>
            <a:gdLst/>
            <a:ahLst/>
            <a:cxnLst/>
            <a:rect l="l" t="t" r="r" b="b"/>
            <a:pathLst>
              <a:path w="211562" h="134244">
                <a:moveTo>
                  <a:pt x="12089" y="100306"/>
                </a:moveTo>
                <a:cubicBezTo>
                  <a:pt x="13600" y="97290"/>
                  <a:pt x="12089" y="95781"/>
                  <a:pt x="10578" y="93518"/>
                </a:cubicBezTo>
                <a:cubicBezTo>
                  <a:pt x="6800" y="88993"/>
                  <a:pt x="3778" y="83715"/>
                  <a:pt x="1511" y="77681"/>
                </a:cubicBezTo>
                <a:cubicBezTo>
                  <a:pt x="0" y="71647"/>
                  <a:pt x="756" y="66368"/>
                  <a:pt x="4534" y="61088"/>
                </a:cubicBezTo>
                <a:cubicBezTo>
                  <a:pt x="6800" y="58826"/>
                  <a:pt x="9067" y="57318"/>
                  <a:pt x="12089" y="58072"/>
                </a:cubicBezTo>
                <a:cubicBezTo>
                  <a:pt x="13600" y="58072"/>
                  <a:pt x="15112" y="57318"/>
                  <a:pt x="16623" y="58072"/>
                </a:cubicBezTo>
                <a:cubicBezTo>
                  <a:pt x="21911" y="59581"/>
                  <a:pt x="27201" y="57318"/>
                  <a:pt x="30223" y="53547"/>
                </a:cubicBezTo>
                <a:cubicBezTo>
                  <a:pt x="33246" y="50529"/>
                  <a:pt x="37023" y="49022"/>
                  <a:pt x="40801" y="48268"/>
                </a:cubicBezTo>
                <a:cubicBezTo>
                  <a:pt x="43068" y="48268"/>
                  <a:pt x="45335" y="46759"/>
                  <a:pt x="47601" y="46004"/>
                </a:cubicBezTo>
                <a:cubicBezTo>
                  <a:pt x="67246" y="35447"/>
                  <a:pt x="87647" y="26396"/>
                  <a:pt x="108803" y="18854"/>
                </a:cubicBezTo>
                <a:cubicBezTo>
                  <a:pt x="114847" y="16593"/>
                  <a:pt x="121648" y="14329"/>
                  <a:pt x="127692" y="12066"/>
                </a:cubicBezTo>
                <a:cubicBezTo>
                  <a:pt x="131470" y="10559"/>
                  <a:pt x="136004" y="10559"/>
                  <a:pt x="140538" y="9804"/>
                </a:cubicBezTo>
                <a:cubicBezTo>
                  <a:pt x="146582" y="9050"/>
                  <a:pt x="151872" y="8296"/>
                  <a:pt x="157916" y="6788"/>
                </a:cubicBezTo>
                <a:cubicBezTo>
                  <a:pt x="161694" y="6034"/>
                  <a:pt x="165472" y="3771"/>
                  <a:pt x="169249" y="2263"/>
                </a:cubicBezTo>
                <a:cubicBezTo>
                  <a:pt x="171516" y="754"/>
                  <a:pt x="173783" y="0"/>
                  <a:pt x="176050" y="0"/>
                </a:cubicBezTo>
                <a:cubicBezTo>
                  <a:pt x="184361" y="0"/>
                  <a:pt x="192673" y="754"/>
                  <a:pt x="200228" y="3771"/>
                </a:cubicBezTo>
                <a:cubicBezTo>
                  <a:pt x="208539" y="6788"/>
                  <a:pt x="211562" y="14329"/>
                  <a:pt x="207029" y="21871"/>
                </a:cubicBezTo>
                <a:cubicBezTo>
                  <a:pt x="204006" y="28659"/>
                  <a:pt x="198717" y="33938"/>
                  <a:pt x="193429" y="37709"/>
                </a:cubicBezTo>
                <a:cubicBezTo>
                  <a:pt x="190406" y="39972"/>
                  <a:pt x="188139" y="39972"/>
                  <a:pt x="185116" y="39972"/>
                </a:cubicBezTo>
                <a:cubicBezTo>
                  <a:pt x="178317" y="40725"/>
                  <a:pt x="172272" y="41479"/>
                  <a:pt x="166228" y="42234"/>
                </a:cubicBezTo>
                <a:cubicBezTo>
                  <a:pt x="164716" y="42988"/>
                  <a:pt x="162450" y="42988"/>
                  <a:pt x="160938" y="43743"/>
                </a:cubicBezTo>
                <a:cubicBezTo>
                  <a:pt x="157916" y="45251"/>
                  <a:pt x="157160" y="47513"/>
                  <a:pt x="157160" y="50529"/>
                </a:cubicBezTo>
                <a:cubicBezTo>
                  <a:pt x="157160" y="52793"/>
                  <a:pt x="157916" y="55054"/>
                  <a:pt x="158671" y="57318"/>
                </a:cubicBezTo>
                <a:cubicBezTo>
                  <a:pt x="160938" y="61843"/>
                  <a:pt x="162450" y="65613"/>
                  <a:pt x="164716" y="69384"/>
                </a:cubicBezTo>
                <a:cubicBezTo>
                  <a:pt x="166983" y="75418"/>
                  <a:pt x="169249" y="80697"/>
                  <a:pt x="169249" y="86731"/>
                </a:cubicBezTo>
                <a:cubicBezTo>
                  <a:pt x="169249" y="95026"/>
                  <a:pt x="168493" y="102569"/>
                  <a:pt x="166228" y="110110"/>
                </a:cubicBezTo>
                <a:cubicBezTo>
                  <a:pt x="163205" y="118406"/>
                  <a:pt x="157916" y="122177"/>
                  <a:pt x="148849" y="122931"/>
                </a:cubicBezTo>
                <a:cubicBezTo>
                  <a:pt x="146582" y="122931"/>
                  <a:pt x="145071" y="122931"/>
                  <a:pt x="142804" y="122931"/>
                </a:cubicBezTo>
                <a:cubicBezTo>
                  <a:pt x="140538" y="122931"/>
                  <a:pt x="138271" y="122931"/>
                  <a:pt x="136760" y="125948"/>
                </a:cubicBezTo>
                <a:cubicBezTo>
                  <a:pt x="136004" y="126703"/>
                  <a:pt x="135249" y="127456"/>
                  <a:pt x="134493" y="128210"/>
                </a:cubicBezTo>
                <a:cubicBezTo>
                  <a:pt x="129203" y="132735"/>
                  <a:pt x="123915" y="134244"/>
                  <a:pt x="117870" y="131981"/>
                </a:cubicBezTo>
                <a:cubicBezTo>
                  <a:pt x="114093" y="129719"/>
                  <a:pt x="109559" y="127456"/>
                  <a:pt x="105781" y="125194"/>
                </a:cubicBezTo>
                <a:cubicBezTo>
                  <a:pt x="102758" y="122931"/>
                  <a:pt x="99737" y="122177"/>
                  <a:pt x="95203" y="122177"/>
                </a:cubicBezTo>
                <a:cubicBezTo>
                  <a:pt x="93692" y="122177"/>
                  <a:pt x="91425" y="122931"/>
                  <a:pt x="89913" y="120669"/>
                </a:cubicBezTo>
                <a:cubicBezTo>
                  <a:pt x="87647" y="118406"/>
                  <a:pt x="86136" y="116144"/>
                  <a:pt x="85381" y="113127"/>
                </a:cubicBezTo>
                <a:cubicBezTo>
                  <a:pt x="84625" y="111619"/>
                  <a:pt x="85381" y="110865"/>
                  <a:pt x="86892" y="110865"/>
                </a:cubicBezTo>
                <a:cubicBezTo>
                  <a:pt x="88402" y="110865"/>
                  <a:pt x="90669" y="110865"/>
                  <a:pt x="92180" y="110865"/>
                </a:cubicBezTo>
                <a:cubicBezTo>
                  <a:pt x="103514" y="111619"/>
                  <a:pt x="114847" y="110110"/>
                  <a:pt x="125426" y="106340"/>
                </a:cubicBezTo>
                <a:cubicBezTo>
                  <a:pt x="130715" y="104076"/>
                  <a:pt x="135249" y="101060"/>
                  <a:pt x="139783" y="97290"/>
                </a:cubicBezTo>
                <a:cubicBezTo>
                  <a:pt x="142048" y="95026"/>
                  <a:pt x="142804" y="92765"/>
                  <a:pt x="142048" y="90501"/>
                </a:cubicBezTo>
                <a:cubicBezTo>
                  <a:pt x="141293" y="83715"/>
                  <a:pt x="140538" y="76926"/>
                  <a:pt x="139783" y="69384"/>
                </a:cubicBezTo>
                <a:cubicBezTo>
                  <a:pt x="139027" y="65613"/>
                  <a:pt x="139027" y="61843"/>
                  <a:pt x="139027" y="58072"/>
                </a:cubicBezTo>
                <a:cubicBezTo>
                  <a:pt x="139027" y="55054"/>
                  <a:pt x="138271" y="53547"/>
                  <a:pt x="135249" y="53547"/>
                </a:cubicBezTo>
                <a:cubicBezTo>
                  <a:pt x="130715" y="52793"/>
                  <a:pt x="126938" y="52793"/>
                  <a:pt x="123160" y="56563"/>
                </a:cubicBezTo>
                <a:cubicBezTo>
                  <a:pt x="122404" y="57318"/>
                  <a:pt x="120893" y="58072"/>
                  <a:pt x="119381" y="59581"/>
                </a:cubicBezTo>
                <a:cubicBezTo>
                  <a:pt x="116359" y="61088"/>
                  <a:pt x="113337" y="62597"/>
                  <a:pt x="109559" y="61843"/>
                </a:cubicBezTo>
                <a:cubicBezTo>
                  <a:pt x="101247" y="61843"/>
                  <a:pt x="93692" y="64106"/>
                  <a:pt x="87647" y="68631"/>
                </a:cubicBezTo>
                <a:cubicBezTo>
                  <a:pt x="78580" y="75418"/>
                  <a:pt x="69513" y="82206"/>
                  <a:pt x="60447" y="88993"/>
                </a:cubicBezTo>
                <a:cubicBezTo>
                  <a:pt x="53646" y="93518"/>
                  <a:pt x="46846" y="98797"/>
                  <a:pt x="39290" y="101815"/>
                </a:cubicBezTo>
                <a:cubicBezTo>
                  <a:pt x="31735" y="104831"/>
                  <a:pt x="24178" y="105585"/>
                  <a:pt x="16623" y="102569"/>
                </a:cubicBezTo>
                <a:cubicBezTo>
                  <a:pt x="15112" y="102569"/>
                  <a:pt x="14356" y="101815"/>
                  <a:pt x="13600" y="101060"/>
                </a:cubicBezTo>
                <a:cubicBezTo>
                  <a:pt x="12845" y="101060"/>
                  <a:pt x="12845" y="101060"/>
                  <a:pt x="12089" y="10030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2171700" y="762000"/>
            <a:ext cx="160583" cy="85814"/>
          </a:xfrm>
          <a:custGeom>
            <a:avLst/>
            <a:gdLst/>
            <a:ahLst/>
            <a:cxnLst/>
            <a:rect l="l" t="t" r="r" b="b"/>
            <a:pathLst>
              <a:path w="160583" h="85814">
                <a:moveTo>
                  <a:pt x="149221" y="0"/>
                </a:moveTo>
                <a:cubicBezTo>
                  <a:pt x="150736" y="0"/>
                  <a:pt x="153008" y="0"/>
                  <a:pt x="155280" y="0"/>
                </a:cubicBezTo>
                <a:cubicBezTo>
                  <a:pt x="158311" y="753"/>
                  <a:pt x="160583" y="3764"/>
                  <a:pt x="159826" y="6774"/>
                </a:cubicBezTo>
                <a:cubicBezTo>
                  <a:pt x="156795" y="13550"/>
                  <a:pt x="151493" y="18819"/>
                  <a:pt x="144676" y="21830"/>
                </a:cubicBezTo>
                <a:cubicBezTo>
                  <a:pt x="143161" y="21830"/>
                  <a:pt x="142404" y="21830"/>
                  <a:pt x="141647" y="21830"/>
                </a:cubicBezTo>
                <a:cubicBezTo>
                  <a:pt x="137858" y="21077"/>
                  <a:pt x="134830" y="22583"/>
                  <a:pt x="131799" y="24841"/>
                </a:cubicBezTo>
                <a:cubicBezTo>
                  <a:pt x="119680" y="32368"/>
                  <a:pt x="109075" y="40649"/>
                  <a:pt x="99986" y="50434"/>
                </a:cubicBezTo>
                <a:cubicBezTo>
                  <a:pt x="93925" y="56457"/>
                  <a:pt x="87866" y="62479"/>
                  <a:pt x="82564" y="68501"/>
                </a:cubicBezTo>
                <a:cubicBezTo>
                  <a:pt x="74990" y="76780"/>
                  <a:pt x="65142" y="82803"/>
                  <a:pt x="53781" y="84309"/>
                </a:cubicBezTo>
                <a:cubicBezTo>
                  <a:pt x="46205" y="85814"/>
                  <a:pt x="37874" y="84309"/>
                  <a:pt x="30298" y="81298"/>
                </a:cubicBezTo>
                <a:cubicBezTo>
                  <a:pt x="21966" y="78287"/>
                  <a:pt x="14392" y="73770"/>
                  <a:pt x="6817" y="67748"/>
                </a:cubicBezTo>
                <a:cubicBezTo>
                  <a:pt x="6817" y="67748"/>
                  <a:pt x="6817" y="66995"/>
                  <a:pt x="6059" y="66995"/>
                </a:cubicBezTo>
                <a:cubicBezTo>
                  <a:pt x="0" y="60973"/>
                  <a:pt x="1515" y="52692"/>
                  <a:pt x="8332" y="48176"/>
                </a:cubicBezTo>
                <a:cubicBezTo>
                  <a:pt x="9089" y="47423"/>
                  <a:pt x="10604" y="47423"/>
                  <a:pt x="11361" y="46671"/>
                </a:cubicBezTo>
                <a:cubicBezTo>
                  <a:pt x="36359" y="36885"/>
                  <a:pt x="61355" y="27099"/>
                  <a:pt x="86351" y="17314"/>
                </a:cubicBezTo>
                <a:cubicBezTo>
                  <a:pt x="90138" y="15808"/>
                  <a:pt x="94684" y="14303"/>
                  <a:pt x="98471" y="13550"/>
                </a:cubicBezTo>
                <a:cubicBezTo>
                  <a:pt x="107560" y="11292"/>
                  <a:pt x="115893" y="9034"/>
                  <a:pt x="124225" y="5269"/>
                </a:cubicBezTo>
                <a:cubicBezTo>
                  <a:pt x="132556" y="1505"/>
                  <a:pt x="140889" y="0"/>
                  <a:pt x="14922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2222500" y="660400"/>
            <a:ext cx="85814" cy="95160"/>
          </a:xfrm>
          <a:custGeom>
            <a:avLst/>
            <a:gdLst/>
            <a:ahLst/>
            <a:cxnLst/>
            <a:rect l="l" t="t" r="r" b="b"/>
            <a:pathLst>
              <a:path w="85814" h="95160">
                <a:moveTo>
                  <a:pt x="85814" y="52866"/>
                </a:moveTo>
                <a:cubicBezTo>
                  <a:pt x="85814" y="59663"/>
                  <a:pt x="82050" y="64950"/>
                  <a:pt x="76029" y="68726"/>
                </a:cubicBezTo>
                <a:cubicBezTo>
                  <a:pt x="70759" y="71747"/>
                  <a:pt x="64737" y="73259"/>
                  <a:pt x="58715" y="73259"/>
                </a:cubicBezTo>
                <a:cubicBezTo>
                  <a:pt x="48176" y="73259"/>
                  <a:pt x="49682" y="74013"/>
                  <a:pt x="43660" y="80056"/>
                </a:cubicBezTo>
                <a:cubicBezTo>
                  <a:pt x="39143" y="83831"/>
                  <a:pt x="34627" y="87607"/>
                  <a:pt x="30110" y="91384"/>
                </a:cubicBezTo>
                <a:cubicBezTo>
                  <a:pt x="28604" y="92894"/>
                  <a:pt x="26346" y="93650"/>
                  <a:pt x="23335" y="94404"/>
                </a:cubicBezTo>
                <a:cubicBezTo>
                  <a:pt x="21077" y="95160"/>
                  <a:pt x="18819" y="94404"/>
                  <a:pt x="17314" y="92138"/>
                </a:cubicBezTo>
                <a:cubicBezTo>
                  <a:pt x="16561" y="89118"/>
                  <a:pt x="15808" y="86853"/>
                  <a:pt x="17314" y="84587"/>
                </a:cubicBezTo>
                <a:cubicBezTo>
                  <a:pt x="24841" y="74013"/>
                  <a:pt x="24841" y="62685"/>
                  <a:pt x="19572" y="51356"/>
                </a:cubicBezTo>
                <a:cubicBezTo>
                  <a:pt x="17314" y="46069"/>
                  <a:pt x="14303" y="42294"/>
                  <a:pt x="12045" y="37762"/>
                </a:cubicBezTo>
                <a:cubicBezTo>
                  <a:pt x="10538" y="34741"/>
                  <a:pt x="9034" y="32475"/>
                  <a:pt x="8280" y="29454"/>
                </a:cubicBezTo>
                <a:cubicBezTo>
                  <a:pt x="6774" y="24922"/>
                  <a:pt x="5269" y="20391"/>
                  <a:pt x="2258" y="15860"/>
                </a:cubicBezTo>
                <a:cubicBezTo>
                  <a:pt x="0" y="12838"/>
                  <a:pt x="0" y="9063"/>
                  <a:pt x="2258" y="4531"/>
                </a:cubicBezTo>
                <a:cubicBezTo>
                  <a:pt x="3764" y="1510"/>
                  <a:pt x="6022" y="0"/>
                  <a:pt x="9034" y="0"/>
                </a:cubicBezTo>
                <a:cubicBezTo>
                  <a:pt x="10538" y="0"/>
                  <a:pt x="12045" y="756"/>
                  <a:pt x="13550" y="756"/>
                </a:cubicBezTo>
                <a:cubicBezTo>
                  <a:pt x="21830" y="2266"/>
                  <a:pt x="30110" y="5287"/>
                  <a:pt x="37638" y="9063"/>
                </a:cubicBezTo>
                <a:cubicBezTo>
                  <a:pt x="46671" y="14350"/>
                  <a:pt x="55703" y="18881"/>
                  <a:pt x="64737" y="23412"/>
                </a:cubicBezTo>
                <a:cubicBezTo>
                  <a:pt x="70759" y="27188"/>
                  <a:pt x="76029" y="30965"/>
                  <a:pt x="79792" y="36251"/>
                </a:cubicBezTo>
                <a:cubicBezTo>
                  <a:pt x="83556" y="40782"/>
                  <a:pt x="85814" y="46069"/>
                  <a:pt x="85814" y="528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2870200" y="749300"/>
            <a:ext cx="84115" cy="113852"/>
          </a:xfrm>
          <a:custGeom>
            <a:avLst/>
            <a:gdLst/>
            <a:ahLst/>
            <a:cxnLst/>
            <a:rect l="l" t="t" r="r" b="b"/>
            <a:pathLst>
              <a:path w="84115" h="113852">
                <a:moveTo>
                  <a:pt x="84115" y="89563"/>
                </a:moveTo>
                <a:cubicBezTo>
                  <a:pt x="83358" y="91082"/>
                  <a:pt x="82600" y="93359"/>
                  <a:pt x="81841" y="94877"/>
                </a:cubicBezTo>
                <a:cubicBezTo>
                  <a:pt x="78053" y="99431"/>
                  <a:pt x="75021" y="103226"/>
                  <a:pt x="71233" y="107780"/>
                </a:cubicBezTo>
                <a:cubicBezTo>
                  <a:pt x="68202" y="110816"/>
                  <a:pt x="65170" y="112334"/>
                  <a:pt x="60623" y="113094"/>
                </a:cubicBezTo>
                <a:cubicBezTo>
                  <a:pt x="56835" y="113852"/>
                  <a:pt x="55319" y="113094"/>
                  <a:pt x="54560" y="109297"/>
                </a:cubicBezTo>
                <a:cubicBezTo>
                  <a:pt x="53045" y="102467"/>
                  <a:pt x="51530" y="95636"/>
                  <a:pt x="50014" y="88805"/>
                </a:cubicBezTo>
                <a:cubicBezTo>
                  <a:pt x="48499" y="81973"/>
                  <a:pt x="47741" y="75142"/>
                  <a:pt x="44710" y="68311"/>
                </a:cubicBezTo>
                <a:cubicBezTo>
                  <a:pt x="43194" y="64516"/>
                  <a:pt x="40921" y="60721"/>
                  <a:pt x="37889" y="56926"/>
                </a:cubicBezTo>
                <a:cubicBezTo>
                  <a:pt x="30311" y="47818"/>
                  <a:pt x="21976" y="38710"/>
                  <a:pt x="14398" y="30361"/>
                </a:cubicBezTo>
                <a:cubicBezTo>
                  <a:pt x="11366" y="26566"/>
                  <a:pt x="8336" y="23529"/>
                  <a:pt x="4547" y="20494"/>
                </a:cubicBezTo>
                <a:cubicBezTo>
                  <a:pt x="758" y="16698"/>
                  <a:pt x="0" y="12903"/>
                  <a:pt x="0" y="7590"/>
                </a:cubicBezTo>
                <a:cubicBezTo>
                  <a:pt x="0" y="6831"/>
                  <a:pt x="0" y="6831"/>
                  <a:pt x="0" y="6072"/>
                </a:cubicBezTo>
                <a:cubicBezTo>
                  <a:pt x="1515" y="759"/>
                  <a:pt x="2273" y="0"/>
                  <a:pt x="6820" y="1518"/>
                </a:cubicBezTo>
                <a:cubicBezTo>
                  <a:pt x="9093" y="3037"/>
                  <a:pt x="11366" y="3795"/>
                  <a:pt x="13640" y="5314"/>
                </a:cubicBezTo>
                <a:cubicBezTo>
                  <a:pt x="15913" y="7590"/>
                  <a:pt x="18186" y="9108"/>
                  <a:pt x="20461" y="11386"/>
                </a:cubicBezTo>
                <a:cubicBezTo>
                  <a:pt x="24249" y="15180"/>
                  <a:pt x="28796" y="18217"/>
                  <a:pt x="33343" y="19735"/>
                </a:cubicBezTo>
                <a:cubicBezTo>
                  <a:pt x="46225" y="25047"/>
                  <a:pt x="56077" y="32638"/>
                  <a:pt x="64412" y="43264"/>
                </a:cubicBezTo>
                <a:cubicBezTo>
                  <a:pt x="74263" y="55408"/>
                  <a:pt x="81084" y="69830"/>
                  <a:pt x="83358" y="86528"/>
                </a:cubicBezTo>
                <a:cubicBezTo>
                  <a:pt x="83358" y="87287"/>
                  <a:pt x="83358" y="88045"/>
                  <a:pt x="83358" y="88805"/>
                </a:cubicBezTo>
                <a:cubicBezTo>
                  <a:pt x="83358" y="88805"/>
                  <a:pt x="83358" y="89563"/>
                  <a:pt x="84115" y="8956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2286000" y="965200"/>
            <a:ext cx="61175" cy="74769"/>
          </a:xfrm>
          <a:custGeom>
            <a:avLst/>
            <a:gdLst/>
            <a:ahLst/>
            <a:cxnLst/>
            <a:rect l="l" t="t" r="r" b="b"/>
            <a:pathLst>
              <a:path w="61175" h="74769">
                <a:moveTo>
                  <a:pt x="0" y="13594"/>
                </a:moveTo>
                <a:cubicBezTo>
                  <a:pt x="756" y="11328"/>
                  <a:pt x="756" y="9063"/>
                  <a:pt x="756" y="6797"/>
                </a:cubicBezTo>
                <a:cubicBezTo>
                  <a:pt x="1510" y="3021"/>
                  <a:pt x="3776" y="756"/>
                  <a:pt x="8307" y="756"/>
                </a:cubicBezTo>
                <a:cubicBezTo>
                  <a:pt x="18881" y="0"/>
                  <a:pt x="29454" y="1510"/>
                  <a:pt x="37762" y="9063"/>
                </a:cubicBezTo>
                <a:cubicBezTo>
                  <a:pt x="46825" y="15860"/>
                  <a:pt x="52866" y="24168"/>
                  <a:pt x="58908" y="33231"/>
                </a:cubicBezTo>
                <a:cubicBezTo>
                  <a:pt x="59663" y="34741"/>
                  <a:pt x="60419" y="37007"/>
                  <a:pt x="60419" y="38518"/>
                </a:cubicBezTo>
                <a:cubicBezTo>
                  <a:pt x="61175" y="46069"/>
                  <a:pt x="60419" y="52868"/>
                  <a:pt x="58153" y="59665"/>
                </a:cubicBezTo>
                <a:cubicBezTo>
                  <a:pt x="55888" y="67216"/>
                  <a:pt x="43048" y="74769"/>
                  <a:pt x="32475" y="69482"/>
                </a:cubicBezTo>
                <a:cubicBezTo>
                  <a:pt x="28699" y="67216"/>
                  <a:pt x="24922" y="64950"/>
                  <a:pt x="22657" y="61175"/>
                </a:cubicBezTo>
                <a:cubicBezTo>
                  <a:pt x="18125" y="55888"/>
                  <a:pt x="13594" y="50601"/>
                  <a:pt x="9063" y="45315"/>
                </a:cubicBezTo>
                <a:cubicBezTo>
                  <a:pt x="3021" y="37007"/>
                  <a:pt x="1510" y="27944"/>
                  <a:pt x="756" y="18125"/>
                </a:cubicBezTo>
                <a:cubicBezTo>
                  <a:pt x="756" y="16615"/>
                  <a:pt x="756" y="15105"/>
                  <a:pt x="756" y="13594"/>
                </a:cubicBezTo>
                <a:cubicBezTo>
                  <a:pt x="756" y="13594"/>
                  <a:pt x="756" y="13594"/>
                  <a:pt x="0" y="1359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2679700" y="939800"/>
            <a:ext cx="65423" cy="75620"/>
          </a:xfrm>
          <a:custGeom>
            <a:avLst/>
            <a:gdLst/>
            <a:ahLst/>
            <a:cxnLst/>
            <a:rect l="l" t="t" r="r" b="b"/>
            <a:pathLst>
              <a:path w="65423" h="75620">
                <a:moveTo>
                  <a:pt x="28575" y="75620"/>
                </a:moveTo>
                <a:cubicBezTo>
                  <a:pt x="25568" y="74863"/>
                  <a:pt x="23312" y="74863"/>
                  <a:pt x="20303" y="74107"/>
                </a:cubicBezTo>
                <a:cubicBezTo>
                  <a:pt x="18048" y="73350"/>
                  <a:pt x="16544" y="71082"/>
                  <a:pt x="16544" y="68814"/>
                </a:cubicBezTo>
                <a:cubicBezTo>
                  <a:pt x="17296" y="61251"/>
                  <a:pt x="15039" y="55202"/>
                  <a:pt x="12784" y="49153"/>
                </a:cubicBezTo>
                <a:cubicBezTo>
                  <a:pt x="8272" y="37054"/>
                  <a:pt x="3007" y="24954"/>
                  <a:pt x="752" y="12099"/>
                </a:cubicBezTo>
                <a:cubicBezTo>
                  <a:pt x="0" y="9074"/>
                  <a:pt x="0" y="6049"/>
                  <a:pt x="0" y="3025"/>
                </a:cubicBezTo>
                <a:cubicBezTo>
                  <a:pt x="0" y="1513"/>
                  <a:pt x="1504" y="0"/>
                  <a:pt x="3007" y="0"/>
                </a:cubicBezTo>
                <a:cubicBezTo>
                  <a:pt x="5264" y="0"/>
                  <a:pt x="7520" y="0"/>
                  <a:pt x="9023" y="0"/>
                </a:cubicBezTo>
                <a:cubicBezTo>
                  <a:pt x="11280" y="756"/>
                  <a:pt x="13536" y="1513"/>
                  <a:pt x="15039" y="3025"/>
                </a:cubicBezTo>
                <a:cubicBezTo>
                  <a:pt x="18048" y="5293"/>
                  <a:pt x="21055" y="6806"/>
                  <a:pt x="23312" y="9074"/>
                </a:cubicBezTo>
                <a:cubicBezTo>
                  <a:pt x="31584" y="16636"/>
                  <a:pt x="40607" y="23442"/>
                  <a:pt x="48880" y="31003"/>
                </a:cubicBezTo>
                <a:cubicBezTo>
                  <a:pt x="52639" y="34028"/>
                  <a:pt x="55648" y="38566"/>
                  <a:pt x="58655" y="42347"/>
                </a:cubicBezTo>
                <a:cubicBezTo>
                  <a:pt x="65423" y="52177"/>
                  <a:pt x="63919" y="58983"/>
                  <a:pt x="54896" y="65789"/>
                </a:cubicBezTo>
                <a:cubicBezTo>
                  <a:pt x="48127" y="71838"/>
                  <a:pt x="37600" y="75620"/>
                  <a:pt x="28575" y="756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2870200" y="838200"/>
            <a:ext cx="33986" cy="65423"/>
          </a:xfrm>
          <a:custGeom>
            <a:avLst/>
            <a:gdLst/>
            <a:ahLst/>
            <a:cxnLst/>
            <a:rect l="l" t="t" r="r" b="b"/>
            <a:pathLst>
              <a:path w="33986" h="65423">
                <a:moveTo>
                  <a:pt x="4634" y="42864"/>
                </a:moveTo>
                <a:cubicBezTo>
                  <a:pt x="5406" y="29328"/>
                  <a:pt x="3862" y="17296"/>
                  <a:pt x="1544" y="6016"/>
                </a:cubicBezTo>
                <a:cubicBezTo>
                  <a:pt x="772" y="4512"/>
                  <a:pt x="0" y="2256"/>
                  <a:pt x="2318" y="1504"/>
                </a:cubicBezTo>
                <a:cubicBezTo>
                  <a:pt x="3862" y="0"/>
                  <a:pt x="5406" y="0"/>
                  <a:pt x="7724" y="1504"/>
                </a:cubicBezTo>
                <a:cubicBezTo>
                  <a:pt x="9268" y="2256"/>
                  <a:pt x="10814" y="3007"/>
                  <a:pt x="11586" y="4512"/>
                </a:cubicBezTo>
                <a:cubicBezTo>
                  <a:pt x="15448" y="8272"/>
                  <a:pt x="19310" y="12784"/>
                  <a:pt x="22400" y="16544"/>
                </a:cubicBezTo>
                <a:cubicBezTo>
                  <a:pt x="25489" y="20303"/>
                  <a:pt x="27807" y="24064"/>
                  <a:pt x="30124" y="27071"/>
                </a:cubicBezTo>
                <a:cubicBezTo>
                  <a:pt x="32441" y="30832"/>
                  <a:pt x="33986" y="34591"/>
                  <a:pt x="33213" y="39103"/>
                </a:cubicBezTo>
                <a:cubicBezTo>
                  <a:pt x="32441" y="44367"/>
                  <a:pt x="31669" y="50383"/>
                  <a:pt x="29351" y="55648"/>
                </a:cubicBezTo>
                <a:cubicBezTo>
                  <a:pt x="25489" y="62415"/>
                  <a:pt x="20855" y="65423"/>
                  <a:pt x="12358" y="65423"/>
                </a:cubicBezTo>
                <a:cubicBezTo>
                  <a:pt x="9268" y="65423"/>
                  <a:pt x="7724" y="63919"/>
                  <a:pt x="6180" y="60910"/>
                </a:cubicBezTo>
                <a:cubicBezTo>
                  <a:pt x="4634" y="57151"/>
                  <a:pt x="4634" y="53391"/>
                  <a:pt x="4634" y="48880"/>
                </a:cubicBezTo>
                <a:cubicBezTo>
                  <a:pt x="4634" y="46623"/>
                  <a:pt x="4634" y="44367"/>
                  <a:pt x="4634" y="428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876300" y="609600"/>
            <a:ext cx="664422" cy="662874"/>
          </a:xfrm>
          <a:custGeom>
            <a:avLst/>
            <a:gdLst/>
            <a:ahLst/>
            <a:cxnLst/>
            <a:rect l="l" t="t" r="r" b="b"/>
            <a:pathLst>
              <a:path w="664422" h="662874">
                <a:moveTo>
                  <a:pt x="0" y="320079"/>
                </a:moveTo>
                <a:cubicBezTo>
                  <a:pt x="0" y="317326"/>
                  <a:pt x="688" y="314573"/>
                  <a:pt x="688" y="311819"/>
                </a:cubicBezTo>
                <a:cubicBezTo>
                  <a:pt x="2065" y="295987"/>
                  <a:pt x="4131" y="280156"/>
                  <a:pt x="6885" y="264324"/>
                </a:cubicBezTo>
                <a:cubicBezTo>
                  <a:pt x="13082" y="236790"/>
                  <a:pt x="22033" y="210633"/>
                  <a:pt x="34426" y="185165"/>
                </a:cubicBezTo>
                <a:cubicBezTo>
                  <a:pt x="61279" y="130785"/>
                  <a:pt x="100524" y="87419"/>
                  <a:pt x="151474" y="53691"/>
                </a:cubicBezTo>
                <a:cubicBezTo>
                  <a:pt x="182458" y="33040"/>
                  <a:pt x="216884" y="18585"/>
                  <a:pt x="253375" y="9637"/>
                </a:cubicBezTo>
                <a:cubicBezTo>
                  <a:pt x="274030" y="4130"/>
                  <a:pt x="295375" y="1377"/>
                  <a:pt x="316031" y="688"/>
                </a:cubicBezTo>
                <a:cubicBezTo>
                  <a:pt x="317407" y="688"/>
                  <a:pt x="318785" y="0"/>
                  <a:pt x="320162" y="0"/>
                </a:cubicBezTo>
                <a:cubicBezTo>
                  <a:pt x="327736" y="0"/>
                  <a:pt x="335309" y="0"/>
                  <a:pt x="342883" y="0"/>
                </a:cubicBezTo>
                <a:cubicBezTo>
                  <a:pt x="344260" y="0"/>
                  <a:pt x="344949" y="688"/>
                  <a:pt x="346325" y="688"/>
                </a:cubicBezTo>
                <a:cubicBezTo>
                  <a:pt x="407604" y="3442"/>
                  <a:pt x="463373" y="21339"/>
                  <a:pt x="513636" y="55067"/>
                </a:cubicBezTo>
                <a:cubicBezTo>
                  <a:pt x="579045" y="98433"/>
                  <a:pt x="623800" y="157630"/>
                  <a:pt x="647898" y="232660"/>
                </a:cubicBezTo>
                <a:cubicBezTo>
                  <a:pt x="655471" y="256752"/>
                  <a:pt x="660291" y="282221"/>
                  <a:pt x="662357" y="307689"/>
                </a:cubicBezTo>
                <a:cubicBezTo>
                  <a:pt x="664422" y="346236"/>
                  <a:pt x="660979" y="384095"/>
                  <a:pt x="650651" y="421265"/>
                </a:cubicBezTo>
                <a:cubicBezTo>
                  <a:pt x="638259" y="463942"/>
                  <a:pt x="617602" y="503179"/>
                  <a:pt x="590062" y="538284"/>
                </a:cubicBezTo>
                <a:cubicBezTo>
                  <a:pt x="563898" y="570636"/>
                  <a:pt x="532915" y="596793"/>
                  <a:pt x="497111" y="617444"/>
                </a:cubicBezTo>
                <a:cubicBezTo>
                  <a:pt x="467505" y="635340"/>
                  <a:pt x="435834" y="647042"/>
                  <a:pt x="402096" y="654614"/>
                </a:cubicBezTo>
                <a:cubicBezTo>
                  <a:pt x="383506" y="658744"/>
                  <a:pt x="364915" y="660809"/>
                  <a:pt x="345637" y="662186"/>
                </a:cubicBezTo>
                <a:cubicBezTo>
                  <a:pt x="344260" y="662186"/>
                  <a:pt x="342883" y="662186"/>
                  <a:pt x="342195" y="662874"/>
                </a:cubicBezTo>
                <a:cubicBezTo>
                  <a:pt x="335309" y="662874"/>
                  <a:pt x="327736" y="662874"/>
                  <a:pt x="320850" y="662874"/>
                </a:cubicBezTo>
                <a:cubicBezTo>
                  <a:pt x="316719" y="662186"/>
                  <a:pt x="313277" y="661497"/>
                  <a:pt x="309146" y="661497"/>
                </a:cubicBezTo>
                <a:cubicBezTo>
                  <a:pt x="281605" y="659432"/>
                  <a:pt x="254753" y="654614"/>
                  <a:pt x="228589" y="645665"/>
                </a:cubicBezTo>
                <a:cubicBezTo>
                  <a:pt x="141835" y="616067"/>
                  <a:pt x="77114" y="560311"/>
                  <a:pt x="35114" y="478398"/>
                </a:cubicBezTo>
                <a:cubicBezTo>
                  <a:pt x="20655" y="450176"/>
                  <a:pt x="11016" y="419889"/>
                  <a:pt x="5508" y="388225"/>
                </a:cubicBezTo>
                <a:cubicBezTo>
                  <a:pt x="2755" y="375835"/>
                  <a:pt x="1377" y="363445"/>
                  <a:pt x="688" y="351055"/>
                </a:cubicBezTo>
                <a:cubicBezTo>
                  <a:pt x="688" y="348301"/>
                  <a:pt x="0" y="344860"/>
                  <a:pt x="0" y="342106"/>
                </a:cubicBezTo>
                <a:cubicBezTo>
                  <a:pt x="0" y="334535"/>
                  <a:pt x="0" y="326963"/>
                  <a:pt x="0" y="320079"/>
                </a:cubicBezTo>
                <a:close/>
                <a:moveTo>
                  <a:pt x="331178" y="651172"/>
                </a:moveTo>
                <a:cubicBezTo>
                  <a:pt x="508128" y="651172"/>
                  <a:pt x="651340" y="506621"/>
                  <a:pt x="651340" y="331093"/>
                </a:cubicBezTo>
                <a:cubicBezTo>
                  <a:pt x="652028" y="156942"/>
                  <a:pt x="509505" y="11702"/>
                  <a:pt x="331866" y="11702"/>
                </a:cubicBezTo>
                <a:cubicBezTo>
                  <a:pt x="155605" y="11013"/>
                  <a:pt x="11704" y="154876"/>
                  <a:pt x="11704" y="330404"/>
                </a:cubicBezTo>
                <a:cubicBezTo>
                  <a:pt x="11016" y="506621"/>
                  <a:pt x="154917" y="650484"/>
                  <a:pt x="331178" y="651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965200" y="698500"/>
            <a:ext cx="490184" cy="489412"/>
          </a:xfrm>
          <a:custGeom>
            <a:avLst/>
            <a:gdLst/>
            <a:ahLst/>
            <a:cxnLst/>
            <a:rect l="l" t="t" r="r" b="b"/>
            <a:pathLst>
              <a:path w="490184" h="489412">
                <a:moveTo>
                  <a:pt x="490184" y="245050"/>
                </a:moveTo>
                <a:cubicBezTo>
                  <a:pt x="490184" y="379965"/>
                  <a:pt x="379876" y="489412"/>
                  <a:pt x="244748" y="489412"/>
                </a:cubicBezTo>
                <a:cubicBezTo>
                  <a:pt x="109620" y="489412"/>
                  <a:pt x="690" y="379277"/>
                  <a:pt x="0" y="245739"/>
                </a:cubicBezTo>
                <a:cubicBezTo>
                  <a:pt x="0" y="111511"/>
                  <a:pt x="108930" y="1377"/>
                  <a:pt x="244058" y="688"/>
                </a:cubicBezTo>
                <a:cubicBezTo>
                  <a:pt x="379876" y="0"/>
                  <a:pt x="490184" y="109446"/>
                  <a:pt x="490184" y="245050"/>
                </a:cubicBezTo>
                <a:close/>
                <a:moveTo>
                  <a:pt x="244748" y="481841"/>
                </a:moveTo>
                <a:cubicBezTo>
                  <a:pt x="375740" y="482529"/>
                  <a:pt x="482601" y="375835"/>
                  <a:pt x="482601" y="245050"/>
                </a:cubicBezTo>
                <a:cubicBezTo>
                  <a:pt x="482601" y="114264"/>
                  <a:pt x="375740" y="8260"/>
                  <a:pt x="244748" y="8260"/>
                </a:cubicBezTo>
                <a:cubicBezTo>
                  <a:pt x="114446" y="8260"/>
                  <a:pt x="7583" y="114264"/>
                  <a:pt x="7583" y="245050"/>
                </a:cubicBezTo>
                <a:cubicBezTo>
                  <a:pt x="7583" y="375147"/>
                  <a:pt x="114446" y="481841"/>
                  <a:pt x="244748" y="48184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409700" y="749300"/>
            <a:ext cx="54207" cy="65048"/>
          </a:xfrm>
          <a:custGeom>
            <a:avLst/>
            <a:gdLst/>
            <a:ahLst/>
            <a:cxnLst/>
            <a:rect l="l" t="t" r="r" b="b"/>
            <a:pathLst>
              <a:path w="54207" h="65048">
                <a:moveTo>
                  <a:pt x="25389" y="28372"/>
                </a:moveTo>
                <a:cubicBezTo>
                  <a:pt x="21957" y="31833"/>
                  <a:pt x="17840" y="34600"/>
                  <a:pt x="14409" y="38061"/>
                </a:cubicBezTo>
                <a:cubicBezTo>
                  <a:pt x="12351" y="39444"/>
                  <a:pt x="12351" y="41520"/>
                  <a:pt x="13037" y="42904"/>
                </a:cubicBezTo>
                <a:cubicBezTo>
                  <a:pt x="13724" y="44287"/>
                  <a:pt x="13724" y="44980"/>
                  <a:pt x="13724" y="45672"/>
                </a:cubicBezTo>
                <a:cubicBezTo>
                  <a:pt x="11665" y="44980"/>
                  <a:pt x="2059" y="32523"/>
                  <a:pt x="0" y="27680"/>
                </a:cubicBezTo>
                <a:cubicBezTo>
                  <a:pt x="1373" y="28372"/>
                  <a:pt x="1373" y="28372"/>
                  <a:pt x="2059" y="29064"/>
                </a:cubicBezTo>
                <a:cubicBezTo>
                  <a:pt x="4803" y="30448"/>
                  <a:pt x="6176" y="30448"/>
                  <a:pt x="8233" y="29064"/>
                </a:cubicBezTo>
                <a:cubicBezTo>
                  <a:pt x="16468" y="22144"/>
                  <a:pt x="24702" y="15223"/>
                  <a:pt x="32936" y="8305"/>
                </a:cubicBezTo>
                <a:cubicBezTo>
                  <a:pt x="35681" y="6228"/>
                  <a:pt x="35681" y="4844"/>
                  <a:pt x="34308" y="1384"/>
                </a:cubicBezTo>
                <a:cubicBezTo>
                  <a:pt x="34308" y="692"/>
                  <a:pt x="34308" y="692"/>
                  <a:pt x="34308" y="0"/>
                </a:cubicBezTo>
                <a:cubicBezTo>
                  <a:pt x="34995" y="692"/>
                  <a:pt x="35681" y="692"/>
                  <a:pt x="35681" y="1384"/>
                </a:cubicBezTo>
                <a:cubicBezTo>
                  <a:pt x="39798" y="6920"/>
                  <a:pt x="43914" y="12456"/>
                  <a:pt x="48031" y="17992"/>
                </a:cubicBezTo>
                <a:cubicBezTo>
                  <a:pt x="50090" y="20759"/>
                  <a:pt x="51463" y="24220"/>
                  <a:pt x="52835" y="27680"/>
                </a:cubicBezTo>
                <a:cubicBezTo>
                  <a:pt x="54207" y="31140"/>
                  <a:pt x="54207" y="34600"/>
                  <a:pt x="51463" y="37368"/>
                </a:cubicBezTo>
                <a:cubicBezTo>
                  <a:pt x="48717" y="41520"/>
                  <a:pt x="43914" y="42904"/>
                  <a:pt x="39111" y="40828"/>
                </a:cubicBezTo>
                <a:cubicBezTo>
                  <a:pt x="37739" y="40136"/>
                  <a:pt x="36366" y="39444"/>
                  <a:pt x="34308" y="38752"/>
                </a:cubicBezTo>
                <a:cubicBezTo>
                  <a:pt x="32249" y="47748"/>
                  <a:pt x="28819" y="56051"/>
                  <a:pt x="27446" y="65048"/>
                </a:cubicBezTo>
                <a:cubicBezTo>
                  <a:pt x="27446" y="65048"/>
                  <a:pt x="26760" y="64356"/>
                  <a:pt x="26074" y="63664"/>
                </a:cubicBezTo>
                <a:cubicBezTo>
                  <a:pt x="24702" y="61587"/>
                  <a:pt x="22643" y="58820"/>
                  <a:pt x="21271" y="56744"/>
                </a:cubicBezTo>
                <a:cubicBezTo>
                  <a:pt x="19898" y="55361"/>
                  <a:pt x="19898" y="53976"/>
                  <a:pt x="19898" y="51900"/>
                </a:cubicBezTo>
                <a:cubicBezTo>
                  <a:pt x="22643" y="45672"/>
                  <a:pt x="24702" y="38752"/>
                  <a:pt x="26074" y="32523"/>
                </a:cubicBezTo>
                <a:cubicBezTo>
                  <a:pt x="26760" y="31140"/>
                  <a:pt x="27446" y="29756"/>
                  <a:pt x="25389" y="28372"/>
                </a:cubicBezTo>
                <a:close/>
                <a:moveTo>
                  <a:pt x="27446" y="26988"/>
                </a:moveTo>
                <a:cubicBezTo>
                  <a:pt x="28819" y="28372"/>
                  <a:pt x="29505" y="29756"/>
                  <a:pt x="30878" y="31140"/>
                </a:cubicBezTo>
                <a:cubicBezTo>
                  <a:pt x="34308" y="34600"/>
                  <a:pt x="37739" y="34600"/>
                  <a:pt x="41857" y="31140"/>
                </a:cubicBezTo>
                <a:cubicBezTo>
                  <a:pt x="43228" y="31140"/>
                  <a:pt x="43914" y="30448"/>
                  <a:pt x="44601" y="29756"/>
                </a:cubicBezTo>
                <a:cubicBezTo>
                  <a:pt x="48717" y="25604"/>
                  <a:pt x="48717" y="21452"/>
                  <a:pt x="44601" y="16608"/>
                </a:cubicBezTo>
                <a:cubicBezTo>
                  <a:pt x="43228" y="15223"/>
                  <a:pt x="42542" y="14533"/>
                  <a:pt x="40484" y="16608"/>
                </a:cubicBezTo>
                <a:cubicBezTo>
                  <a:pt x="37054" y="18684"/>
                  <a:pt x="34308" y="21452"/>
                  <a:pt x="30878" y="24220"/>
                </a:cubicBezTo>
                <a:cubicBezTo>
                  <a:pt x="30192" y="24912"/>
                  <a:pt x="28819" y="26297"/>
                  <a:pt x="27446" y="269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914400" y="876300"/>
            <a:ext cx="51885" cy="55756"/>
          </a:xfrm>
          <a:custGeom>
            <a:avLst/>
            <a:gdLst/>
            <a:ahLst/>
            <a:cxnLst/>
            <a:rect l="l" t="t" r="r" b="b"/>
            <a:pathLst>
              <a:path w="51885" h="55756">
                <a:moveTo>
                  <a:pt x="0" y="47393"/>
                </a:moveTo>
                <a:cubicBezTo>
                  <a:pt x="1365" y="39726"/>
                  <a:pt x="2730" y="32757"/>
                  <a:pt x="3414" y="25090"/>
                </a:cubicBezTo>
                <a:cubicBezTo>
                  <a:pt x="4096" y="25090"/>
                  <a:pt x="4096" y="25090"/>
                  <a:pt x="4779" y="25090"/>
                </a:cubicBezTo>
                <a:cubicBezTo>
                  <a:pt x="4779" y="25787"/>
                  <a:pt x="4779" y="26485"/>
                  <a:pt x="4779" y="27181"/>
                </a:cubicBezTo>
                <a:cubicBezTo>
                  <a:pt x="5461" y="29969"/>
                  <a:pt x="6144" y="31363"/>
                  <a:pt x="8875" y="32060"/>
                </a:cubicBezTo>
                <a:cubicBezTo>
                  <a:pt x="13654" y="33453"/>
                  <a:pt x="18433" y="34150"/>
                  <a:pt x="23894" y="34848"/>
                </a:cubicBezTo>
                <a:cubicBezTo>
                  <a:pt x="23212" y="34150"/>
                  <a:pt x="23212" y="33453"/>
                  <a:pt x="22529" y="32757"/>
                </a:cubicBezTo>
                <a:cubicBezTo>
                  <a:pt x="19115" y="27181"/>
                  <a:pt x="15702" y="22302"/>
                  <a:pt x="12289" y="16727"/>
                </a:cubicBezTo>
                <a:cubicBezTo>
                  <a:pt x="12289" y="16727"/>
                  <a:pt x="11605" y="16030"/>
                  <a:pt x="11605" y="15333"/>
                </a:cubicBezTo>
                <a:cubicBezTo>
                  <a:pt x="9558" y="13242"/>
                  <a:pt x="8193" y="13940"/>
                  <a:pt x="6826" y="16030"/>
                </a:cubicBezTo>
                <a:cubicBezTo>
                  <a:pt x="6826" y="17423"/>
                  <a:pt x="6144" y="18120"/>
                  <a:pt x="5461" y="20212"/>
                </a:cubicBezTo>
                <a:cubicBezTo>
                  <a:pt x="4779" y="16727"/>
                  <a:pt x="6826" y="2788"/>
                  <a:pt x="8193" y="0"/>
                </a:cubicBezTo>
                <a:cubicBezTo>
                  <a:pt x="8875" y="0"/>
                  <a:pt x="8875" y="697"/>
                  <a:pt x="8875" y="697"/>
                </a:cubicBezTo>
                <a:cubicBezTo>
                  <a:pt x="8875" y="5575"/>
                  <a:pt x="10923" y="9757"/>
                  <a:pt x="12971" y="13242"/>
                </a:cubicBezTo>
                <a:cubicBezTo>
                  <a:pt x="15019" y="17423"/>
                  <a:pt x="17750" y="20908"/>
                  <a:pt x="19798" y="24393"/>
                </a:cubicBezTo>
                <a:cubicBezTo>
                  <a:pt x="21163" y="24393"/>
                  <a:pt x="21845" y="23697"/>
                  <a:pt x="22529" y="23697"/>
                </a:cubicBezTo>
                <a:cubicBezTo>
                  <a:pt x="30721" y="18818"/>
                  <a:pt x="38913" y="13940"/>
                  <a:pt x="47106" y="9060"/>
                </a:cubicBezTo>
                <a:cubicBezTo>
                  <a:pt x="48471" y="8363"/>
                  <a:pt x="49836" y="6970"/>
                  <a:pt x="51201" y="5575"/>
                </a:cubicBezTo>
                <a:cubicBezTo>
                  <a:pt x="51885" y="8363"/>
                  <a:pt x="50518" y="10455"/>
                  <a:pt x="50518" y="12545"/>
                </a:cubicBezTo>
                <a:cubicBezTo>
                  <a:pt x="49836" y="15333"/>
                  <a:pt x="49836" y="18120"/>
                  <a:pt x="49153" y="20908"/>
                </a:cubicBezTo>
                <a:cubicBezTo>
                  <a:pt x="48471" y="23000"/>
                  <a:pt x="48471" y="25787"/>
                  <a:pt x="47788" y="27878"/>
                </a:cubicBezTo>
                <a:cubicBezTo>
                  <a:pt x="47106" y="27878"/>
                  <a:pt x="47106" y="27878"/>
                  <a:pt x="47106" y="27878"/>
                </a:cubicBezTo>
                <a:cubicBezTo>
                  <a:pt x="46422" y="26485"/>
                  <a:pt x="46422" y="24393"/>
                  <a:pt x="46422" y="22302"/>
                </a:cubicBezTo>
                <a:cubicBezTo>
                  <a:pt x="45057" y="22302"/>
                  <a:pt x="44375" y="23000"/>
                  <a:pt x="43692" y="23000"/>
                </a:cubicBezTo>
                <a:cubicBezTo>
                  <a:pt x="37548" y="26485"/>
                  <a:pt x="32087" y="29969"/>
                  <a:pt x="26624" y="33453"/>
                </a:cubicBezTo>
                <a:cubicBezTo>
                  <a:pt x="26624" y="34848"/>
                  <a:pt x="27308" y="35545"/>
                  <a:pt x="28673" y="35545"/>
                </a:cubicBezTo>
                <a:cubicBezTo>
                  <a:pt x="32769" y="36938"/>
                  <a:pt x="36866" y="37635"/>
                  <a:pt x="40961" y="38332"/>
                </a:cubicBezTo>
                <a:cubicBezTo>
                  <a:pt x="43009" y="38332"/>
                  <a:pt x="43692" y="37635"/>
                  <a:pt x="45057" y="35545"/>
                </a:cubicBezTo>
                <a:cubicBezTo>
                  <a:pt x="45057" y="34848"/>
                  <a:pt x="45740" y="34150"/>
                  <a:pt x="46422" y="33453"/>
                </a:cubicBezTo>
                <a:cubicBezTo>
                  <a:pt x="45740" y="40423"/>
                  <a:pt x="44375" y="48090"/>
                  <a:pt x="43009" y="55756"/>
                </a:cubicBezTo>
                <a:cubicBezTo>
                  <a:pt x="43009" y="55756"/>
                  <a:pt x="43009" y="55756"/>
                  <a:pt x="42327" y="55756"/>
                </a:cubicBezTo>
                <a:cubicBezTo>
                  <a:pt x="42327" y="55060"/>
                  <a:pt x="42327" y="54362"/>
                  <a:pt x="42327" y="53665"/>
                </a:cubicBezTo>
                <a:cubicBezTo>
                  <a:pt x="41643" y="50180"/>
                  <a:pt x="40961" y="49483"/>
                  <a:pt x="37548" y="48787"/>
                </a:cubicBezTo>
                <a:cubicBezTo>
                  <a:pt x="27308" y="46695"/>
                  <a:pt x="17750" y="44605"/>
                  <a:pt x="7510" y="43210"/>
                </a:cubicBezTo>
                <a:cubicBezTo>
                  <a:pt x="4096" y="42515"/>
                  <a:pt x="3414" y="43210"/>
                  <a:pt x="2049" y="45998"/>
                </a:cubicBezTo>
                <a:cubicBezTo>
                  <a:pt x="1365" y="46695"/>
                  <a:pt x="1365" y="47393"/>
                  <a:pt x="683" y="47393"/>
                </a:cubicBezTo>
                <a:cubicBezTo>
                  <a:pt x="683" y="47393"/>
                  <a:pt x="683" y="47393"/>
                  <a:pt x="0" y="473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358900" y="698500"/>
            <a:ext cx="56530" cy="60402"/>
          </a:xfrm>
          <a:custGeom>
            <a:avLst/>
            <a:gdLst/>
            <a:ahLst/>
            <a:cxnLst/>
            <a:rect l="l" t="t" r="r" b="b"/>
            <a:pathLst>
              <a:path w="56530" h="60402">
                <a:moveTo>
                  <a:pt x="42052" y="25688"/>
                </a:moveTo>
                <a:cubicBezTo>
                  <a:pt x="41364" y="28466"/>
                  <a:pt x="31712" y="43045"/>
                  <a:pt x="28955" y="45128"/>
                </a:cubicBezTo>
                <a:cubicBezTo>
                  <a:pt x="29644" y="43045"/>
                  <a:pt x="29644" y="41656"/>
                  <a:pt x="30333" y="40963"/>
                </a:cubicBezTo>
                <a:cubicBezTo>
                  <a:pt x="31712" y="36102"/>
                  <a:pt x="30333" y="31937"/>
                  <a:pt x="25508" y="29159"/>
                </a:cubicBezTo>
                <a:cubicBezTo>
                  <a:pt x="25508" y="29159"/>
                  <a:pt x="24818" y="29854"/>
                  <a:pt x="24818" y="30549"/>
                </a:cubicBezTo>
                <a:cubicBezTo>
                  <a:pt x="22060" y="34714"/>
                  <a:pt x="19303" y="38185"/>
                  <a:pt x="16546" y="42351"/>
                </a:cubicBezTo>
                <a:cubicBezTo>
                  <a:pt x="15166" y="44433"/>
                  <a:pt x="15166" y="45822"/>
                  <a:pt x="17235" y="47211"/>
                </a:cubicBezTo>
                <a:cubicBezTo>
                  <a:pt x="22750" y="52765"/>
                  <a:pt x="28955" y="55542"/>
                  <a:pt x="37228" y="51377"/>
                </a:cubicBezTo>
                <a:cubicBezTo>
                  <a:pt x="38605" y="50682"/>
                  <a:pt x="38605" y="50682"/>
                  <a:pt x="40674" y="50682"/>
                </a:cubicBezTo>
                <a:cubicBezTo>
                  <a:pt x="39295" y="52765"/>
                  <a:pt x="34469" y="58320"/>
                  <a:pt x="31022" y="60402"/>
                </a:cubicBezTo>
                <a:cubicBezTo>
                  <a:pt x="24818" y="56930"/>
                  <a:pt x="1379" y="38880"/>
                  <a:pt x="0" y="36102"/>
                </a:cubicBezTo>
                <a:cubicBezTo>
                  <a:pt x="1379" y="36797"/>
                  <a:pt x="2068" y="36797"/>
                  <a:pt x="2757" y="37490"/>
                </a:cubicBezTo>
                <a:cubicBezTo>
                  <a:pt x="5516" y="38185"/>
                  <a:pt x="6894" y="37490"/>
                  <a:pt x="8273" y="35408"/>
                </a:cubicBezTo>
                <a:cubicBezTo>
                  <a:pt x="14477" y="26383"/>
                  <a:pt x="20682" y="17357"/>
                  <a:pt x="26886" y="8331"/>
                </a:cubicBezTo>
                <a:cubicBezTo>
                  <a:pt x="28955" y="5554"/>
                  <a:pt x="28265" y="4166"/>
                  <a:pt x="26886" y="2083"/>
                </a:cubicBezTo>
                <a:cubicBezTo>
                  <a:pt x="26196" y="1388"/>
                  <a:pt x="26196" y="695"/>
                  <a:pt x="25508" y="0"/>
                </a:cubicBezTo>
                <a:cubicBezTo>
                  <a:pt x="27576" y="695"/>
                  <a:pt x="52394" y="18745"/>
                  <a:pt x="56530" y="22911"/>
                </a:cubicBezTo>
                <a:cubicBezTo>
                  <a:pt x="54461" y="26383"/>
                  <a:pt x="50325" y="31937"/>
                  <a:pt x="48257" y="33325"/>
                </a:cubicBezTo>
                <a:cubicBezTo>
                  <a:pt x="48257" y="32631"/>
                  <a:pt x="48257" y="31937"/>
                  <a:pt x="48257" y="31937"/>
                </a:cubicBezTo>
                <a:cubicBezTo>
                  <a:pt x="51015" y="24994"/>
                  <a:pt x="49637" y="20828"/>
                  <a:pt x="44811" y="16662"/>
                </a:cubicBezTo>
                <a:cubicBezTo>
                  <a:pt x="43431" y="15274"/>
                  <a:pt x="42052" y="13885"/>
                  <a:pt x="39985" y="13191"/>
                </a:cubicBezTo>
                <a:cubicBezTo>
                  <a:pt x="38605" y="11802"/>
                  <a:pt x="37228" y="12497"/>
                  <a:pt x="36538" y="13885"/>
                </a:cubicBezTo>
                <a:cubicBezTo>
                  <a:pt x="33781" y="17357"/>
                  <a:pt x="31022" y="20828"/>
                  <a:pt x="28265" y="24994"/>
                </a:cubicBezTo>
                <a:cubicBezTo>
                  <a:pt x="28265" y="25688"/>
                  <a:pt x="27576" y="26383"/>
                  <a:pt x="27576" y="27076"/>
                </a:cubicBezTo>
                <a:cubicBezTo>
                  <a:pt x="29644" y="29159"/>
                  <a:pt x="31712" y="30549"/>
                  <a:pt x="35159" y="29854"/>
                </a:cubicBezTo>
                <a:cubicBezTo>
                  <a:pt x="37228" y="29159"/>
                  <a:pt x="39985" y="27076"/>
                  <a:pt x="42052" y="256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914400" y="952500"/>
            <a:ext cx="48786" cy="46463"/>
          </a:xfrm>
          <a:custGeom>
            <a:avLst/>
            <a:gdLst/>
            <a:ahLst/>
            <a:cxnLst/>
            <a:rect l="l" t="t" r="r" b="b"/>
            <a:pathLst>
              <a:path w="48786" h="46463">
                <a:moveTo>
                  <a:pt x="33669" y="13665"/>
                </a:moveTo>
                <a:cubicBezTo>
                  <a:pt x="30234" y="15032"/>
                  <a:pt x="26798" y="16398"/>
                  <a:pt x="25424" y="19815"/>
                </a:cubicBezTo>
                <a:cubicBezTo>
                  <a:pt x="24737" y="21864"/>
                  <a:pt x="24737" y="23915"/>
                  <a:pt x="26111" y="26648"/>
                </a:cubicBezTo>
                <a:cubicBezTo>
                  <a:pt x="27485" y="25965"/>
                  <a:pt x="28859" y="25965"/>
                  <a:pt x="30234" y="25965"/>
                </a:cubicBezTo>
                <a:cubicBezTo>
                  <a:pt x="33669" y="25282"/>
                  <a:pt x="37104" y="24599"/>
                  <a:pt x="41228" y="24599"/>
                </a:cubicBezTo>
                <a:cubicBezTo>
                  <a:pt x="43289" y="23915"/>
                  <a:pt x="43976" y="23232"/>
                  <a:pt x="44663" y="20498"/>
                </a:cubicBezTo>
                <a:cubicBezTo>
                  <a:pt x="44663" y="12299"/>
                  <a:pt x="40541" y="5466"/>
                  <a:pt x="32982" y="2733"/>
                </a:cubicBezTo>
                <a:cubicBezTo>
                  <a:pt x="32295" y="2050"/>
                  <a:pt x="30921" y="2050"/>
                  <a:pt x="30234" y="0"/>
                </a:cubicBezTo>
                <a:cubicBezTo>
                  <a:pt x="35043" y="0"/>
                  <a:pt x="39167" y="683"/>
                  <a:pt x="43289" y="683"/>
                </a:cubicBezTo>
                <a:cubicBezTo>
                  <a:pt x="44663" y="3416"/>
                  <a:pt x="48786" y="36897"/>
                  <a:pt x="48099" y="40314"/>
                </a:cubicBezTo>
                <a:cubicBezTo>
                  <a:pt x="47412" y="38947"/>
                  <a:pt x="47412" y="38264"/>
                  <a:pt x="46725" y="37581"/>
                </a:cubicBezTo>
                <a:cubicBezTo>
                  <a:pt x="46038" y="35531"/>
                  <a:pt x="44663" y="34848"/>
                  <a:pt x="42602" y="34848"/>
                </a:cubicBezTo>
                <a:cubicBezTo>
                  <a:pt x="31608" y="36214"/>
                  <a:pt x="21300" y="37581"/>
                  <a:pt x="10994" y="39630"/>
                </a:cubicBezTo>
                <a:cubicBezTo>
                  <a:pt x="8246" y="39630"/>
                  <a:pt x="6871" y="40997"/>
                  <a:pt x="6184" y="44413"/>
                </a:cubicBezTo>
                <a:cubicBezTo>
                  <a:pt x="6184" y="45096"/>
                  <a:pt x="6184" y="45780"/>
                  <a:pt x="6184" y="46463"/>
                </a:cubicBezTo>
                <a:cubicBezTo>
                  <a:pt x="4809" y="44413"/>
                  <a:pt x="0" y="11615"/>
                  <a:pt x="687" y="7516"/>
                </a:cubicBezTo>
                <a:cubicBezTo>
                  <a:pt x="4809" y="6833"/>
                  <a:pt x="8246" y="6149"/>
                  <a:pt x="12369" y="6149"/>
                </a:cubicBezTo>
                <a:cubicBezTo>
                  <a:pt x="12369" y="6149"/>
                  <a:pt x="13056" y="6149"/>
                  <a:pt x="13056" y="6833"/>
                </a:cubicBezTo>
                <a:cubicBezTo>
                  <a:pt x="12369" y="6833"/>
                  <a:pt x="12369" y="7516"/>
                  <a:pt x="11681" y="7516"/>
                </a:cubicBezTo>
                <a:cubicBezTo>
                  <a:pt x="5497" y="9566"/>
                  <a:pt x="3435" y="14348"/>
                  <a:pt x="4122" y="20498"/>
                </a:cubicBezTo>
                <a:cubicBezTo>
                  <a:pt x="4122" y="21864"/>
                  <a:pt x="4122" y="23915"/>
                  <a:pt x="4809" y="25965"/>
                </a:cubicBezTo>
                <a:cubicBezTo>
                  <a:pt x="4809" y="28698"/>
                  <a:pt x="5497" y="29381"/>
                  <a:pt x="8933" y="28698"/>
                </a:cubicBezTo>
                <a:cubicBezTo>
                  <a:pt x="13743" y="28015"/>
                  <a:pt x="17865" y="27332"/>
                  <a:pt x="22675" y="26648"/>
                </a:cubicBezTo>
                <a:cubicBezTo>
                  <a:pt x="23363" y="23232"/>
                  <a:pt x="22675" y="20498"/>
                  <a:pt x="19926" y="19131"/>
                </a:cubicBezTo>
                <a:cubicBezTo>
                  <a:pt x="17865" y="17765"/>
                  <a:pt x="15117" y="17082"/>
                  <a:pt x="12369" y="16398"/>
                </a:cubicBezTo>
                <a:cubicBezTo>
                  <a:pt x="12369" y="15715"/>
                  <a:pt x="13056" y="15715"/>
                  <a:pt x="13056" y="15032"/>
                </a:cubicBezTo>
                <a:cubicBezTo>
                  <a:pt x="19926" y="14348"/>
                  <a:pt x="26798" y="13665"/>
                  <a:pt x="33669" y="12299"/>
                </a:cubicBezTo>
                <a:cubicBezTo>
                  <a:pt x="33669" y="12982"/>
                  <a:pt x="33669" y="12982"/>
                  <a:pt x="33669" y="1366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155700" y="1193800"/>
            <a:ext cx="34073" cy="48786"/>
          </a:xfrm>
          <a:custGeom>
            <a:avLst/>
            <a:gdLst/>
            <a:ahLst/>
            <a:cxnLst/>
            <a:rect l="l" t="t" r="r" b="b"/>
            <a:pathLst>
              <a:path w="34073" h="48786">
                <a:moveTo>
                  <a:pt x="11585" y="24393"/>
                </a:moveTo>
                <a:cubicBezTo>
                  <a:pt x="10222" y="23000"/>
                  <a:pt x="8178" y="20908"/>
                  <a:pt x="6815" y="18818"/>
                </a:cubicBezTo>
                <a:cubicBezTo>
                  <a:pt x="4770" y="15333"/>
                  <a:pt x="4088" y="11848"/>
                  <a:pt x="5452" y="7667"/>
                </a:cubicBezTo>
                <a:cubicBezTo>
                  <a:pt x="6815" y="4182"/>
                  <a:pt x="9540" y="2090"/>
                  <a:pt x="12948" y="697"/>
                </a:cubicBezTo>
                <a:cubicBezTo>
                  <a:pt x="17718" y="0"/>
                  <a:pt x="22488" y="0"/>
                  <a:pt x="26577" y="2090"/>
                </a:cubicBezTo>
                <a:cubicBezTo>
                  <a:pt x="29303" y="3485"/>
                  <a:pt x="31347" y="5575"/>
                  <a:pt x="32710" y="8363"/>
                </a:cubicBezTo>
                <a:cubicBezTo>
                  <a:pt x="34073" y="12545"/>
                  <a:pt x="32710" y="16727"/>
                  <a:pt x="28621" y="18818"/>
                </a:cubicBezTo>
                <a:cubicBezTo>
                  <a:pt x="26577" y="19515"/>
                  <a:pt x="25215" y="20211"/>
                  <a:pt x="23170" y="20908"/>
                </a:cubicBezTo>
                <a:cubicBezTo>
                  <a:pt x="23851" y="21605"/>
                  <a:pt x="24533" y="22302"/>
                  <a:pt x="25215" y="23000"/>
                </a:cubicBezTo>
                <a:cubicBezTo>
                  <a:pt x="27258" y="25787"/>
                  <a:pt x="29303" y="27878"/>
                  <a:pt x="29985" y="30665"/>
                </a:cubicBezTo>
                <a:cubicBezTo>
                  <a:pt x="32710" y="38332"/>
                  <a:pt x="28621" y="45998"/>
                  <a:pt x="20443" y="48089"/>
                </a:cubicBezTo>
                <a:cubicBezTo>
                  <a:pt x="15673" y="48786"/>
                  <a:pt x="10903" y="48089"/>
                  <a:pt x="6133" y="45301"/>
                </a:cubicBezTo>
                <a:cubicBezTo>
                  <a:pt x="2045" y="43210"/>
                  <a:pt x="0" y="39726"/>
                  <a:pt x="682" y="35543"/>
                </a:cubicBezTo>
                <a:cubicBezTo>
                  <a:pt x="682" y="30665"/>
                  <a:pt x="3407" y="27878"/>
                  <a:pt x="7496" y="26483"/>
                </a:cubicBezTo>
                <a:cubicBezTo>
                  <a:pt x="8860" y="25787"/>
                  <a:pt x="10222" y="25090"/>
                  <a:pt x="11585" y="24393"/>
                </a:cubicBezTo>
                <a:close/>
                <a:moveTo>
                  <a:pt x="13630" y="26483"/>
                </a:moveTo>
                <a:cubicBezTo>
                  <a:pt x="8860" y="30665"/>
                  <a:pt x="6815" y="37635"/>
                  <a:pt x="9540" y="42513"/>
                </a:cubicBezTo>
                <a:cubicBezTo>
                  <a:pt x="10222" y="45301"/>
                  <a:pt x="12266" y="46695"/>
                  <a:pt x="14992" y="46695"/>
                </a:cubicBezTo>
                <a:cubicBezTo>
                  <a:pt x="17718" y="46695"/>
                  <a:pt x="19080" y="44605"/>
                  <a:pt x="20443" y="42513"/>
                </a:cubicBezTo>
                <a:cubicBezTo>
                  <a:pt x="22488" y="36938"/>
                  <a:pt x="19762" y="30665"/>
                  <a:pt x="13630" y="26483"/>
                </a:cubicBezTo>
                <a:close/>
                <a:moveTo>
                  <a:pt x="21125" y="18818"/>
                </a:moveTo>
                <a:cubicBezTo>
                  <a:pt x="25215" y="16030"/>
                  <a:pt x="26577" y="9757"/>
                  <a:pt x="24533" y="5575"/>
                </a:cubicBezTo>
                <a:cubicBezTo>
                  <a:pt x="23851" y="2788"/>
                  <a:pt x="21807" y="2090"/>
                  <a:pt x="19080" y="2090"/>
                </a:cubicBezTo>
                <a:cubicBezTo>
                  <a:pt x="17037" y="2090"/>
                  <a:pt x="15673" y="3485"/>
                  <a:pt x="14310" y="5575"/>
                </a:cubicBezTo>
                <a:cubicBezTo>
                  <a:pt x="13630" y="7667"/>
                  <a:pt x="13630" y="10455"/>
                  <a:pt x="14992" y="12545"/>
                </a:cubicBezTo>
                <a:cubicBezTo>
                  <a:pt x="16355" y="15333"/>
                  <a:pt x="18400" y="17423"/>
                  <a:pt x="21125" y="1881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927100" y="1041400"/>
            <a:ext cx="50335" cy="43365"/>
          </a:xfrm>
          <a:custGeom>
            <a:avLst/>
            <a:gdLst/>
            <a:ahLst/>
            <a:cxnLst/>
            <a:rect l="l" t="t" r="r" b="b"/>
            <a:pathLst>
              <a:path w="50335" h="43365">
                <a:moveTo>
                  <a:pt x="10883" y="43365"/>
                </a:moveTo>
                <a:cubicBezTo>
                  <a:pt x="10203" y="42677"/>
                  <a:pt x="9522" y="41989"/>
                  <a:pt x="9522" y="41300"/>
                </a:cubicBezTo>
                <a:cubicBezTo>
                  <a:pt x="6802" y="35105"/>
                  <a:pt x="4761" y="28910"/>
                  <a:pt x="2041" y="23404"/>
                </a:cubicBezTo>
                <a:cubicBezTo>
                  <a:pt x="681" y="19962"/>
                  <a:pt x="0" y="15832"/>
                  <a:pt x="0" y="12390"/>
                </a:cubicBezTo>
                <a:cubicBezTo>
                  <a:pt x="0" y="7572"/>
                  <a:pt x="1360" y="4130"/>
                  <a:pt x="5442" y="2065"/>
                </a:cubicBezTo>
                <a:cubicBezTo>
                  <a:pt x="9522" y="0"/>
                  <a:pt x="12924" y="688"/>
                  <a:pt x="17005" y="2753"/>
                </a:cubicBezTo>
                <a:cubicBezTo>
                  <a:pt x="19046" y="4130"/>
                  <a:pt x="21086" y="6883"/>
                  <a:pt x="22447" y="8948"/>
                </a:cubicBezTo>
                <a:cubicBezTo>
                  <a:pt x="23807" y="11702"/>
                  <a:pt x="24487" y="15143"/>
                  <a:pt x="25848" y="17897"/>
                </a:cubicBezTo>
                <a:cubicBezTo>
                  <a:pt x="27208" y="17208"/>
                  <a:pt x="27888" y="17208"/>
                  <a:pt x="28569" y="17208"/>
                </a:cubicBezTo>
                <a:cubicBezTo>
                  <a:pt x="31289" y="15832"/>
                  <a:pt x="34690" y="14455"/>
                  <a:pt x="37412" y="13078"/>
                </a:cubicBezTo>
                <a:cubicBezTo>
                  <a:pt x="41492" y="11013"/>
                  <a:pt x="42173" y="10325"/>
                  <a:pt x="41492" y="6195"/>
                </a:cubicBezTo>
                <a:cubicBezTo>
                  <a:pt x="41492" y="5507"/>
                  <a:pt x="41492" y="4818"/>
                  <a:pt x="41492" y="4130"/>
                </a:cubicBezTo>
                <a:cubicBezTo>
                  <a:pt x="43533" y="6195"/>
                  <a:pt x="43533" y="8948"/>
                  <a:pt x="44893" y="11013"/>
                </a:cubicBezTo>
                <a:cubicBezTo>
                  <a:pt x="45574" y="13767"/>
                  <a:pt x="46934" y="15832"/>
                  <a:pt x="47614" y="18585"/>
                </a:cubicBezTo>
                <a:cubicBezTo>
                  <a:pt x="48294" y="20650"/>
                  <a:pt x="50335" y="22715"/>
                  <a:pt x="49654" y="26157"/>
                </a:cubicBezTo>
                <a:cubicBezTo>
                  <a:pt x="48975" y="24780"/>
                  <a:pt x="48294" y="24092"/>
                  <a:pt x="47614" y="23404"/>
                </a:cubicBezTo>
                <a:cubicBezTo>
                  <a:pt x="46253" y="22027"/>
                  <a:pt x="44893" y="21339"/>
                  <a:pt x="43533" y="22027"/>
                </a:cubicBezTo>
                <a:cubicBezTo>
                  <a:pt x="42173" y="22715"/>
                  <a:pt x="40813" y="23404"/>
                  <a:pt x="39451" y="24092"/>
                </a:cubicBezTo>
                <a:cubicBezTo>
                  <a:pt x="31289" y="27534"/>
                  <a:pt x="23127" y="30975"/>
                  <a:pt x="14964" y="34417"/>
                </a:cubicBezTo>
                <a:cubicBezTo>
                  <a:pt x="10883" y="36482"/>
                  <a:pt x="10883" y="37170"/>
                  <a:pt x="10883" y="41989"/>
                </a:cubicBezTo>
                <a:cubicBezTo>
                  <a:pt x="10883" y="42677"/>
                  <a:pt x="10883" y="42677"/>
                  <a:pt x="10883" y="43365"/>
                </a:cubicBezTo>
                <a:close/>
                <a:moveTo>
                  <a:pt x="24487" y="18585"/>
                </a:moveTo>
                <a:cubicBezTo>
                  <a:pt x="23127" y="17208"/>
                  <a:pt x="23127" y="15143"/>
                  <a:pt x="21767" y="13767"/>
                </a:cubicBezTo>
                <a:cubicBezTo>
                  <a:pt x="19726" y="11013"/>
                  <a:pt x="17005" y="9637"/>
                  <a:pt x="14284" y="11013"/>
                </a:cubicBezTo>
                <a:cubicBezTo>
                  <a:pt x="11563" y="11702"/>
                  <a:pt x="8843" y="13078"/>
                  <a:pt x="6802" y="14455"/>
                </a:cubicBezTo>
                <a:cubicBezTo>
                  <a:pt x="3401" y="16520"/>
                  <a:pt x="2720" y="20650"/>
                  <a:pt x="4761" y="24092"/>
                </a:cubicBezTo>
                <a:cubicBezTo>
                  <a:pt x="6121" y="26157"/>
                  <a:pt x="6802" y="26845"/>
                  <a:pt x="8843" y="26157"/>
                </a:cubicBezTo>
                <a:cubicBezTo>
                  <a:pt x="13604" y="23404"/>
                  <a:pt x="19046" y="21339"/>
                  <a:pt x="24487" y="1858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952500" y="736600"/>
            <a:ext cx="59628" cy="65048"/>
          </a:xfrm>
          <a:custGeom>
            <a:avLst/>
            <a:gdLst/>
            <a:ahLst/>
            <a:cxnLst/>
            <a:rect l="l" t="t" r="r" b="b"/>
            <a:pathLst>
              <a:path w="59628" h="65048">
                <a:moveTo>
                  <a:pt x="0" y="34920"/>
                </a:moveTo>
                <a:cubicBezTo>
                  <a:pt x="1370" y="33551"/>
                  <a:pt x="3426" y="31497"/>
                  <a:pt x="4112" y="29442"/>
                </a:cubicBezTo>
                <a:cubicBezTo>
                  <a:pt x="6854" y="25334"/>
                  <a:pt x="10281" y="23965"/>
                  <a:pt x="15079" y="24649"/>
                </a:cubicBezTo>
                <a:cubicBezTo>
                  <a:pt x="23303" y="24649"/>
                  <a:pt x="32212" y="24649"/>
                  <a:pt x="40437" y="24649"/>
                </a:cubicBezTo>
                <a:cubicBezTo>
                  <a:pt x="41808" y="24649"/>
                  <a:pt x="42493" y="24649"/>
                  <a:pt x="43865" y="24649"/>
                </a:cubicBezTo>
                <a:cubicBezTo>
                  <a:pt x="43179" y="23965"/>
                  <a:pt x="43179" y="23280"/>
                  <a:pt x="42493" y="22596"/>
                </a:cubicBezTo>
                <a:cubicBezTo>
                  <a:pt x="38381" y="19172"/>
                  <a:pt x="34268" y="15748"/>
                  <a:pt x="30156" y="12325"/>
                </a:cubicBezTo>
                <a:cubicBezTo>
                  <a:pt x="26044" y="8217"/>
                  <a:pt x="25359" y="8217"/>
                  <a:pt x="20561" y="10955"/>
                </a:cubicBezTo>
                <a:cubicBezTo>
                  <a:pt x="20561" y="11640"/>
                  <a:pt x="20561" y="10955"/>
                  <a:pt x="19876" y="10955"/>
                </a:cubicBezTo>
                <a:cubicBezTo>
                  <a:pt x="20561" y="8901"/>
                  <a:pt x="26044" y="2054"/>
                  <a:pt x="28786" y="0"/>
                </a:cubicBezTo>
                <a:cubicBezTo>
                  <a:pt x="28786" y="1369"/>
                  <a:pt x="28786" y="1369"/>
                  <a:pt x="28786" y="2054"/>
                </a:cubicBezTo>
                <a:cubicBezTo>
                  <a:pt x="27415" y="4793"/>
                  <a:pt x="28100" y="6847"/>
                  <a:pt x="30156" y="8901"/>
                </a:cubicBezTo>
                <a:cubicBezTo>
                  <a:pt x="37010" y="14379"/>
                  <a:pt x="43865" y="20541"/>
                  <a:pt x="50717" y="26020"/>
                </a:cubicBezTo>
                <a:cubicBezTo>
                  <a:pt x="53459" y="28758"/>
                  <a:pt x="56201" y="31497"/>
                  <a:pt x="59628" y="34235"/>
                </a:cubicBezTo>
                <a:cubicBezTo>
                  <a:pt x="58257" y="34920"/>
                  <a:pt x="57572" y="35606"/>
                  <a:pt x="56887" y="35606"/>
                </a:cubicBezTo>
                <a:cubicBezTo>
                  <a:pt x="55516" y="35606"/>
                  <a:pt x="54145" y="35606"/>
                  <a:pt x="52774" y="35606"/>
                </a:cubicBezTo>
                <a:cubicBezTo>
                  <a:pt x="41123" y="35606"/>
                  <a:pt x="28786" y="35606"/>
                  <a:pt x="17135" y="34920"/>
                </a:cubicBezTo>
                <a:cubicBezTo>
                  <a:pt x="15763" y="34920"/>
                  <a:pt x="15079" y="34920"/>
                  <a:pt x="13023" y="34920"/>
                </a:cubicBezTo>
                <a:cubicBezTo>
                  <a:pt x="13707" y="36290"/>
                  <a:pt x="14393" y="36975"/>
                  <a:pt x="15079" y="37659"/>
                </a:cubicBezTo>
                <a:cubicBezTo>
                  <a:pt x="20561" y="42452"/>
                  <a:pt x="26730" y="47245"/>
                  <a:pt x="32212" y="52723"/>
                </a:cubicBezTo>
                <a:cubicBezTo>
                  <a:pt x="34954" y="55462"/>
                  <a:pt x="37696" y="56831"/>
                  <a:pt x="41808" y="53407"/>
                </a:cubicBezTo>
                <a:cubicBezTo>
                  <a:pt x="41808" y="52723"/>
                  <a:pt x="41808" y="52723"/>
                  <a:pt x="41808" y="52723"/>
                </a:cubicBezTo>
                <a:cubicBezTo>
                  <a:pt x="41808" y="54778"/>
                  <a:pt x="35640" y="62993"/>
                  <a:pt x="32898" y="65048"/>
                </a:cubicBezTo>
                <a:cubicBezTo>
                  <a:pt x="32898" y="63679"/>
                  <a:pt x="32898" y="62993"/>
                  <a:pt x="33584" y="62309"/>
                </a:cubicBezTo>
                <a:cubicBezTo>
                  <a:pt x="34954" y="59571"/>
                  <a:pt x="34268" y="58200"/>
                  <a:pt x="32212" y="56147"/>
                </a:cubicBezTo>
                <a:cubicBezTo>
                  <a:pt x="28100" y="52723"/>
                  <a:pt x="23988" y="49300"/>
                  <a:pt x="20561" y="45876"/>
                </a:cubicBezTo>
                <a:cubicBezTo>
                  <a:pt x="17135" y="42452"/>
                  <a:pt x="13707" y="39713"/>
                  <a:pt x="10281" y="36975"/>
                </a:cubicBezTo>
                <a:cubicBezTo>
                  <a:pt x="8225" y="34920"/>
                  <a:pt x="6854" y="34920"/>
                  <a:pt x="4798" y="34920"/>
                </a:cubicBezTo>
                <a:cubicBezTo>
                  <a:pt x="3426" y="35606"/>
                  <a:pt x="2056" y="35606"/>
                  <a:pt x="686" y="35606"/>
                </a:cubicBezTo>
                <a:cubicBezTo>
                  <a:pt x="0" y="35606"/>
                  <a:pt x="0" y="35606"/>
                  <a:pt x="0" y="349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308100" y="1181100"/>
            <a:ext cx="41817" cy="48012"/>
          </a:xfrm>
          <a:custGeom>
            <a:avLst/>
            <a:gdLst/>
            <a:ahLst/>
            <a:cxnLst/>
            <a:rect l="l" t="t" r="r" b="b"/>
            <a:pathLst>
              <a:path w="41817" h="48012">
                <a:moveTo>
                  <a:pt x="24679" y="17833"/>
                </a:moveTo>
                <a:cubicBezTo>
                  <a:pt x="27421" y="18519"/>
                  <a:pt x="29478" y="19205"/>
                  <a:pt x="31534" y="19891"/>
                </a:cubicBezTo>
                <a:cubicBezTo>
                  <a:pt x="37018" y="21262"/>
                  <a:pt x="40446" y="25377"/>
                  <a:pt x="41131" y="30865"/>
                </a:cubicBezTo>
                <a:cubicBezTo>
                  <a:pt x="41817" y="34980"/>
                  <a:pt x="40446" y="37724"/>
                  <a:pt x="37704" y="40467"/>
                </a:cubicBezTo>
                <a:cubicBezTo>
                  <a:pt x="34276" y="44582"/>
                  <a:pt x="28792" y="47327"/>
                  <a:pt x="23308" y="47327"/>
                </a:cubicBezTo>
                <a:cubicBezTo>
                  <a:pt x="19195" y="48012"/>
                  <a:pt x="16453" y="45955"/>
                  <a:pt x="14395" y="42525"/>
                </a:cubicBezTo>
                <a:cubicBezTo>
                  <a:pt x="11654" y="39096"/>
                  <a:pt x="11654" y="34980"/>
                  <a:pt x="14395" y="31551"/>
                </a:cubicBezTo>
                <a:cubicBezTo>
                  <a:pt x="15081" y="30179"/>
                  <a:pt x="16453" y="28807"/>
                  <a:pt x="17823" y="26750"/>
                </a:cubicBezTo>
                <a:cubicBezTo>
                  <a:pt x="15767" y="26750"/>
                  <a:pt x="13711" y="26064"/>
                  <a:pt x="11654" y="25377"/>
                </a:cubicBezTo>
                <a:cubicBezTo>
                  <a:pt x="2056" y="21948"/>
                  <a:pt x="0" y="11660"/>
                  <a:pt x="7541" y="5488"/>
                </a:cubicBezTo>
                <a:cubicBezTo>
                  <a:pt x="10969" y="2743"/>
                  <a:pt x="15081" y="686"/>
                  <a:pt x="19195" y="0"/>
                </a:cubicBezTo>
                <a:cubicBezTo>
                  <a:pt x="23308" y="0"/>
                  <a:pt x="26736" y="1372"/>
                  <a:pt x="28792" y="4801"/>
                </a:cubicBezTo>
                <a:cubicBezTo>
                  <a:pt x="30848" y="8231"/>
                  <a:pt x="29478" y="11660"/>
                  <a:pt x="27421" y="14403"/>
                </a:cubicBezTo>
                <a:cubicBezTo>
                  <a:pt x="26736" y="15776"/>
                  <a:pt x="26050" y="16462"/>
                  <a:pt x="24679" y="17833"/>
                </a:cubicBezTo>
                <a:close/>
                <a:moveTo>
                  <a:pt x="19881" y="27436"/>
                </a:moveTo>
                <a:cubicBezTo>
                  <a:pt x="19881" y="29493"/>
                  <a:pt x="19195" y="31551"/>
                  <a:pt x="19195" y="32922"/>
                </a:cubicBezTo>
                <a:cubicBezTo>
                  <a:pt x="19881" y="37038"/>
                  <a:pt x="21937" y="40467"/>
                  <a:pt x="25364" y="43210"/>
                </a:cubicBezTo>
                <a:cubicBezTo>
                  <a:pt x="27421" y="44582"/>
                  <a:pt x="29478" y="45268"/>
                  <a:pt x="31534" y="43896"/>
                </a:cubicBezTo>
                <a:cubicBezTo>
                  <a:pt x="34276" y="42525"/>
                  <a:pt x="34962" y="39781"/>
                  <a:pt x="34276" y="37724"/>
                </a:cubicBezTo>
                <a:cubicBezTo>
                  <a:pt x="33590" y="33608"/>
                  <a:pt x="31534" y="30865"/>
                  <a:pt x="28106" y="29493"/>
                </a:cubicBezTo>
                <a:cubicBezTo>
                  <a:pt x="25364" y="28122"/>
                  <a:pt x="23308" y="28122"/>
                  <a:pt x="19881" y="27436"/>
                </a:cubicBezTo>
                <a:close/>
                <a:moveTo>
                  <a:pt x="22623" y="17833"/>
                </a:moveTo>
                <a:cubicBezTo>
                  <a:pt x="23993" y="12346"/>
                  <a:pt x="22623" y="8231"/>
                  <a:pt x="19195" y="4801"/>
                </a:cubicBezTo>
                <a:cubicBezTo>
                  <a:pt x="17823" y="3429"/>
                  <a:pt x="16453" y="3429"/>
                  <a:pt x="15081" y="3429"/>
                </a:cubicBezTo>
                <a:cubicBezTo>
                  <a:pt x="12339" y="3429"/>
                  <a:pt x="10969" y="4801"/>
                  <a:pt x="9597" y="6859"/>
                </a:cubicBezTo>
                <a:cubicBezTo>
                  <a:pt x="8912" y="8917"/>
                  <a:pt x="9597" y="10974"/>
                  <a:pt x="10969" y="13031"/>
                </a:cubicBezTo>
                <a:cubicBezTo>
                  <a:pt x="14395" y="16462"/>
                  <a:pt x="17823" y="17148"/>
                  <a:pt x="22623" y="178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6000" y="685800"/>
            <a:ext cx="56530" cy="54981"/>
          </a:xfrm>
          <a:custGeom>
            <a:avLst/>
            <a:gdLst/>
            <a:ahLst/>
            <a:cxnLst/>
            <a:rect l="l" t="t" r="r" b="b"/>
            <a:pathLst>
              <a:path w="56530" h="54981">
                <a:moveTo>
                  <a:pt x="30333" y="0"/>
                </a:moveTo>
                <a:cubicBezTo>
                  <a:pt x="32402" y="1374"/>
                  <a:pt x="38605" y="9622"/>
                  <a:pt x="39295" y="13058"/>
                </a:cubicBezTo>
                <a:cubicBezTo>
                  <a:pt x="38605" y="13745"/>
                  <a:pt x="37916" y="12371"/>
                  <a:pt x="36538" y="12371"/>
                </a:cubicBezTo>
                <a:cubicBezTo>
                  <a:pt x="33091" y="10309"/>
                  <a:pt x="29644" y="9622"/>
                  <a:pt x="26196" y="9622"/>
                </a:cubicBezTo>
                <a:cubicBezTo>
                  <a:pt x="17925" y="9622"/>
                  <a:pt x="12409" y="15806"/>
                  <a:pt x="14477" y="24054"/>
                </a:cubicBezTo>
                <a:cubicBezTo>
                  <a:pt x="17235" y="32988"/>
                  <a:pt x="22750" y="41236"/>
                  <a:pt x="30333" y="46733"/>
                </a:cubicBezTo>
                <a:cubicBezTo>
                  <a:pt x="35848" y="50857"/>
                  <a:pt x="41364" y="50170"/>
                  <a:pt x="46189" y="45359"/>
                </a:cubicBezTo>
                <a:cubicBezTo>
                  <a:pt x="48257" y="43298"/>
                  <a:pt x="48947" y="41236"/>
                  <a:pt x="46878" y="38486"/>
                </a:cubicBezTo>
                <a:cubicBezTo>
                  <a:pt x="45500" y="37112"/>
                  <a:pt x="44121" y="35051"/>
                  <a:pt x="42742" y="32988"/>
                </a:cubicBezTo>
                <a:cubicBezTo>
                  <a:pt x="40674" y="30240"/>
                  <a:pt x="39985" y="30240"/>
                  <a:pt x="36538" y="31614"/>
                </a:cubicBezTo>
                <a:cubicBezTo>
                  <a:pt x="35848" y="32301"/>
                  <a:pt x="35159" y="32301"/>
                  <a:pt x="34469" y="32301"/>
                </a:cubicBezTo>
                <a:cubicBezTo>
                  <a:pt x="35848" y="30240"/>
                  <a:pt x="37916" y="28865"/>
                  <a:pt x="39985" y="27490"/>
                </a:cubicBezTo>
                <a:cubicBezTo>
                  <a:pt x="42052" y="26116"/>
                  <a:pt x="44121" y="24054"/>
                  <a:pt x="46189" y="22680"/>
                </a:cubicBezTo>
                <a:cubicBezTo>
                  <a:pt x="48257" y="21306"/>
                  <a:pt x="49637" y="19930"/>
                  <a:pt x="51704" y="18556"/>
                </a:cubicBezTo>
                <a:cubicBezTo>
                  <a:pt x="52394" y="18556"/>
                  <a:pt x="52394" y="18556"/>
                  <a:pt x="52394" y="19243"/>
                </a:cubicBezTo>
                <a:cubicBezTo>
                  <a:pt x="52394" y="19243"/>
                  <a:pt x="51704" y="19930"/>
                  <a:pt x="51704" y="19930"/>
                </a:cubicBezTo>
                <a:cubicBezTo>
                  <a:pt x="49637" y="23367"/>
                  <a:pt x="48947" y="24741"/>
                  <a:pt x="51704" y="27490"/>
                </a:cubicBezTo>
                <a:cubicBezTo>
                  <a:pt x="53083" y="30240"/>
                  <a:pt x="55151" y="32301"/>
                  <a:pt x="56530" y="34364"/>
                </a:cubicBezTo>
                <a:cubicBezTo>
                  <a:pt x="56530" y="35051"/>
                  <a:pt x="56530" y="35051"/>
                  <a:pt x="56530" y="35738"/>
                </a:cubicBezTo>
                <a:cubicBezTo>
                  <a:pt x="51015" y="43985"/>
                  <a:pt x="44121" y="50857"/>
                  <a:pt x="33781" y="53607"/>
                </a:cubicBezTo>
                <a:cubicBezTo>
                  <a:pt x="29644" y="54981"/>
                  <a:pt x="25508" y="54294"/>
                  <a:pt x="21372" y="52233"/>
                </a:cubicBezTo>
                <a:cubicBezTo>
                  <a:pt x="7583" y="45359"/>
                  <a:pt x="0" y="24054"/>
                  <a:pt x="16546" y="10309"/>
                </a:cubicBezTo>
                <a:cubicBezTo>
                  <a:pt x="18613" y="8934"/>
                  <a:pt x="22060" y="8247"/>
                  <a:pt x="24818" y="6873"/>
                </a:cubicBezTo>
                <a:cubicBezTo>
                  <a:pt x="25508" y="6185"/>
                  <a:pt x="26196" y="6185"/>
                  <a:pt x="26886" y="6185"/>
                </a:cubicBezTo>
                <a:cubicBezTo>
                  <a:pt x="30333" y="4811"/>
                  <a:pt x="30333" y="4811"/>
                  <a:pt x="30333" y="1374"/>
                </a:cubicBezTo>
                <a:cubicBezTo>
                  <a:pt x="30333" y="1374"/>
                  <a:pt x="30333" y="1374"/>
                  <a:pt x="30333" y="687"/>
                </a:cubicBezTo>
                <a:cubicBezTo>
                  <a:pt x="30333" y="687"/>
                  <a:pt x="30333" y="687"/>
                  <a:pt x="30333"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181100" y="635000"/>
            <a:ext cx="44914" cy="48786"/>
          </a:xfrm>
          <a:custGeom>
            <a:avLst/>
            <a:gdLst/>
            <a:ahLst/>
            <a:cxnLst/>
            <a:rect l="l" t="t" r="r" b="b"/>
            <a:pathLst>
              <a:path w="44914" h="48786">
                <a:moveTo>
                  <a:pt x="40077" y="48089"/>
                </a:moveTo>
                <a:cubicBezTo>
                  <a:pt x="37313" y="48786"/>
                  <a:pt x="37313" y="47393"/>
                  <a:pt x="36622" y="45998"/>
                </a:cubicBezTo>
                <a:cubicBezTo>
                  <a:pt x="29713" y="38332"/>
                  <a:pt x="23494" y="29968"/>
                  <a:pt x="17275" y="21605"/>
                </a:cubicBezTo>
                <a:cubicBezTo>
                  <a:pt x="14511" y="18818"/>
                  <a:pt x="11746" y="15333"/>
                  <a:pt x="8983" y="11848"/>
                </a:cubicBezTo>
                <a:cubicBezTo>
                  <a:pt x="8983" y="13242"/>
                  <a:pt x="8292" y="13938"/>
                  <a:pt x="8292" y="14635"/>
                </a:cubicBezTo>
                <a:cubicBezTo>
                  <a:pt x="8292" y="23000"/>
                  <a:pt x="8292" y="30665"/>
                  <a:pt x="8292" y="39028"/>
                </a:cubicBezTo>
                <a:cubicBezTo>
                  <a:pt x="8292" y="43908"/>
                  <a:pt x="8983" y="44605"/>
                  <a:pt x="13820" y="45998"/>
                </a:cubicBezTo>
                <a:cubicBezTo>
                  <a:pt x="13820" y="46695"/>
                  <a:pt x="14511" y="46695"/>
                  <a:pt x="14511" y="47393"/>
                </a:cubicBezTo>
                <a:cubicBezTo>
                  <a:pt x="12437" y="48089"/>
                  <a:pt x="3454" y="48089"/>
                  <a:pt x="0" y="47393"/>
                </a:cubicBezTo>
                <a:cubicBezTo>
                  <a:pt x="691" y="46695"/>
                  <a:pt x="1382" y="45998"/>
                  <a:pt x="2073" y="45998"/>
                </a:cubicBezTo>
                <a:cubicBezTo>
                  <a:pt x="4837" y="45301"/>
                  <a:pt x="6219" y="43908"/>
                  <a:pt x="6219" y="40423"/>
                </a:cubicBezTo>
                <a:cubicBezTo>
                  <a:pt x="6219" y="30665"/>
                  <a:pt x="6219" y="20211"/>
                  <a:pt x="6219" y="9757"/>
                </a:cubicBezTo>
                <a:cubicBezTo>
                  <a:pt x="6219" y="7667"/>
                  <a:pt x="4837" y="6273"/>
                  <a:pt x="4145" y="5575"/>
                </a:cubicBezTo>
                <a:cubicBezTo>
                  <a:pt x="2764" y="4182"/>
                  <a:pt x="1382" y="2788"/>
                  <a:pt x="0" y="1394"/>
                </a:cubicBezTo>
                <a:cubicBezTo>
                  <a:pt x="2764" y="697"/>
                  <a:pt x="4837" y="1394"/>
                  <a:pt x="6910" y="697"/>
                </a:cubicBezTo>
                <a:cubicBezTo>
                  <a:pt x="12437" y="0"/>
                  <a:pt x="15202" y="2090"/>
                  <a:pt x="18656" y="6273"/>
                </a:cubicBezTo>
                <a:cubicBezTo>
                  <a:pt x="23494" y="13242"/>
                  <a:pt x="29021" y="20211"/>
                  <a:pt x="34549" y="27181"/>
                </a:cubicBezTo>
                <a:cubicBezTo>
                  <a:pt x="35240" y="27878"/>
                  <a:pt x="35931" y="28575"/>
                  <a:pt x="37313" y="29272"/>
                </a:cubicBezTo>
                <a:cubicBezTo>
                  <a:pt x="37313" y="28575"/>
                  <a:pt x="37313" y="27181"/>
                  <a:pt x="37313" y="26483"/>
                </a:cubicBezTo>
                <a:cubicBezTo>
                  <a:pt x="37313" y="20908"/>
                  <a:pt x="37313" y="16030"/>
                  <a:pt x="37313" y="10455"/>
                </a:cubicBezTo>
                <a:cubicBezTo>
                  <a:pt x="37313" y="6273"/>
                  <a:pt x="36622" y="2788"/>
                  <a:pt x="31786" y="2090"/>
                </a:cubicBezTo>
                <a:cubicBezTo>
                  <a:pt x="31786" y="2090"/>
                  <a:pt x="31095" y="2090"/>
                  <a:pt x="31095" y="2090"/>
                </a:cubicBezTo>
                <a:cubicBezTo>
                  <a:pt x="33167" y="697"/>
                  <a:pt x="42150" y="697"/>
                  <a:pt x="44914" y="1394"/>
                </a:cubicBezTo>
                <a:cubicBezTo>
                  <a:pt x="44223" y="2090"/>
                  <a:pt x="44223" y="2090"/>
                  <a:pt x="43532" y="2788"/>
                </a:cubicBezTo>
                <a:cubicBezTo>
                  <a:pt x="40768" y="3485"/>
                  <a:pt x="39387" y="5575"/>
                  <a:pt x="40077" y="8363"/>
                </a:cubicBezTo>
                <a:cubicBezTo>
                  <a:pt x="40077" y="11848"/>
                  <a:pt x="40077" y="15333"/>
                  <a:pt x="40077" y="18120"/>
                </a:cubicBezTo>
                <a:cubicBezTo>
                  <a:pt x="40077" y="27181"/>
                  <a:pt x="40077" y="35543"/>
                  <a:pt x="40077" y="44605"/>
                </a:cubicBezTo>
                <a:cubicBezTo>
                  <a:pt x="40077" y="45998"/>
                  <a:pt x="40077" y="46695"/>
                  <a:pt x="40077" y="480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231900" y="1193800"/>
            <a:ext cx="34848" cy="49560"/>
          </a:xfrm>
          <a:custGeom>
            <a:avLst/>
            <a:gdLst/>
            <a:ahLst/>
            <a:cxnLst/>
            <a:rect l="l" t="t" r="r" b="b"/>
            <a:pathLst>
              <a:path w="34848" h="49560">
                <a:moveTo>
                  <a:pt x="6273" y="49560"/>
                </a:moveTo>
                <a:cubicBezTo>
                  <a:pt x="15333" y="46071"/>
                  <a:pt x="20211" y="38392"/>
                  <a:pt x="21605" y="28619"/>
                </a:cubicBezTo>
                <a:cubicBezTo>
                  <a:pt x="19515" y="29318"/>
                  <a:pt x="18120" y="30016"/>
                  <a:pt x="16030" y="30714"/>
                </a:cubicBezTo>
                <a:cubicBezTo>
                  <a:pt x="9757" y="32109"/>
                  <a:pt x="4878" y="29318"/>
                  <a:pt x="2090" y="23035"/>
                </a:cubicBezTo>
                <a:cubicBezTo>
                  <a:pt x="0" y="18150"/>
                  <a:pt x="697" y="13263"/>
                  <a:pt x="2090" y="9074"/>
                </a:cubicBezTo>
                <a:cubicBezTo>
                  <a:pt x="4878" y="3490"/>
                  <a:pt x="9060" y="698"/>
                  <a:pt x="14635" y="698"/>
                </a:cubicBezTo>
                <a:cubicBezTo>
                  <a:pt x="20211" y="0"/>
                  <a:pt x="25090" y="2094"/>
                  <a:pt x="28575" y="7678"/>
                </a:cubicBezTo>
                <a:cubicBezTo>
                  <a:pt x="34848" y="18150"/>
                  <a:pt x="32756" y="32808"/>
                  <a:pt x="23696" y="41185"/>
                </a:cubicBezTo>
                <a:cubicBezTo>
                  <a:pt x="19515" y="45373"/>
                  <a:pt x="11848" y="48863"/>
                  <a:pt x="6273" y="49560"/>
                </a:cubicBezTo>
                <a:close/>
                <a:moveTo>
                  <a:pt x="21605" y="22337"/>
                </a:moveTo>
                <a:cubicBezTo>
                  <a:pt x="21605" y="22337"/>
                  <a:pt x="21605" y="22337"/>
                  <a:pt x="22302" y="22337"/>
                </a:cubicBezTo>
                <a:cubicBezTo>
                  <a:pt x="20908" y="17451"/>
                  <a:pt x="20211" y="13263"/>
                  <a:pt x="19515" y="8377"/>
                </a:cubicBezTo>
                <a:cubicBezTo>
                  <a:pt x="18818" y="6980"/>
                  <a:pt x="18120" y="5584"/>
                  <a:pt x="17423" y="4188"/>
                </a:cubicBezTo>
                <a:cubicBezTo>
                  <a:pt x="16727" y="2793"/>
                  <a:pt x="15333" y="2094"/>
                  <a:pt x="13242" y="2094"/>
                </a:cubicBezTo>
                <a:cubicBezTo>
                  <a:pt x="11848" y="2793"/>
                  <a:pt x="10455" y="3490"/>
                  <a:pt x="10455" y="5584"/>
                </a:cubicBezTo>
                <a:cubicBezTo>
                  <a:pt x="10455" y="6283"/>
                  <a:pt x="9757" y="6980"/>
                  <a:pt x="9757" y="6980"/>
                </a:cubicBezTo>
                <a:cubicBezTo>
                  <a:pt x="10455" y="12565"/>
                  <a:pt x="11151" y="17451"/>
                  <a:pt x="12545" y="22337"/>
                </a:cubicBezTo>
                <a:cubicBezTo>
                  <a:pt x="13242" y="23734"/>
                  <a:pt x="13938" y="24431"/>
                  <a:pt x="14635" y="25828"/>
                </a:cubicBezTo>
                <a:cubicBezTo>
                  <a:pt x="16030" y="27224"/>
                  <a:pt x="17423" y="27224"/>
                  <a:pt x="20211" y="27224"/>
                </a:cubicBezTo>
                <a:cubicBezTo>
                  <a:pt x="22302" y="26525"/>
                  <a:pt x="21605" y="24431"/>
                  <a:pt x="21605" y="23035"/>
                </a:cubicBezTo>
                <a:cubicBezTo>
                  <a:pt x="21605" y="23035"/>
                  <a:pt x="21605" y="22337"/>
                  <a:pt x="21605" y="2233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104900" y="647700"/>
            <a:ext cx="46463" cy="52658"/>
          </a:xfrm>
          <a:custGeom>
            <a:avLst/>
            <a:gdLst/>
            <a:ahLst/>
            <a:cxnLst/>
            <a:rect l="l" t="t" r="r" b="b"/>
            <a:pathLst>
              <a:path w="46463" h="52658">
                <a:moveTo>
                  <a:pt x="28698" y="4787"/>
                </a:moveTo>
                <a:cubicBezTo>
                  <a:pt x="30748" y="2736"/>
                  <a:pt x="38947" y="683"/>
                  <a:pt x="42363" y="0"/>
                </a:cubicBezTo>
                <a:cubicBezTo>
                  <a:pt x="41680" y="683"/>
                  <a:pt x="41680" y="1368"/>
                  <a:pt x="40997" y="2051"/>
                </a:cubicBezTo>
                <a:cubicBezTo>
                  <a:pt x="38947" y="3419"/>
                  <a:pt x="38264" y="5471"/>
                  <a:pt x="38947" y="8207"/>
                </a:cubicBezTo>
                <a:cubicBezTo>
                  <a:pt x="40997" y="14361"/>
                  <a:pt x="43047" y="21200"/>
                  <a:pt x="44413" y="27355"/>
                </a:cubicBezTo>
                <a:cubicBezTo>
                  <a:pt x="45096" y="30775"/>
                  <a:pt x="45780" y="34193"/>
                  <a:pt x="45780" y="37612"/>
                </a:cubicBezTo>
                <a:cubicBezTo>
                  <a:pt x="46463" y="41716"/>
                  <a:pt x="45096" y="44451"/>
                  <a:pt x="42363" y="46504"/>
                </a:cubicBezTo>
                <a:cubicBezTo>
                  <a:pt x="36897" y="50607"/>
                  <a:pt x="30065" y="52658"/>
                  <a:pt x="23232" y="51975"/>
                </a:cubicBezTo>
                <a:cubicBezTo>
                  <a:pt x="19131" y="51290"/>
                  <a:pt x="16398" y="49239"/>
                  <a:pt x="14348" y="45136"/>
                </a:cubicBezTo>
                <a:cubicBezTo>
                  <a:pt x="13665" y="43768"/>
                  <a:pt x="12982" y="42400"/>
                  <a:pt x="12982" y="41032"/>
                </a:cubicBezTo>
                <a:cubicBezTo>
                  <a:pt x="10932" y="33510"/>
                  <a:pt x="8882" y="25987"/>
                  <a:pt x="6833" y="18465"/>
                </a:cubicBezTo>
                <a:cubicBezTo>
                  <a:pt x="6833" y="18465"/>
                  <a:pt x="6149" y="17780"/>
                  <a:pt x="6149" y="17097"/>
                </a:cubicBezTo>
                <a:cubicBezTo>
                  <a:pt x="5466" y="15046"/>
                  <a:pt x="4100" y="13678"/>
                  <a:pt x="1367" y="13678"/>
                </a:cubicBezTo>
                <a:cubicBezTo>
                  <a:pt x="683" y="13678"/>
                  <a:pt x="683" y="13678"/>
                  <a:pt x="0" y="12993"/>
                </a:cubicBezTo>
                <a:cubicBezTo>
                  <a:pt x="5466" y="10258"/>
                  <a:pt x="12299" y="8890"/>
                  <a:pt x="18448" y="6839"/>
                </a:cubicBezTo>
                <a:cubicBezTo>
                  <a:pt x="19131" y="6839"/>
                  <a:pt x="19815" y="6839"/>
                  <a:pt x="20498" y="6839"/>
                </a:cubicBezTo>
                <a:cubicBezTo>
                  <a:pt x="20498" y="6839"/>
                  <a:pt x="20498" y="6839"/>
                  <a:pt x="20498" y="7522"/>
                </a:cubicBezTo>
                <a:cubicBezTo>
                  <a:pt x="19815" y="7522"/>
                  <a:pt x="19131" y="8207"/>
                  <a:pt x="18448" y="8207"/>
                </a:cubicBezTo>
                <a:cubicBezTo>
                  <a:pt x="16398" y="9575"/>
                  <a:pt x="15715" y="10942"/>
                  <a:pt x="16398" y="13678"/>
                </a:cubicBezTo>
                <a:cubicBezTo>
                  <a:pt x="18448" y="22568"/>
                  <a:pt x="21181" y="31458"/>
                  <a:pt x="23232" y="40348"/>
                </a:cubicBezTo>
                <a:cubicBezTo>
                  <a:pt x="23915" y="41032"/>
                  <a:pt x="23915" y="41032"/>
                  <a:pt x="23915" y="41716"/>
                </a:cubicBezTo>
                <a:cubicBezTo>
                  <a:pt x="25965" y="46504"/>
                  <a:pt x="29381" y="48555"/>
                  <a:pt x="34164" y="47871"/>
                </a:cubicBezTo>
                <a:cubicBezTo>
                  <a:pt x="40314" y="46504"/>
                  <a:pt x="43730" y="43083"/>
                  <a:pt x="43730" y="37612"/>
                </a:cubicBezTo>
                <a:cubicBezTo>
                  <a:pt x="43730" y="34878"/>
                  <a:pt x="43047" y="32826"/>
                  <a:pt x="43047" y="30775"/>
                </a:cubicBezTo>
                <a:cubicBezTo>
                  <a:pt x="40997" y="23936"/>
                  <a:pt x="38947" y="17097"/>
                  <a:pt x="36897" y="10258"/>
                </a:cubicBezTo>
                <a:cubicBezTo>
                  <a:pt x="35531" y="5471"/>
                  <a:pt x="34848" y="4787"/>
                  <a:pt x="30065" y="4787"/>
                </a:cubicBezTo>
                <a:cubicBezTo>
                  <a:pt x="29381" y="4787"/>
                  <a:pt x="29381" y="4787"/>
                  <a:pt x="28698" y="478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447800" y="825500"/>
            <a:ext cx="54207" cy="43365"/>
          </a:xfrm>
          <a:custGeom>
            <a:avLst/>
            <a:gdLst/>
            <a:ahLst/>
            <a:cxnLst/>
            <a:rect l="l" t="t" r="r" b="b"/>
            <a:pathLst>
              <a:path w="54207" h="43365">
                <a:moveTo>
                  <a:pt x="0" y="15143"/>
                </a:moveTo>
                <a:cubicBezTo>
                  <a:pt x="4803" y="13078"/>
                  <a:pt x="9606" y="11013"/>
                  <a:pt x="13724" y="8948"/>
                </a:cubicBezTo>
                <a:cubicBezTo>
                  <a:pt x="15095" y="10325"/>
                  <a:pt x="14409" y="11013"/>
                  <a:pt x="13724" y="11702"/>
                </a:cubicBezTo>
                <a:cubicBezTo>
                  <a:pt x="11665" y="13767"/>
                  <a:pt x="9606" y="15832"/>
                  <a:pt x="8233" y="17897"/>
                </a:cubicBezTo>
                <a:cubicBezTo>
                  <a:pt x="5489" y="22715"/>
                  <a:pt x="6176" y="26845"/>
                  <a:pt x="8920" y="31664"/>
                </a:cubicBezTo>
                <a:cubicBezTo>
                  <a:pt x="10979" y="34417"/>
                  <a:pt x="13037" y="35105"/>
                  <a:pt x="16468" y="34417"/>
                </a:cubicBezTo>
                <a:cubicBezTo>
                  <a:pt x="19213" y="33729"/>
                  <a:pt x="21271" y="31664"/>
                  <a:pt x="21957" y="28910"/>
                </a:cubicBezTo>
                <a:cubicBezTo>
                  <a:pt x="21957" y="27534"/>
                  <a:pt x="21957" y="25469"/>
                  <a:pt x="21957" y="24092"/>
                </a:cubicBezTo>
                <a:cubicBezTo>
                  <a:pt x="22643" y="19274"/>
                  <a:pt x="22643" y="14455"/>
                  <a:pt x="24016" y="9637"/>
                </a:cubicBezTo>
                <a:cubicBezTo>
                  <a:pt x="25389" y="4130"/>
                  <a:pt x="29505" y="1377"/>
                  <a:pt x="34995" y="688"/>
                </a:cubicBezTo>
                <a:cubicBezTo>
                  <a:pt x="39111" y="0"/>
                  <a:pt x="42542" y="2065"/>
                  <a:pt x="45287" y="4818"/>
                </a:cubicBezTo>
                <a:cubicBezTo>
                  <a:pt x="48031" y="8260"/>
                  <a:pt x="49404" y="12390"/>
                  <a:pt x="50090" y="16520"/>
                </a:cubicBezTo>
                <a:cubicBezTo>
                  <a:pt x="50090" y="17897"/>
                  <a:pt x="50090" y="18585"/>
                  <a:pt x="50090" y="19274"/>
                </a:cubicBezTo>
                <a:cubicBezTo>
                  <a:pt x="50090" y="20650"/>
                  <a:pt x="50776" y="22027"/>
                  <a:pt x="52149" y="22027"/>
                </a:cubicBezTo>
                <a:cubicBezTo>
                  <a:pt x="52835" y="22027"/>
                  <a:pt x="53520" y="22715"/>
                  <a:pt x="54207" y="23404"/>
                </a:cubicBezTo>
                <a:cubicBezTo>
                  <a:pt x="51463" y="25469"/>
                  <a:pt x="43228" y="28910"/>
                  <a:pt x="40484" y="28910"/>
                </a:cubicBezTo>
                <a:cubicBezTo>
                  <a:pt x="41170" y="27534"/>
                  <a:pt x="41857" y="26845"/>
                  <a:pt x="42542" y="26157"/>
                </a:cubicBezTo>
                <a:cubicBezTo>
                  <a:pt x="44601" y="23404"/>
                  <a:pt x="46660" y="21339"/>
                  <a:pt x="47346" y="17897"/>
                </a:cubicBezTo>
                <a:cubicBezTo>
                  <a:pt x="48031" y="14455"/>
                  <a:pt x="47346" y="11013"/>
                  <a:pt x="44601" y="8260"/>
                </a:cubicBezTo>
                <a:cubicBezTo>
                  <a:pt x="41857" y="4818"/>
                  <a:pt x="36366" y="5507"/>
                  <a:pt x="34308" y="9637"/>
                </a:cubicBezTo>
                <a:cubicBezTo>
                  <a:pt x="33622" y="11013"/>
                  <a:pt x="33622" y="13078"/>
                  <a:pt x="33622" y="14455"/>
                </a:cubicBezTo>
                <a:cubicBezTo>
                  <a:pt x="32936" y="18585"/>
                  <a:pt x="33622" y="22715"/>
                  <a:pt x="32936" y="26845"/>
                </a:cubicBezTo>
                <a:cubicBezTo>
                  <a:pt x="32249" y="28910"/>
                  <a:pt x="32249" y="31664"/>
                  <a:pt x="30878" y="34417"/>
                </a:cubicBezTo>
                <a:cubicBezTo>
                  <a:pt x="26760" y="41300"/>
                  <a:pt x="16468" y="43365"/>
                  <a:pt x="10292" y="36482"/>
                </a:cubicBezTo>
                <a:cubicBezTo>
                  <a:pt x="7548" y="32352"/>
                  <a:pt x="5489" y="28222"/>
                  <a:pt x="4803" y="23404"/>
                </a:cubicBezTo>
                <a:cubicBezTo>
                  <a:pt x="3430" y="18585"/>
                  <a:pt x="3430" y="18585"/>
                  <a:pt x="0" y="151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447800" y="1028700"/>
            <a:ext cx="53433" cy="49560"/>
          </a:xfrm>
          <a:custGeom>
            <a:avLst/>
            <a:gdLst/>
            <a:ahLst/>
            <a:cxnLst/>
            <a:rect l="l" t="t" r="r" b="b"/>
            <a:pathLst>
              <a:path w="53433" h="49560">
                <a:moveTo>
                  <a:pt x="44412" y="27534"/>
                </a:moveTo>
                <a:cubicBezTo>
                  <a:pt x="45105" y="26845"/>
                  <a:pt x="45105" y="26157"/>
                  <a:pt x="45105" y="25469"/>
                </a:cubicBezTo>
                <a:cubicBezTo>
                  <a:pt x="46493" y="21339"/>
                  <a:pt x="45800" y="20650"/>
                  <a:pt x="40942" y="20650"/>
                </a:cubicBezTo>
                <a:cubicBezTo>
                  <a:pt x="37473" y="21339"/>
                  <a:pt x="34696" y="21339"/>
                  <a:pt x="31227" y="22027"/>
                </a:cubicBezTo>
                <a:cubicBezTo>
                  <a:pt x="29145" y="22027"/>
                  <a:pt x="27757" y="22027"/>
                  <a:pt x="25676" y="22027"/>
                </a:cubicBezTo>
                <a:cubicBezTo>
                  <a:pt x="24982" y="22715"/>
                  <a:pt x="24287" y="22715"/>
                  <a:pt x="22899" y="22715"/>
                </a:cubicBezTo>
                <a:cubicBezTo>
                  <a:pt x="24287" y="24780"/>
                  <a:pt x="25676" y="26845"/>
                  <a:pt x="27064" y="28222"/>
                </a:cubicBezTo>
                <a:cubicBezTo>
                  <a:pt x="28452" y="30975"/>
                  <a:pt x="30533" y="33040"/>
                  <a:pt x="32615" y="35794"/>
                </a:cubicBezTo>
                <a:cubicBezTo>
                  <a:pt x="33308" y="36482"/>
                  <a:pt x="34003" y="37859"/>
                  <a:pt x="34696" y="38547"/>
                </a:cubicBezTo>
                <a:cubicBezTo>
                  <a:pt x="36778" y="39924"/>
                  <a:pt x="38166" y="39924"/>
                  <a:pt x="39554" y="37859"/>
                </a:cubicBezTo>
                <a:cubicBezTo>
                  <a:pt x="40249" y="37170"/>
                  <a:pt x="40942" y="36482"/>
                  <a:pt x="41636" y="35105"/>
                </a:cubicBezTo>
                <a:cubicBezTo>
                  <a:pt x="41636" y="37859"/>
                  <a:pt x="38861" y="46807"/>
                  <a:pt x="36778" y="49560"/>
                </a:cubicBezTo>
                <a:cubicBezTo>
                  <a:pt x="36778" y="48872"/>
                  <a:pt x="36085" y="48872"/>
                  <a:pt x="36085" y="48872"/>
                </a:cubicBezTo>
                <a:cubicBezTo>
                  <a:pt x="36085" y="46119"/>
                  <a:pt x="34696" y="44054"/>
                  <a:pt x="33308" y="41300"/>
                </a:cubicBezTo>
                <a:cubicBezTo>
                  <a:pt x="29145" y="36482"/>
                  <a:pt x="25676" y="30975"/>
                  <a:pt x="21513" y="25469"/>
                </a:cubicBezTo>
                <a:cubicBezTo>
                  <a:pt x="20818" y="24092"/>
                  <a:pt x="20124" y="23404"/>
                  <a:pt x="18043" y="22715"/>
                </a:cubicBezTo>
                <a:cubicBezTo>
                  <a:pt x="15267" y="21339"/>
                  <a:pt x="11797" y="19962"/>
                  <a:pt x="9021" y="18585"/>
                </a:cubicBezTo>
                <a:cubicBezTo>
                  <a:pt x="4858" y="17208"/>
                  <a:pt x="4163" y="17208"/>
                  <a:pt x="1388" y="21339"/>
                </a:cubicBezTo>
                <a:cubicBezTo>
                  <a:pt x="1388" y="21339"/>
                  <a:pt x="693" y="21339"/>
                  <a:pt x="693" y="22027"/>
                </a:cubicBezTo>
                <a:cubicBezTo>
                  <a:pt x="693" y="21339"/>
                  <a:pt x="0" y="21339"/>
                  <a:pt x="0" y="20650"/>
                </a:cubicBezTo>
                <a:cubicBezTo>
                  <a:pt x="2776" y="13767"/>
                  <a:pt x="5551" y="7572"/>
                  <a:pt x="8327" y="688"/>
                </a:cubicBezTo>
                <a:cubicBezTo>
                  <a:pt x="8327" y="688"/>
                  <a:pt x="8327" y="0"/>
                  <a:pt x="9021" y="0"/>
                </a:cubicBezTo>
                <a:cubicBezTo>
                  <a:pt x="9021" y="688"/>
                  <a:pt x="9021" y="1377"/>
                  <a:pt x="9021" y="2065"/>
                </a:cubicBezTo>
                <a:cubicBezTo>
                  <a:pt x="8327" y="5507"/>
                  <a:pt x="9021" y="6883"/>
                  <a:pt x="12490" y="8260"/>
                </a:cubicBezTo>
                <a:cubicBezTo>
                  <a:pt x="15267" y="9637"/>
                  <a:pt x="18043" y="11013"/>
                  <a:pt x="20818" y="11702"/>
                </a:cubicBezTo>
                <a:cubicBezTo>
                  <a:pt x="21513" y="12390"/>
                  <a:pt x="22899" y="12390"/>
                  <a:pt x="23594" y="12390"/>
                </a:cubicBezTo>
                <a:cubicBezTo>
                  <a:pt x="31227" y="11702"/>
                  <a:pt x="38861" y="10325"/>
                  <a:pt x="46493" y="9637"/>
                </a:cubicBezTo>
                <a:cubicBezTo>
                  <a:pt x="48575" y="8948"/>
                  <a:pt x="51351" y="8260"/>
                  <a:pt x="52739" y="5507"/>
                </a:cubicBezTo>
                <a:cubicBezTo>
                  <a:pt x="53433" y="6195"/>
                  <a:pt x="53433" y="6883"/>
                  <a:pt x="53433" y="6883"/>
                </a:cubicBezTo>
                <a:cubicBezTo>
                  <a:pt x="51351" y="13767"/>
                  <a:pt x="48575" y="19962"/>
                  <a:pt x="45800" y="26845"/>
                </a:cubicBezTo>
                <a:cubicBezTo>
                  <a:pt x="45800" y="26845"/>
                  <a:pt x="45800" y="26845"/>
                  <a:pt x="44412" y="275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473200" y="952500"/>
            <a:ext cx="47236" cy="41817"/>
          </a:xfrm>
          <a:custGeom>
            <a:avLst/>
            <a:gdLst/>
            <a:ahLst/>
            <a:cxnLst/>
            <a:rect l="l" t="t" r="r" b="b"/>
            <a:pathLst>
              <a:path w="47236" h="41817">
                <a:moveTo>
                  <a:pt x="3473" y="6855"/>
                </a:moveTo>
                <a:cubicBezTo>
                  <a:pt x="3473" y="7541"/>
                  <a:pt x="3473" y="8226"/>
                  <a:pt x="3473" y="8912"/>
                </a:cubicBezTo>
                <a:cubicBezTo>
                  <a:pt x="4168" y="11654"/>
                  <a:pt x="5558" y="13025"/>
                  <a:pt x="8336" y="13711"/>
                </a:cubicBezTo>
                <a:cubicBezTo>
                  <a:pt x="13894" y="13711"/>
                  <a:pt x="20145" y="14395"/>
                  <a:pt x="25702" y="15081"/>
                </a:cubicBezTo>
                <a:cubicBezTo>
                  <a:pt x="31260" y="15081"/>
                  <a:pt x="36817" y="15767"/>
                  <a:pt x="42375" y="15767"/>
                </a:cubicBezTo>
                <a:cubicBezTo>
                  <a:pt x="43070" y="15767"/>
                  <a:pt x="43764" y="15767"/>
                  <a:pt x="44459" y="15767"/>
                </a:cubicBezTo>
                <a:cubicBezTo>
                  <a:pt x="45154" y="13711"/>
                  <a:pt x="44459" y="11654"/>
                  <a:pt x="43764" y="9597"/>
                </a:cubicBezTo>
                <a:cubicBezTo>
                  <a:pt x="43070" y="6855"/>
                  <a:pt x="42375" y="5484"/>
                  <a:pt x="40291" y="4114"/>
                </a:cubicBezTo>
                <a:cubicBezTo>
                  <a:pt x="38207" y="2742"/>
                  <a:pt x="36123" y="2056"/>
                  <a:pt x="34733" y="686"/>
                </a:cubicBezTo>
                <a:cubicBezTo>
                  <a:pt x="38901" y="0"/>
                  <a:pt x="43070" y="686"/>
                  <a:pt x="47236" y="1372"/>
                </a:cubicBezTo>
                <a:cubicBezTo>
                  <a:pt x="46543" y="14395"/>
                  <a:pt x="45154" y="28106"/>
                  <a:pt x="44459" y="41817"/>
                </a:cubicBezTo>
                <a:cubicBezTo>
                  <a:pt x="40291" y="41817"/>
                  <a:pt x="36123" y="41817"/>
                  <a:pt x="31954" y="41131"/>
                </a:cubicBezTo>
                <a:cubicBezTo>
                  <a:pt x="31954" y="40446"/>
                  <a:pt x="31954" y="39760"/>
                  <a:pt x="32649" y="39075"/>
                </a:cubicBezTo>
                <a:cubicBezTo>
                  <a:pt x="32649" y="39075"/>
                  <a:pt x="33344" y="39075"/>
                  <a:pt x="34039" y="39075"/>
                </a:cubicBezTo>
                <a:cubicBezTo>
                  <a:pt x="40291" y="37704"/>
                  <a:pt x="43764" y="34276"/>
                  <a:pt x="43764" y="27421"/>
                </a:cubicBezTo>
                <a:cubicBezTo>
                  <a:pt x="43070" y="26736"/>
                  <a:pt x="42375" y="26736"/>
                  <a:pt x="41680" y="26736"/>
                </a:cubicBezTo>
                <a:cubicBezTo>
                  <a:pt x="31954" y="26050"/>
                  <a:pt x="21534" y="25364"/>
                  <a:pt x="11810" y="24679"/>
                </a:cubicBezTo>
                <a:cubicBezTo>
                  <a:pt x="10420" y="24679"/>
                  <a:pt x="9031" y="23993"/>
                  <a:pt x="8336" y="23993"/>
                </a:cubicBezTo>
                <a:cubicBezTo>
                  <a:pt x="4863" y="23993"/>
                  <a:pt x="2779" y="24679"/>
                  <a:pt x="2084" y="28106"/>
                </a:cubicBezTo>
                <a:cubicBezTo>
                  <a:pt x="2084" y="28792"/>
                  <a:pt x="2084" y="29478"/>
                  <a:pt x="1389" y="30848"/>
                </a:cubicBezTo>
                <a:cubicBezTo>
                  <a:pt x="0" y="28106"/>
                  <a:pt x="1389" y="26050"/>
                  <a:pt x="1389" y="24679"/>
                </a:cubicBezTo>
                <a:cubicBezTo>
                  <a:pt x="1389" y="22623"/>
                  <a:pt x="1389" y="20565"/>
                  <a:pt x="1389" y="18509"/>
                </a:cubicBezTo>
                <a:cubicBezTo>
                  <a:pt x="1389" y="16453"/>
                  <a:pt x="1389" y="14395"/>
                  <a:pt x="2084" y="12339"/>
                </a:cubicBezTo>
                <a:cubicBezTo>
                  <a:pt x="2084" y="10283"/>
                  <a:pt x="1389" y="8226"/>
                  <a:pt x="2779" y="6170"/>
                </a:cubicBezTo>
                <a:cubicBezTo>
                  <a:pt x="2779" y="6170"/>
                  <a:pt x="2779" y="6855"/>
                  <a:pt x="3473" y="685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320800" y="660400"/>
            <a:ext cx="42591" cy="53433"/>
          </a:xfrm>
          <a:custGeom>
            <a:avLst/>
            <a:gdLst/>
            <a:ahLst/>
            <a:cxnLst/>
            <a:rect l="l" t="t" r="r" b="b"/>
            <a:pathLst>
              <a:path w="42591" h="53433">
                <a:moveTo>
                  <a:pt x="4190" y="53433"/>
                </a:moveTo>
                <a:cubicBezTo>
                  <a:pt x="3491" y="51351"/>
                  <a:pt x="3491" y="50658"/>
                  <a:pt x="3491" y="49270"/>
                </a:cubicBezTo>
                <a:cubicBezTo>
                  <a:pt x="3491" y="36085"/>
                  <a:pt x="3491" y="22899"/>
                  <a:pt x="3491" y="9716"/>
                </a:cubicBezTo>
                <a:cubicBezTo>
                  <a:pt x="3491" y="6246"/>
                  <a:pt x="3491" y="2776"/>
                  <a:pt x="0" y="693"/>
                </a:cubicBezTo>
                <a:cubicBezTo>
                  <a:pt x="2793" y="0"/>
                  <a:pt x="18153" y="6939"/>
                  <a:pt x="20248" y="9716"/>
                </a:cubicBezTo>
                <a:cubicBezTo>
                  <a:pt x="19550" y="9021"/>
                  <a:pt x="18852" y="9021"/>
                  <a:pt x="17455" y="9021"/>
                </a:cubicBezTo>
                <a:cubicBezTo>
                  <a:pt x="15361" y="8327"/>
                  <a:pt x="14662" y="9021"/>
                  <a:pt x="13964" y="11102"/>
                </a:cubicBezTo>
                <a:cubicBezTo>
                  <a:pt x="13964" y="11797"/>
                  <a:pt x="13964" y="12490"/>
                  <a:pt x="13964" y="13185"/>
                </a:cubicBezTo>
                <a:cubicBezTo>
                  <a:pt x="13266" y="21513"/>
                  <a:pt x="13266" y="29839"/>
                  <a:pt x="13266" y="38166"/>
                </a:cubicBezTo>
                <a:cubicBezTo>
                  <a:pt x="13266" y="38166"/>
                  <a:pt x="13266" y="38861"/>
                  <a:pt x="13964" y="39554"/>
                </a:cubicBezTo>
                <a:cubicBezTo>
                  <a:pt x="13964" y="39554"/>
                  <a:pt x="14662" y="39554"/>
                  <a:pt x="14662" y="39554"/>
                </a:cubicBezTo>
                <a:cubicBezTo>
                  <a:pt x="20248" y="33308"/>
                  <a:pt x="25834" y="27757"/>
                  <a:pt x="31420" y="21513"/>
                </a:cubicBezTo>
                <a:cubicBezTo>
                  <a:pt x="31420" y="21513"/>
                  <a:pt x="31420" y="21513"/>
                  <a:pt x="31420" y="21513"/>
                </a:cubicBezTo>
                <a:cubicBezTo>
                  <a:pt x="34213" y="18043"/>
                  <a:pt x="34213" y="16655"/>
                  <a:pt x="30721" y="14573"/>
                </a:cubicBezTo>
                <a:cubicBezTo>
                  <a:pt x="30023" y="13879"/>
                  <a:pt x="30023" y="13879"/>
                  <a:pt x="30023" y="13185"/>
                </a:cubicBezTo>
                <a:cubicBezTo>
                  <a:pt x="34213" y="13879"/>
                  <a:pt x="38402" y="15960"/>
                  <a:pt x="42591" y="18043"/>
                </a:cubicBezTo>
                <a:cubicBezTo>
                  <a:pt x="41892" y="18736"/>
                  <a:pt x="41892" y="18736"/>
                  <a:pt x="41195" y="18736"/>
                </a:cubicBezTo>
                <a:cubicBezTo>
                  <a:pt x="38402" y="18736"/>
                  <a:pt x="36307" y="20124"/>
                  <a:pt x="34213" y="22206"/>
                </a:cubicBezTo>
                <a:cubicBezTo>
                  <a:pt x="25136" y="31921"/>
                  <a:pt x="16059" y="41636"/>
                  <a:pt x="6982" y="50658"/>
                </a:cubicBezTo>
                <a:cubicBezTo>
                  <a:pt x="6284" y="51351"/>
                  <a:pt x="5585" y="52045"/>
                  <a:pt x="4190" y="534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927100" y="812800"/>
            <a:ext cx="48786" cy="42591"/>
          </a:xfrm>
          <a:custGeom>
            <a:avLst/>
            <a:gdLst/>
            <a:ahLst/>
            <a:cxnLst/>
            <a:rect l="l" t="t" r="r" b="b"/>
            <a:pathLst>
              <a:path w="48786" h="42591">
                <a:moveTo>
                  <a:pt x="0" y="22343"/>
                </a:moveTo>
                <a:cubicBezTo>
                  <a:pt x="0" y="18852"/>
                  <a:pt x="7558" y="2793"/>
                  <a:pt x="10307" y="0"/>
                </a:cubicBezTo>
                <a:cubicBezTo>
                  <a:pt x="9620" y="699"/>
                  <a:pt x="9620" y="1397"/>
                  <a:pt x="9620" y="2094"/>
                </a:cubicBezTo>
                <a:cubicBezTo>
                  <a:pt x="8933" y="6284"/>
                  <a:pt x="9620" y="7681"/>
                  <a:pt x="13056" y="9077"/>
                </a:cubicBezTo>
                <a:cubicBezTo>
                  <a:pt x="21988" y="13964"/>
                  <a:pt x="30921" y="18852"/>
                  <a:pt x="39854" y="23042"/>
                </a:cubicBezTo>
                <a:cubicBezTo>
                  <a:pt x="43289" y="25136"/>
                  <a:pt x="44663" y="24437"/>
                  <a:pt x="46725" y="21645"/>
                </a:cubicBezTo>
                <a:cubicBezTo>
                  <a:pt x="47412" y="20946"/>
                  <a:pt x="48099" y="20248"/>
                  <a:pt x="48786" y="19550"/>
                </a:cubicBezTo>
                <a:cubicBezTo>
                  <a:pt x="48099" y="22343"/>
                  <a:pt x="41228" y="39099"/>
                  <a:pt x="38480" y="42591"/>
                </a:cubicBezTo>
                <a:cubicBezTo>
                  <a:pt x="38480" y="41195"/>
                  <a:pt x="38480" y="40496"/>
                  <a:pt x="38480" y="39798"/>
                </a:cubicBezTo>
                <a:cubicBezTo>
                  <a:pt x="39167" y="36307"/>
                  <a:pt x="38480" y="34911"/>
                  <a:pt x="35730" y="32816"/>
                </a:cubicBezTo>
                <a:cubicBezTo>
                  <a:pt x="26798" y="28627"/>
                  <a:pt x="17865" y="23739"/>
                  <a:pt x="8933" y="19550"/>
                </a:cubicBezTo>
                <a:cubicBezTo>
                  <a:pt x="4809" y="17455"/>
                  <a:pt x="4122" y="17455"/>
                  <a:pt x="687" y="20946"/>
                </a:cubicBezTo>
                <a:cubicBezTo>
                  <a:pt x="687" y="21645"/>
                  <a:pt x="687" y="21645"/>
                  <a:pt x="0" y="223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473200" y="889000"/>
            <a:ext cx="47236" cy="30975"/>
          </a:xfrm>
          <a:custGeom>
            <a:avLst/>
            <a:gdLst/>
            <a:ahLst/>
            <a:cxnLst/>
            <a:rect l="l" t="t" r="r" b="b"/>
            <a:pathLst>
              <a:path w="47236" h="30975">
                <a:moveTo>
                  <a:pt x="3423" y="30975"/>
                </a:moveTo>
                <a:cubicBezTo>
                  <a:pt x="2054" y="24092"/>
                  <a:pt x="1369" y="16520"/>
                  <a:pt x="0" y="8948"/>
                </a:cubicBezTo>
                <a:cubicBezTo>
                  <a:pt x="0" y="8948"/>
                  <a:pt x="0" y="8260"/>
                  <a:pt x="685" y="7572"/>
                </a:cubicBezTo>
                <a:cubicBezTo>
                  <a:pt x="1369" y="8948"/>
                  <a:pt x="1369" y="9637"/>
                  <a:pt x="2054" y="10325"/>
                </a:cubicBezTo>
                <a:cubicBezTo>
                  <a:pt x="3423" y="13078"/>
                  <a:pt x="4107" y="13767"/>
                  <a:pt x="7531" y="13078"/>
                </a:cubicBezTo>
                <a:cubicBezTo>
                  <a:pt x="15745" y="11702"/>
                  <a:pt x="23961" y="10325"/>
                  <a:pt x="32175" y="8948"/>
                </a:cubicBezTo>
                <a:cubicBezTo>
                  <a:pt x="34230" y="8948"/>
                  <a:pt x="35599" y="8260"/>
                  <a:pt x="37653" y="8260"/>
                </a:cubicBezTo>
                <a:cubicBezTo>
                  <a:pt x="41076" y="7572"/>
                  <a:pt x="41760" y="6195"/>
                  <a:pt x="42445" y="3442"/>
                </a:cubicBezTo>
                <a:cubicBezTo>
                  <a:pt x="42445" y="2753"/>
                  <a:pt x="42445" y="2065"/>
                  <a:pt x="42445" y="0"/>
                </a:cubicBezTo>
                <a:cubicBezTo>
                  <a:pt x="43129" y="1377"/>
                  <a:pt x="43814" y="2065"/>
                  <a:pt x="43814" y="2065"/>
                </a:cubicBezTo>
                <a:cubicBezTo>
                  <a:pt x="44498" y="9637"/>
                  <a:pt x="45867" y="16520"/>
                  <a:pt x="47236" y="24092"/>
                </a:cubicBezTo>
                <a:cubicBezTo>
                  <a:pt x="46552" y="24092"/>
                  <a:pt x="46552" y="24092"/>
                  <a:pt x="45867" y="24092"/>
                </a:cubicBezTo>
                <a:cubicBezTo>
                  <a:pt x="45867" y="24092"/>
                  <a:pt x="45183" y="23404"/>
                  <a:pt x="45183" y="22715"/>
                </a:cubicBezTo>
                <a:cubicBezTo>
                  <a:pt x="43814" y="19274"/>
                  <a:pt x="42445" y="18585"/>
                  <a:pt x="39022" y="18585"/>
                </a:cubicBezTo>
                <a:cubicBezTo>
                  <a:pt x="29437" y="20650"/>
                  <a:pt x="19168" y="22027"/>
                  <a:pt x="9585" y="24092"/>
                </a:cubicBezTo>
                <a:cubicBezTo>
                  <a:pt x="6161" y="24092"/>
                  <a:pt x="4792" y="25469"/>
                  <a:pt x="4792" y="28910"/>
                </a:cubicBezTo>
                <a:cubicBezTo>
                  <a:pt x="4792" y="29599"/>
                  <a:pt x="4107" y="30287"/>
                  <a:pt x="4107" y="30975"/>
                </a:cubicBezTo>
                <a:cubicBezTo>
                  <a:pt x="4107" y="30975"/>
                  <a:pt x="3423" y="30975"/>
                  <a:pt x="3423" y="3097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257300" y="647700"/>
            <a:ext cx="28652" cy="48012"/>
          </a:xfrm>
          <a:custGeom>
            <a:avLst/>
            <a:gdLst/>
            <a:ahLst/>
            <a:cxnLst/>
            <a:rect l="l" t="t" r="r" b="b"/>
            <a:pathLst>
              <a:path w="28652" h="48012">
                <a:moveTo>
                  <a:pt x="682" y="43896"/>
                </a:moveTo>
                <a:cubicBezTo>
                  <a:pt x="1364" y="43896"/>
                  <a:pt x="2046" y="43896"/>
                  <a:pt x="2729" y="43896"/>
                </a:cubicBezTo>
                <a:cubicBezTo>
                  <a:pt x="5457" y="43210"/>
                  <a:pt x="6822" y="42525"/>
                  <a:pt x="6822" y="39096"/>
                </a:cubicBezTo>
                <a:cubicBezTo>
                  <a:pt x="7504" y="35667"/>
                  <a:pt x="8186" y="32236"/>
                  <a:pt x="8868" y="28122"/>
                </a:cubicBezTo>
                <a:cubicBezTo>
                  <a:pt x="9550" y="21948"/>
                  <a:pt x="10232" y="15776"/>
                  <a:pt x="10916" y="9602"/>
                </a:cubicBezTo>
                <a:cubicBezTo>
                  <a:pt x="10916" y="8917"/>
                  <a:pt x="11598" y="8231"/>
                  <a:pt x="11598" y="6859"/>
                </a:cubicBezTo>
                <a:cubicBezTo>
                  <a:pt x="11598" y="3429"/>
                  <a:pt x="10916" y="2743"/>
                  <a:pt x="7504" y="1372"/>
                </a:cubicBezTo>
                <a:cubicBezTo>
                  <a:pt x="6822" y="686"/>
                  <a:pt x="6822" y="686"/>
                  <a:pt x="6139" y="0"/>
                </a:cubicBezTo>
                <a:cubicBezTo>
                  <a:pt x="13644" y="686"/>
                  <a:pt x="21148" y="1372"/>
                  <a:pt x="28652" y="2743"/>
                </a:cubicBezTo>
                <a:cubicBezTo>
                  <a:pt x="28652" y="3429"/>
                  <a:pt x="28652" y="3429"/>
                  <a:pt x="28652" y="3429"/>
                </a:cubicBezTo>
                <a:cubicBezTo>
                  <a:pt x="27969" y="3429"/>
                  <a:pt x="27287" y="4115"/>
                  <a:pt x="26605" y="4115"/>
                </a:cubicBezTo>
                <a:cubicBezTo>
                  <a:pt x="23194" y="4115"/>
                  <a:pt x="21830" y="4801"/>
                  <a:pt x="21830" y="8917"/>
                </a:cubicBezTo>
                <a:cubicBezTo>
                  <a:pt x="20466" y="16462"/>
                  <a:pt x="19101" y="24691"/>
                  <a:pt x="18419" y="32236"/>
                </a:cubicBezTo>
                <a:cubicBezTo>
                  <a:pt x="17737" y="34980"/>
                  <a:pt x="17737" y="37724"/>
                  <a:pt x="17055" y="39781"/>
                </a:cubicBezTo>
                <a:cubicBezTo>
                  <a:pt x="17055" y="43896"/>
                  <a:pt x="17737" y="45268"/>
                  <a:pt x="21148" y="46641"/>
                </a:cubicBezTo>
                <a:cubicBezTo>
                  <a:pt x="21830" y="46641"/>
                  <a:pt x="21830" y="47327"/>
                  <a:pt x="22512" y="47327"/>
                </a:cubicBezTo>
                <a:cubicBezTo>
                  <a:pt x="22512" y="47327"/>
                  <a:pt x="22512" y="47327"/>
                  <a:pt x="22512" y="48012"/>
                </a:cubicBezTo>
                <a:cubicBezTo>
                  <a:pt x="15008" y="47327"/>
                  <a:pt x="7504" y="46641"/>
                  <a:pt x="0" y="45268"/>
                </a:cubicBezTo>
                <a:cubicBezTo>
                  <a:pt x="682" y="44582"/>
                  <a:pt x="682" y="44582"/>
                  <a:pt x="682" y="438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79500" y="1181100"/>
            <a:ext cx="35622" cy="46463"/>
          </a:xfrm>
          <a:custGeom>
            <a:avLst/>
            <a:gdLst/>
            <a:ahLst/>
            <a:cxnLst/>
            <a:rect l="l" t="t" r="r" b="b"/>
            <a:pathLst>
              <a:path w="35622" h="46463">
                <a:moveTo>
                  <a:pt x="685" y="35367"/>
                </a:moveTo>
                <a:cubicBezTo>
                  <a:pt x="1370" y="35367"/>
                  <a:pt x="2741" y="35367"/>
                  <a:pt x="3425" y="36060"/>
                </a:cubicBezTo>
                <a:cubicBezTo>
                  <a:pt x="6850" y="36754"/>
                  <a:pt x="8905" y="36060"/>
                  <a:pt x="10960" y="32593"/>
                </a:cubicBezTo>
                <a:cubicBezTo>
                  <a:pt x="14385" y="24272"/>
                  <a:pt x="18496" y="15950"/>
                  <a:pt x="21921" y="8322"/>
                </a:cubicBezTo>
                <a:cubicBezTo>
                  <a:pt x="22606" y="7628"/>
                  <a:pt x="22606" y="6934"/>
                  <a:pt x="22606" y="6241"/>
                </a:cubicBezTo>
                <a:cubicBezTo>
                  <a:pt x="23292" y="3467"/>
                  <a:pt x="22606" y="2080"/>
                  <a:pt x="19867" y="1387"/>
                </a:cubicBezTo>
                <a:cubicBezTo>
                  <a:pt x="19181" y="1387"/>
                  <a:pt x="17810" y="1387"/>
                  <a:pt x="15756" y="693"/>
                </a:cubicBezTo>
                <a:cubicBezTo>
                  <a:pt x="18496" y="0"/>
                  <a:pt x="30142" y="0"/>
                  <a:pt x="35622" y="693"/>
                </a:cubicBezTo>
                <a:cubicBezTo>
                  <a:pt x="35622" y="1387"/>
                  <a:pt x="35622" y="2080"/>
                  <a:pt x="34936" y="2774"/>
                </a:cubicBezTo>
                <a:cubicBezTo>
                  <a:pt x="30142" y="13870"/>
                  <a:pt x="25347" y="24966"/>
                  <a:pt x="19867" y="36060"/>
                </a:cubicBezTo>
                <a:cubicBezTo>
                  <a:pt x="17810" y="40916"/>
                  <a:pt x="17810" y="42302"/>
                  <a:pt x="22606" y="45076"/>
                </a:cubicBezTo>
                <a:cubicBezTo>
                  <a:pt x="22606" y="45076"/>
                  <a:pt x="23292" y="45770"/>
                  <a:pt x="23292" y="45770"/>
                </a:cubicBezTo>
                <a:cubicBezTo>
                  <a:pt x="23292" y="45770"/>
                  <a:pt x="23292" y="46463"/>
                  <a:pt x="23292" y="46463"/>
                </a:cubicBezTo>
                <a:cubicBezTo>
                  <a:pt x="23292" y="46463"/>
                  <a:pt x="22606" y="46463"/>
                  <a:pt x="22606" y="46463"/>
                </a:cubicBezTo>
                <a:cubicBezTo>
                  <a:pt x="15756" y="42996"/>
                  <a:pt x="8905" y="40222"/>
                  <a:pt x="1370" y="36754"/>
                </a:cubicBezTo>
                <a:cubicBezTo>
                  <a:pt x="685" y="36754"/>
                  <a:pt x="685" y="36060"/>
                  <a:pt x="0" y="36060"/>
                </a:cubicBezTo>
                <a:cubicBezTo>
                  <a:pt x="685" y="35367"/>
                  <a:pt x="685" y="35367"/>
                  <a:pt x="685" y="35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990600" y="723900"/>
            <a:ext cx="449143" cy="448368"/>
          </a:xfrm>
          <a:custGeom>
            <a:avLst/>
            <a:gdLst/>
            <a:ahLst/>
            <a:cxnLst/>
            <a:rect l="l" t="t" r="r" b="b"/>
            <a:pathLst>
              <a:path w="449143" h="448368">
                <a:moveTo>
                  <a:pt x="449143" y="224184"/>
                </a:moveTo>
                <a:cubicBezTo>
                  <a:pt x="449143" y="347280"/>
                  <a:pt x="348568" y="448368"/>
                  <a:pt x="224572" y="448368"/>
                </a:cubicBezTo>
                <a:cubicBezTo>
                  <a:pt x="101263" y="448368"/>
                  <a:pt x="0" y="348656"/>
                  <a:pt x="0" y="224184"/>
                </a:cubicBezTo>
                <a:cubicBezTo>
                  <a:pt x="0" y="100401"/>
                  <a:pt x="100575" y="0"/>
                  <a:pt x="224572" y="0"/>
                </a:cubicBezTo>
                <a:cubicBezTo>
                  <a:pt x="348568" y="0"/>
                  <a:pt x="449143" y="101089"/>
                  <a:pt x="449143" y="224184"/>
                </a:cubicBezTo>
                <a:close/>
                <a:moveTo>
                  <a:pt x="206661" y="253067"/>
                </a:moveTo>
                <a:cubicBezTo>
                  <a:pt x="206661" y="254442"/>
                  <a:pt x="206661" y="255130"/>
                  <a:pt x="206661" y="256506"/>
                </a:cubicBezTo>
                <a:cubicBezTo>
                  <a:pt x="206661" y="264758"/>
                  <a:pt x="206661" y="272322"/>
                  <a:pt x="206661" y="280575"/>
                </a:cubicBezTo>
                <a:cubicBezTo>
                  <a:pt x="206661" y="281262"/>
                  <a:pt x="206661" y="281950"/>
                  <a:pt x="206661" y="282637"/>
                </a:cubicBezTo>
                <a:cubicBezTo>
                  <a:pt x="206661" y="286763"/>
                  <a:pt x="204594" y="290203"/>
                  <a:pt x="201150" y="292265"/>
                </a:cubicBezTo>
                <a:cubicBezTo>
                  <a:pt x="199772" y="292952"/>
                  <a:pt x="198394" y="294328"/>
                  <a:pt x="196328" y="295016"/>
                </a:cubicBezTo>
                <a:cubicBezTo>
                  <a:pt x="183928" y="303268"/>
                  <a:pt x="173595" y="314270"/>
                  <a:pt x="164640" y="326649"/>
                </a:cubicBezTo>
                <a:cubicBezTo>
                  <a:pt x="154996" y="341090"/>
                  <a:pt x="148796" y="357595"/>
                  <a:pt x="144663" y="374099"/>
                </a:cubicBezTo>
                <a:cubicBezTo>
                  <a:pt x="143974" y="377538"/>
                  <a:pt x="143285" y="380289"/>
                  <a:pt x="143285" y="383727"/>
                </a:cubicBezTo>
                <a:cubicBezTo>
                  <a:pt x="142596" y="392666"/>
                  <a:pt x="148107" y="399543"/>
                  <a:pt x="157062" y="400919"/>
                </a:cubicBezTo>
                <a:cubicBezTo>
                  <a:pt x="164640" y="402294"/>
                  <a:pt x="173595" y="399543"/>
                  <a:pt x="176351" y="389228"/>
                </a:cubicBezTo>
                <a:cubicBezTo>
                  <a:pt x="176351" y="388540"/>
                  <a:pt x="177039" y="387166"/>
                  <a:pt x="177039" y="386478"/>
                </a:cubicBezTo>
                <a:cubicBezTo>
                  <a:pt x="179106" y="381664"/>
                  <a:pt x="180484" y="376163"/>
                  <a:pt x="181861" y="371348"/>
                </a:cubicBezTo>
                <a:cubicBezTo>
                  <a:pt x="185995" y="359658"/>
                  <a:pt x="191506" y="349343"/>
                  <a:pt x="199084" y="339028"/>
                </a:cubicBezTo>
                <a:cubicBezTo>
                  <a:pt x="203217" y="333526"/>
                  <a:pt x="208727" y="328713"/>
                  <a:pt x="214927" y="325274"/>
                </a:cubicBezTo>
                <a:cubicBezTo>
                  <a:pt x="221127" y="321836"/>
                  <a:pt x="227327" y="321836"/>
                  <a:pt x="233526" y="325274"/>
                </a:cubicBezTo>
                <a:cubicBezTo>
                  <a:pt x="234904" y="325962"/>
                  <a:pt x="236971" y="326649"/>
                  <a:pt x="238349" y="328024"/>
                </a:cubicBezTo>
                <a:cubicBezTo>
                  <a:pt x="244549" y="332151"/>
                  <a:pt x="249371" y="337652"/>
                  <a:pt x="253503" y="343841"/>
                </a:cubicBezTo>
                <a:cubicBezTo>
                  <a:pt x="260393" y="354844"/>
                  <a:pt x="265215" y="366535"/>
                  <a:pt x="268660" y="378225"/>
                </a:cubicBezTo>
                <a:cubicBezTo>
                  <a:pt x="270036" y="382351"/>
                  <a:pt x="271414" y="387166"/>
                  <a:pt x="272792" y="391291"/>
                </a:cubicBezTo>
                <a:cubicBezTo>
                  <a:pt x="274858" y="396105"/>
                  <a:pt x="277614" y="398856"/>
                  <a:pt x="282437" y="400232"/>
                </a:cubicBezTo>
                <a:cubicBezTo>
                  <a:pt x="292769" y="404358"/>
                  <a:pt x="307236" y="396792"/>
                  <a:pt x="305170" y="381664"/>
                </a:cubicBezTo>
                <a:cubicBezTo>
                  <a:pt x="304480" y="376850"/>
                  <a:pt x="303102" y="372723"/>
                  <a:pt x="302414" y="368598"/>
                </a:cubicBezTo>
                <a:cubicBezTo>
                  <a:pt x="298281" y="354156"/>
                  <a:pt x="293459" y="341090"/>
                  <a:pt x="285192" y="328713"/>
                </a:cubicBezTo>
                <a:cubicBezTo>
                  <a:pt x="275548" y="313583"/>
                  <a:pt x="263148" y="301893"/>
                  <a:pt x="247993" y="292265"/>
                </a:cubicBezTo>
                <a:cubicBezTo>
                  <a:pt x="243860" y="290203"/>
                  <a:pt x="241793" y="286763"/>
                  <a:pt x="241793" y="281950"/>
                </a:cubicBezTo>
                <a:cubicBezTo>
                  <a:pt x="241793" y="273009"/>
                  <a:pt x="241793" y="264758"/>
                  <a:pt x="241793" y="255817"/>
                </a:cubicBezTo>
                <a:cubicBezTo>
                  <a:pt x="241793" y="255130"/>
                  <a:pt x="241793" y="254442"/>
                  <a:pt x="242482" y="253067"/>
                </a:cubicBezTo>
                <a:cubicBezTo>
                  <a:pt x="243860" y="253067"/>
                  <a:pt x="244549" y="253755"/>
                  <a:pt x="245927" y="253755"/>
                </a:cubicBezTo>
                <a:cubicBezTo>
                  <a:pt x="259015" y="258568"/>
                  <a:pt x="270036" y="265445"/>
                  <a:pt x="279681" y="275073"/>
                </a:cubicBezTo>
                <a:cubicBezTo>
                  <a:pt x="292769" y="286763"/>
                  <a:pt x="302414" y="300518"/>
                  <a:pt x="312058" y="315646"/>
                </a:cubicBezTo>
                <a:cubicBezTo>
                  <a:pt x="318258" y="326649"/>
                  <a:pt x="324457" y="338339"/>
                  <a:pt x="329969" y="350030"/>
                </a:cubicBezTo>
                <a:cubicBezTo>
                  <a:pt x="331347" y="353469"/>
                  <a:pt x="333413" y="356220"/>
                  <a:pt x="336857" y="358971"/>
                </a:cubicBezTo>
                <a:cubicBezTo>
                  <a:pt x="340302" y="361721"/>
                  <a:pt x="345124" y="363784"/>
                  <a:pt x="349946" y="362408"/>
                </a:cubicBezTo>
                <a:cubicBezTo>
                  <a:pt x="356834" y="360346"/>
                  <a:pt x="360968" y="356220"/>
                  <a:pt x="362345" y="349343"/>
                </a:cubicBezTo>
                <a:cubicBezTo>
                  <a:pt x="363723" y="343841"/>
                  <a:pt x="363035" y="339028"/>
                  <a:pt x="360968" y="334213"/>
                </a:cubicBezTo>
                <a:cubicBezTo>
                  <a:pt x="358212" y="328024"/>
                  <a:pt x="355456" y="322523"/>
                  <a:pt x="352702" y="316334"/>
                </a:cubicBezTo>
                <a:cubicBezTo>
                  <a:pt x="343057" y="295016"/>
                  <a:pt x="330657" y="275073"/>
                  <a:pt x="314124" y="257881"/>
                </a:cubicBezTo>
                <a:cubicBezTo>
                  <a:pt x="297591" y="241376"/>
                  <a:pt x="278992" y="228999"/>
                  <a:pt x="256949" y="221433"/>
                </a:cubicBezTo>
                <a:cubicBezTo>
                  <a:pt x="252127" y="220058"/>
                  <a:pt x="247305" y="218683"/>
                  <a:pt x="241793" y="217307"/>
                </a:cubicBezTo>
                <a:cubicBezTo>
                  <a:pt x="241793" y="214556"/>
                  <a:pt x="241793" y="211807"/>
                  <a:pt x="241793" y="209056"/>
                </a:cubicBezTo>
                <a:cubicBezTo>
                  <a:pt x="241104" y="204930"/>
                  <a:pt x="240416" y="200115"/>
                  <a:pt x="237660" y="196677"/>
                </a:cubicBezTo>
                <a:cubicBezTo>
                  <a:pt x="230772" y="186362"/>
                  <a:pt x="217683" y="186362"/>
                  <a:pt x="210795" y="196677"/>
                </a:cubicBezTo>
                <a:cubicBezTo>
                  <a:pt x="208039" y="200804"/>
                  <a:pt x="207350" y="205617"/>
                  <a:pt x="207350" y="209743"/>
                </a:cubicBezTo>
                <a:cubicBezTo>
                  <a:pt x="206661" y="212494"/>
                  <a:pt x="206661" y="214556"/>
                  <a:pt x="206661" y="217307"/>
                </a:cubicBezTo>
                <a:cubicBezTo>
                  <a:pt x="205972" y="217995"/>
                  <a:pt x="205283" y="217995"/>
                  <a:pt x="203905" y="217995"/>
                </a:cubicBezTo>
                <a:cubicBezTo>
                  <a:pt x="181861" y="223497"/>
                  <a:pt x="161884" y="233124"/>
                  <a:pt x="144663" y="248253"/>
                </a:cubicBezTo>
                <a:cubicBezTo>
                  <a:pt x="131575" y="259944"/>
                  <a:pt x="120552" y="273698"/>
                  <a:pt x="110908" y="288827"/>
                </a:cubicBezTo>
                <a:cubicBezTo>
                  <a:pt x="101953" y="302580"/>
                  <a:pt x="95065" y="317710"/>
                  <a:pt x="88175" y="332151"/>
                </a:cubicBezTo>
                <a:cubicBezTo>
                  <a:pt x="86798" y="336964"/>
                  <a:pt x="85420" y="341779"/>
                  <a:pt x="86109" y="346592"/>
                </a:cubicBezTo>
                <a:cubicBezTo>
                  <a:pt x="86798" y="354156"/>
                  <a:pt x="89553" y="358971"/>
                  <a:pt x="96441" y="361721"/>
                </a:cubicBezTo>
                <a:cubicBezTo>
                  <a:pt x="103331" y="364472"/>
                  <a:pt x="109530" y="361721"/>
                  <a:pt x="113664" y="356907"/>
                </a:cubicBezTo>
                <a:cubicBezTo>
                  <a:pt x="115730" y="354844"/>
                  <a:pt x="117108" y="352094"/>
                  <a:pt x="118486" y="350030"/>
                </a:cubicBezTo>
                <a:cubicBezTo>
                  <a:pt x="124685" y="339028"/>
                  <a:pt x="130197" y="327337"/>
                  <a:pt x="136397" y="317021"/>
                </a:cubicBezTo>
                <a:cubicBezTo>
                  <a:pt x="145352" y="301205"/>
                  <a:pt x="156374" y="286763"/>
                  <a:pt x="169462" y="274385"/>
                </a:cubicBezTo>
                <a:cubicBezTo>
                  <a:pt x="179106" y="265445"/>
                  <a:pt x="190128" y="258568"/>
                  <a:pt x="202528" y="254442"/>
                </a:cubicBezTo>
                <a:cubicBezTo>
                  <a:pt x="203905" y="253755"/>
                  <a:pt x="205283" y="253067"/>
                  <a:pt x="206661" y="253067"/>
                </a:cubicBezTo>
                <a:close/>
                <a:moveTo>
                  <a:pt x="174285" y="77020"/>
                </a:moveTo>
                <a:cubicBezTo>
                  <a:pt x="173595" y="77707"/>
                  <a:pt x="172217" y="77707"/>
                  <a:pt x="171529" y="78396"/>
                </a:cubicBezTo>
                <a:cubicBezTo>
                  <a:pt x="165329" y="80458"/>
                  <a:pt x="159128" y="81834"/>
                  <a:pt x="152930" y="83897"/>
                </a:cubicBezTo>
                <a:cubicBezTo>
                  <a:pt x="128819" y="92150"/>
                  <a:pt x="106086" y="102465"/>
                  <a:pt x="84731" y="116219"/>
                </a:cubicBezTo>
                <a:cubicBezTo>
                  <a:pt x="75776" y="122408"/>
                  <a:pt x="66820" y="129285"/>
                  <a:pt x="58553" y="137536"/>
                </a:cubicBezTo>
                <a:cubicBezTo>
                  <a:pt x="55799" y="140287"/>
                  <a:pt x="53043" y="143038"/>
                  <a:pt x="51665" y="147164"/>
                </a:cubicBezTo>
                <a:cubicBezTo>
                  <a:pt x="48910" y="154729"/>
                  <a:pt x="52354" y="162980"/>
                  <a:pt x="59931" y="165731"/>
                </a:cubicBezTo>
                <a:cubicBezTo>
                  <a:pt x="64753" y="167795"/>
                  <a:pt x="69576" y="167795"/>
                  <a:pt x="74398" y="166420"/>
                </a:cubicBezTo>
                <a:cubicBezTo>
                  <a:pt x="78532" y="165044"/>
                  <a:pt x="81286" y="162980"/>
                  <a:pt x="84731" y="160918"/>
                </a:cubicBezTo>
                <a:cubicBezTo>
                  <a:pt x="92309" y="155416"/>
                  <a:pt x="100575" y="149228"/>
                  <a:pt x="108842" y="144413"/>
                </a:cubicBezTo>
                <a:cubicBezTo>
                  <a:pt x="128130" y="131347"/>
                  <a:pt x="148796" y="121032"/>
                  <a:pt x="171529" y="113468"/>
                </a:cubicBezTo>
                <a:cubicBezTo>
                  <a:pt x="172217" y="113468"/>
                  <a:pt x="173595" y="112780"/>
                  <a:pt x="174285" y="112780"/>
                </a:cubicBezTo>
                <a:cubicBezTo>
                  <a:pt x="174285" y="125846"/>
                  <a:pt x="174285" y="138911"/>
                  <a:pt x="174285" y="151290"/>
                </a:cubicBezTo>
                <a:cubicBezTo>
                  <a:pt x="173595" y="151978"/>
                  <a:pt x="172907" y="151978"/>
                  <a:pt x="172217" y="152665"/>
                </a:cubicBezTo>
                <a:cubicBezTo>
                  <a:pt x="127441" y="169857"/>
                  <a:pt x="90242" y="198053"/>
                  <a:pt x="61999" y="237250"/>
                </a:cubicBezTo>
                <a:cubicBezTo>
                  <a:pt x="55799" y="245502"/>
                  <a:pt x="50287" y="254442"/>
                  <a:pt x="44776" y="263383"/>
                </a:cubicBezTo>
                <a:cubicBezTo>
                  <a:pt x="42710" y="266134"/>
                  <a:pt x="41332" y="268884"/>
                  <a:pt x="41332" y="271635"/>
                </a:cubicBezTo>
                <a:cubicBezTo>
                  <a:pt x="41332" y="280575"/>
                  <a:pt x="46843" y="288139"/>
                  <a:pt x="55109" y="290203"/>
                </a:cubicBezTo>
                <a:cubicBezTo>
                  <a:pt x="61999" y="292265"/>
                  <a:pt x="67509" y="290203"/>
                  <a:pt x="71642" y="284013"/>
                </a:cubicBezTo>
                <a:cubicBezTo>
                  <a:pt x="73710" y="281262"/>
                  <a:pt x="75776" y="277824"/>
                  <a:pt x="77842" y="275073"/>
                </a:cubicBezTo>
                <a:cubicBezTo>
                  <a:pt x="87486" y="261319"/>
                  <a:pt x="98509" y="248253"/>
                  <a:pt x="110219" y="235875"/>
                </a:cubicBezTo>
                <a:cubicBezTo>
                  <a:pt x="121930" y="223497"/>
                  <a:pt x="134329" y="212494"/>
                  <a:pt x="148107" y="203554"/>
                </a:cubicBezTo>
                <a:cubicBezTo>
                  <a:pt x="163262" y="193926"/>
                  <a:pt x="179795" y="186362"/>
                  <a:pt x="197016" y="181548"/>
                </a:cubicBezTo>
                <a:cubicBezTo>
                  <a:pt x="206661" y="178797"/>
                  <a:pt x="209417" y="173984"/>
                  <a:pt x="209417" y="165044"/>
                </a:cubicBezTo>
                <a:cubicBezTo>
                  <a:pt x="209417" y="129972"/>
                  <a:pt x="209417" y="94901"/>
                  <a:pt x="209417" y="60516"/>
                </a:cubicBezTo>
                <a:cubicBezTo>
                  <a:pt x="209417" y="57766"/>
                  <a:pt x="209417" y="55702"/>
                  <a:pt x="208727" y="53640"/>
                </a:cubicBezTo>
                <a:cubicBezTo>
                  <a:pt x="208727" y="50889"/>
                  <a:pt x="208039" y="47450"/>
                  <a:pt x="205972" y="44699"/>
                </a:cubicBezTo>
                <a:cubicBezTo>
                  <a:pt x="201839" y="37823"/>
                  <a:pt x="192884" y="35072"/>
                  <a:pt x="185306" y="38510"/>
                </a:cubicBezTo>
                <a:cubicBezTo>
                  <a:pt x="179795" y="41948"/>
                  <a:pt x="176351" y="46763"/>
                  <a:pt x="174973" y="52951"/>
                </a:cubicBezTo>
                <a:cubicBezTo>
                  <a:pt x="174973" y="55702"/>
                  <a:pt x="174973" y="58453"/>
                  <a:pt x="174285" y="61891"/>
                </a:cubicBezTo>
                <a:cubicBezTo>
                  <a:pt x="174285" y="66705"/>
                  <a:pt x="174285" y="72207"/>
                  <a:pt x="174285" y="77020"/>
                </a:cubicBezTo>
                <a:close/>
                <a:moveTo>
                  <a:pt x="274170" y="77020"/>
                </a:moveTo>
                <a:cubicBezTo>
                  <a:pt x="274170" y="75645"/>
                  <a:pt x="274170" y="74270"/>
                  <a:pt x="274170" y="72894"/>
                </a:cubicBezTo>
                <a:cubicBezTo>
                  <a:pt x="274170" y="67393"/>
                  <a:pt x="274170" y="61891"/>
                  <a:pt x="274170" y="56391"/>
                </a:cubicBezTo>
                <a:cubicBezTo>
                  <a:pt x="273482" y="52264"/>
                  <a:pt x="272792" y="48138"/>
                  <a:pt x="270036" y="44699"/>
                </a:cubicBezTo>
                <a:cubicBezTo>
                  <a:pt x="265904" y="39197"/>
                  <a:pt x="260393" y="36448"/>
                  <a:pt x="253503" y="37135"/>
                </a:cubicBezTo>
                <a:cubicBezTo>
                  <a:pt x="246615" y="38510"/>
                  <a:pt x="242482" y="42636"/>
                  <a:pt x="240416" y="48825"/>
                </a:cubicBezTo>
                <a:cubicBezTo>
                  <a:pt x="239726" y="51576"/>
                  <a:pt x="239038" y="55015"/>
                  <a:pt x="239038" y="58453"/>
                </a:cubicBezTo>
                <a:cubicBezTo>
                  <a:pt x="239038" y="94212"/>
                  <a:pt x="239038" y="129972"/>
                  <a:pt x="239038" y="166420"/>
                </a:cubicBezTo>
                <a:cubicBezTo>
                  <a:pt x="239038" y="166420"/>
                  <a:pt x="239038" y="167107"/>
                  <a:pt x="239038" y="167107"/>
                </a:cubicBezTo>
                <a:cubicBezTo>
                  <a:pt x="239038" y="172608"/>
                  <a:pt x="241793" y="176734"/>
                  <a:pt x="246615" y="178797"/>
                </a:cubicBezTo>
                <a:cubicBezTo>
                  <a:pt x="248683" y="180172"/>
                  <a:pt x="251437" y="180861"/>
                  <a:pt x="254193" y="181548"/>
                </a:cubicBezTo>
                <a:cubicBezTo>
                  <a:pt x="266592" y="185674"/>
                  <a:pt x="278992" y="190489"/>
                  <a:pt x="290015" y="196677"/>
                </a:cubicBezTo>
                <a:cubicBezTo>
                  <a:pt x="309302" y="206992"/>
                  <a:pt x="325835" y="220746"/>
                  <a:pt x="339613" y="236563"/>
                </a:cubicBezTo>
                <a:cubicBezTo>
                  <a:pt x="353390" y="251004"/>
                  <a:pt x="365101" y="266821"/>
                  <a:pt x="376123" y="283326"/>
                </a:cubicBezTo>
                <a:cubicBezTo>
                  <a:pt x="376812" y="284013"/>
                  <a:pt x="377501" y="285388"/>
                  <a:pt x="378189" y="286076"/>
                </a:cubicBezTo>
                <a:cubicBezTo>
                  <a:pt x="380945" y="289514"/>
                  <a:pt x="384390" y="290890"/>
                  <a:pt x="388522" y="290890"/>
                </a:cubicBezTo>
                <a:cubicBezTo>
                  <a:pt x="402300" y="290890"/>
                  <a:pt x="411944" y="276449"/>
                  <a:pt x="404367" y="264070"/>
                </a:cubicBezTo>
                <a:cubicBezTo>
                  <a:pt x="400233" y="257193"/>
                  <a:pt x="396789" y="251004"/>
                  <a:pt x="391966" y="244127"/>
                </a:cubicBezTo>
                <a:cubicBezTo>
                  <a:pt x="363723" y="203554"/>
                  <a:pt x="326525" y="172608"/>
                  <a:pt x="280370" y="154041"/>
                </a:cubicBezTo>
                <a:cubicBezTo>
                  <a:pt x="278303" y="153354"/>
                  <a:pt x="276236" y="152665"/>
                  <a:pt x="274170" y="151290"/>
                </a:cubicBezTo>
                <a:cubicBezTo>
                  <a:pt x="274170" y="138224"/>
                  <a:pt x="274170" y="125846"/>
                  <a:pt x="274170" y="112780"/>
                </a:cubicBezTo>
                <a:cubicBezTo>
                  <a:pt x="274858" y="112780"/>
                  <a:pt x="274858" y="112780"/>
                  <a:pt x="274858" y="112780"/>
                </a:cubicBezTo>
                <a:cubicBezTo>
                  <a:pt x="276236" y="113468"/>
                  <a:pt x="276926" y="113468"/>
                  <a:pt x="277614" y="113468"/>
                </a:cubicBezTo>
                <a:cubicBezTo>
                  <a:pt x="302414" y="121719"/>
                  <a:pt x="325835" y="134098"/>
                  <a:pt x="347190" y="149228"/>
                </a:cubicBezTo>
                <a:cubicBezTo>
                  <a:pt x="353390" y="153354"/>
                  <a:pt x="359590" y="158167"/>
                  <a:pt x="366479" y="162293"/>
                </a:cubicBezTo>
                <a:cubicBezTo>
                  <a:pt x="371301" y="166420"/>
                  <a:pt x="376812" y="167795"/>
                  <a:pt x="383012" y="167107"/>
                </a:cubicBezTo>
                <a:cubicBezTo>
                  <a:pt x="394722" y="166420"/>
                  <a:pt x="400922" y="155416"/>
                  <a:pt x="396100" y="145101"/>
                </a:cubicBezTo>
                <a:cubicBezTo>
                  <a:pt x="394034" y="141662"/>
                  <a:pt x="391966" y="138911"/>
                  <a:pt x="389900" y="136849"/>
                </a:cubicBezTo>
                <a:cubicBezTo>
                  <a:pt x="378189" y="125158"/>
                  <a:pt x="364413" y="116219"/>
                  <a:pt x="350634" y="107967"/>
                </a:cubicBezTo>
                <a:cubicBezTo>
                  <a:pt x="330657" y="96963"/>
                  <a:pt x="309992" y="88711"/>
                  <a:pt x="287947" y="81834"/>
                </a:cubicBezTo>
                <a:cubicBezTo>
                  <a:pt x="283815" y="79771"/>
                  <a:pt x="278992" y="78396"/>
                  <a:pt x="274170" y="770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AutoShape 54"/>
          <p:cNvSpPr/>
          <p:nvPr/>
        </p:nvSpPr>
        <p:spPr>
          <a:xfrm>
            <a:off x="876300" y="2667000"/>
            <a:ext cx="165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600" b="1" i="0" u="none" strike="noStrike">
                <a:solidFill>
                  <a:srgbClr val="FFFFFF"/>
                </a:solidFill>
                <a:latin typeface="Arial" panose="020B0604020202020204"/>
                <a:ea typeface="Arial" panose="020B0604020202020204"/>
                <a:cs typeface="Arial" panose="020B0604020202020204"/>
                <a:sym typeface="Arial" panose="020B0604020202020204"/>
              </a:rPr>
              <a:t>STRATEGY</a:t>
            </a:r>
            <a:endParaRPr lang="en-US" sz="1100"/>
          </a:p>
        </p:txBody>
      </p:sp>
      <p:sp>
        <p:nvSpPr>
          <p:cNvPr id="55" name="AutoShape 55"/>
          <p:cNvSpPr/>
          <p:nvPr/>
        </p:nvSpPr>
        <p:spPr>
          <a:xfrm>
            <a:off x="2667000" y="2730500"/>
            <a:ext cx="7620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基于「业绩预告超预期」的</a:t>
            </a:r>
            <a:endParaRPr lang="en-US" sz="1100"/>
          </a:p>
          <a:p>
            <a:pPr indent="0" algn="l">
              <a:lnSpc>
                <a:spcPct val="125000"/>
              </a:lnSpc>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事件驱动量化投资策略</a:t>
            </a:r>
            <a:endPar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6" name="AutoShape 56"/>
          <p:cNvSpPr/>
          <p:nvPr/>
        </p:nvSpPr>
        <p:spPr>
          <a:xfrm>
            <a:off x="2667000" y="3937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理论、实现与实证分析</a:t>
            </a:r>
            <a:endParaRPr lang="en-US" sz="1100"/>
          </a:p>
        </p:txBody>
      </p:sp>
      <p:sp>
        <p:nvSpPr>
          <p:cNvPr id="57" name="AutoShape 57"/>
          <p:cNvSpPr/>
          <p:nvPr/>
        </p:nvSpPr>
        <p:spPr>
          <a:xfrm>
            <a:off x="2667000" y="4635500"/>
            <a:ext cx="6350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奚漫，任天行，郑治杰，顾伟正，毛嘉楷</a:t>
            </a:r>
            <a:r>
              <a:rPr lang="en-US" altLang="zh-CN"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日　期：2026年4月9日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straightConnector1">
            <a:avLst/>
          </a:prstGeom>
          <a:solidFill>
            <a:srgbClr val="DEE0E3">
              <a:alpha val="100000"/>
            </a:srgbClr>
          </a:solidFill>
          <a:ln w="12700" cap="flat" cmpd="sng">
            <a:solidFill>
              <a:srgbClr val="A6A6A6">
                <a:alpha val="100000"/>
              </a:srgbClr>
            </a:solidFill>
            <a:prstDash val="solid"/>
            <a:round/>
            <a:headEnd type="none" w="med" len="med"/>
            <a:tailEnd type="none" w="med" len="med"/>
          </a:ln>
        </p:spPr>
      </p:cxnSp>
      <p:cxnSp>
        <p:nvCxnSpPr>
          <p:cNvPr id="54" name="Connector 54"/>
          <p:cNvCxnSpPr/>
          <p:nvPr/>
        </p:nvCxnSpPr>
        <p:spPr>
          <a:xfrm rot="17">
            <a:off x="533400" y="863601"/>
            <a:ext cx="584338" cy="12700"/>
          </a:xfrm>
          <a:prstGeom prst="straightConnector1">
            <a:avLst/>
          </a:prstGeom>
          <a:solidFill>
            <a:srgbClr val="DEE0E3">
              <a:alpha val="100000"/>
            </a:srgbClr>
          </a:solidFill>
          <a:ln w="38100" cap="flat" cmpd="sng">
            <a:solidFill>
              <a:srgbClr val="9A0001">
                <a:alpha val="100000"/>
              </a:srgbClr>
            </a:solidFill>
            <a:prstDash val="solid"/>
            <a:round/>
            <a:headEnd type="none" w="med" len="med"/>
            <a:tailEnd type="none" w="med" len="med"/>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 / CONTENTS</a:t>
            </a:r>
            <a:endParaRPr lang="en-US" sz="1100"/>
          </a:p>
        </p:txBody>
      </p:sp>
      <p:sp>
        <p:nvSpPr>
          <p:cNvPr id="56" name="AutoShape 56"/>
          <p:cNvSpPr/>
          <p:nvPr/>
        </p:nvSpPr>
        <p:spPr>
          <a:xfrm>
            <a:off x="508000" y="1397000"/>
            <a:ext cx="3556000" cy="1524000"/>
          </a:xfrm>
          <a:prstGeom prst="roundRect">
            <a:avLst>
              <a:gd name="adj" fmla="val 8333"/>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635000" y="1524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A0001">
                    <a:alpha val="20000"/>
                  </a:srgbClr>
                </a:solidFill>
                <a:latin typeface="Arial" panose="020B0604020202020204"/>
                <a:ea typeface="Arial" panose="020B0604020202020204"/>
                <a:cs typeface="Arial" panose="020B0604020202020204"/>
                <a:sym typeface="Arial" panose="020B0604020202020204"/>
              </a:rPr>
              <a:t>01</a:t>
            </a:r>
            <a:endParaRPr lang="en-US" sz="1100"/>
          </a:p>
        </p:txBody>
      </p:sp>
      <p:sp>
        <p:nvSpPr>
          <p:cNvPr id="58" name="AutoShape 58"/>
          <p:cNvSpPr/>
          <p:nvPr/>
        </p:nvSpPr>
        <p:spPr>
          <a:xfrm>
            <a:off x="1524000" y="1587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策略概述</a:t>
            </a:r>
            <a:endParaRPr lang="en-US" sz="1100"/>
          </a:p>
        </p:txBody>
      </p:sp>
      <p:sp>
        <p:nvSpPr>
          <p:cNvPr id="59" name="AutoShape 59"/>
          <p:cNvSpPr/>
          <p:nvPr/>
        </p:nvSpPr>
        <p:spPr>
          <a:xfrm>
            <a:off x="635000" y="2159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什么是事件驱动量化投资？</a:t>
            </a:r>
            <a:b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本策略核心：聚焦业绩预告超预期</a:t>
            </a:r>
            <a:endParaRPr lang="en-US" sz="1100"/>
          </a:p>
        </p:txBody>
      </p:sp>
      <p:sp>
        <p:nvSpPr>
          <p:cNvPr id="60" name="AutoShape 60"/>
          <p:cNvSpPr/>
          <p:nvPr/>
        </p:nvSpPr>
        <p:spPr>
          <a:xfrm>
            <a:off x="508000" y="3175000"/>
            <a:ext cx="3556000" cy="1524000"/>
          </a:xfrm>
          <a:prstGeom prst="roundRect">
            <a:avLst>
              <a:gd name="adj" fmla="val 8333"/>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635000" y="3302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A0001">
                    <a:alpha val="20000"/>
                  </a:srgbClr>
                </a:solidFill>
                <a:latin typeface="Arial" panose="020B0604020202020204"/>
                <a:ea typeface="Arial" panose="020B0604020202020204"/>
                <a:cs typeface="Arial" panose="020B0604020202020204"/>
                <a:sym typeface="Arial" panose="020B0604020202020204"/>
              </a:rPr>
              <a:t>02</a:t>
            </a:r>
            <a:endParaRPr lang="en-US" sz="1100"/>
          </a:p>
        </p:txBody>
      </p:sp>
      <p:sp>
        <p:nvSpPr>
          <p:cNvPr id="62" name="AutoShape 62"/>
          <p:cNvSpPr/>
          <p:nvPr/>
        </p:nvSpPr>
        <p:spPr>
          <a:xfrm>
            <a:off x="1524000" y="3365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策略思想与假设</a:t>
            </a:r>
            <a:endParaRPr lang="en-US" sz="1100"/>
          </a:p>
        </p:txBody>
      </p:sp>
      <p:sp>
        <p:nvSpPr>
          <p:cNvPr id="63" name="AutoShape 63"/>
          <p:cNvSpPr/>
          <p:nvPr/>
        </p:nvSpPr>
        <p:spPr>
          <a:xfrm>
            <a:off x="635000" y="3937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核心思想：业绩是股价的核心锚点</a:t>
            </a:r>
            <a:b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理论基础：有效市场假说与行为金融学</a:t>
            </a:r>
            <a:b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三大核心假设</a:t>
            </a:r>
            <a:endParaRPr lang="en-US" sz="1100"/>
          </a:p>
        </p:txBody>
      </p:sp>
      <p:sp>
        <p:nvSpPr>
          <p:cNvPr id="64" name="AutoShape 64"/>
          <p:cNvSpPr/>
          <p:nvPr/>
        </p:nvSpPr>
        <p:spPr>
          <a:xfrm>
            <a:off x="508000" y="4953000"/>
            <a:ext cx="3556000" cy="1397000"/>
          </a:xfrm>
          <a:prstGeom prst="roundRect">
            <a:avLst>
              <a:gd name="adj" fmla="val 9090"/>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65" name="AutoShape 65"/>
          <p:cNvSpPr/>
          <p:nvPr/>
        </p:nvSpPr>
        <p:spPr>
          <a:xfrm>
            <a:off x="635000" y="5080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A0001">
                    <a:alpha val="20000"/>
                  </a:srgbClr>
                </a:solidFill>
                <a:latin typeface="Arial" panose="020B0604020202020204"/>
                <a:ea typeface="Arial" panose="020B0604020202020204"/>
                <a:cs typeface="Arial" panose="020B0604020202020204"/>
                <a:sym typeface="Arial" panose="020B0604020202020204"/>
              </a:rPr>
              <a:t>03</a:t>
            </a:r>
            <a:endParaRPr lang="en-US" sz="1100"/>
          </a:p>
        </p:txBody>
      </p:sp>
      <p:sp>
        <p:nvSpPr>
          <p:cNvPr id="66" name="AutoShape 66"/>
          <p:cNvSpPr/>
          <p:nvPr/>
        </p:nvSpPr>
        <p:spPr>
          <a:xfrm>
            <a:off x="1524000" y="5143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策略流程与代码</a:t>
            </a:r>
            <a:endParaRPr lang="en-US" sz="1100"/>
          </a:p>
        </p:txBody>
      </p:sp>
      <p:sp>
        <p:nvSpPr>
          <p:cNvPr id="67" name="AutoShape 67"/>
          <p:cNvSpPr/>
          <p:nvPr/>
        </p:nvSpPr>
        <p:spPr>
          <a:xfrm>
            <a:off x="635000" y="5715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策略整体流程图解与核心逻辑详解</a:t>
            </a:r>
            <a:b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聚宽平台核心代码实现</a:t>
            </a:r>
            <a:endParaRPr lang="en-US" sz="1100"/>
          </a:p>
        </p:txBody>
      </p:sp>
      <p:sp>
        <p:nvSpPr>
          <p:cNvPr id="68" name="AutoShape 68"/>
          <p:cNvSpPr/>
          <p:nvPr/>
        </p:nvSpPr>
        <p:spPr>
          <a:xfrm>
            <a:off x="4318000" y="1397000"/>
            <a:ext cx="3556000" cy="1524000"/>
          </a:xfrm>
          <a:prstGeom prst="roundRect">
            <a:avLst>
              <a:gd name="adj" fmla="val 8333"/>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4445000" y="1524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A0001">
                    <a:alpha val="20000"/>
                  </a:srgbClr>
                </a:solidFill>
                <a:latin typeface="Arial" panose="020B0604020202020204"/>
                <a:ea typeface="Arial" panose="020B0604020202020204"/>
                <a:cs typeface="Arial" panose="020B0604020202020204"/>
                <a:sym typeface="Arial" panose="020B0604020202020204"/>
              </a:rPr>
              <a:t>04</a:t>
            </a:r>
            <a:endParaRPr lang="en-US" sz="1100"/>
          </a:p>
        </p:txBody>
      </p:sp>
      <p:sp>
        <p:nvSpPr>
          <p:cNvPr id="70" name="AutoShape 70"/>
          <p:cNvSpPr/>
          <p:nvPr/>
        </p:nvSpPr>
        <p:spPr>
          <a:xfrm>
            <a:off x="5334000" y="1587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回测结果与优化</a:t>
            </a:r>
            <a:endParaRPr lang="en-US" sz="1100"/>
          </a:p>
        </p:txBody>
      </p:sp>
      <p:sp>
        <p:nvSpPr>
          <p:cNvPr id="71" name="AutoShape 71"/>
          <p:cNvSpPr/>
          <p:nvPr/>
        </p:nvSpPr>
        <p:spPr>
          <a:xfrm>
            <a:off x="4445000" y="2159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基准回测结果概览</a:t>
            </a:r>
            <a:b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超参敏感性分析与最优参数组合</a:t>
            </a:r>
            <a:b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策略有效性验证结论</a:t>
            </a:r>
            <a:endParaRPr lang="en-US" sz="1100"/>
          </a:p>
        </p:txBody>
      </p:sp>
      <p:sp>
        <p:nvSpPr>
          <p:cNvPr id="72" name="AutoShape 72"/>
          <p:cNvSpPr/>
          <p:nvPr/>
        </p:nvSpPr>
        <p:spPr>
          <a:xfrm>
            <a:off x="4318000" y="3175000"/>
            <a:ext cx="3556000" cy="1524000"/>
          </a:xfrm>
          <a:prstGeom prst="roundRect">
            <a:avLst>
              <a:gd name="adj" fmla="val 8333"/>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73" name="AutoShape 73"/>
          <p:cNvSpPr/>
          <p:nvPr/>
        </p:nvSpPr>
        <p:spPr>
          <a:xfrm>
            <a:off x="4445000" y="3302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9A0001">
                    <a:alpha val="20000"/>
                  </a:srgbClr>
                </a:solidFill>
                <a:latin typeface="Arial" panose="020B0604020202020204"/>
                <a:ea typeface="Arial" panose="020B0604020202020204"/>
                <a:cs typeface="Arial" panose="020B0604020202020204"/>
                <a:sym typeface="Arial" panose="020B0604020202020204"/>
              </a:rPr>
              <a:t>05</a:t>
            </a:r>
            <a:endParaRPr lang="en-US" sz="1100"/>
          </a:p>
        </p:txBody>
      </p:sp>
      <p:sp>
        <p:nvSpPr>
          <p:cNvPr id="74" name="AutoShape 74"/>
          <p:cNvSpPr/>
          <p:nvPr/>
        </p:nvSpPr>
        <p:spPr>
          <a:xfrm>
            <a:off x="5334000" y="3365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总结与展望</a:t>
            </a:r>
            <a:endParaRPr lang="en-US" sz="1100"/>
          </a:p>
        </p:txBody>
      </p:sp>
      <p:sp>
        <p:nvSpPr>
          <p:cNvPr id="75" name="AutoShape 75"/>
          <p:cNvSpPr/>
          <p:nvPr/>
        </p:nvSpPr>
        <p:spPr>
          <a:xfrm>
            <a:off x="4445000" y="3937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策略总结与潜在风险提示</a:t>
            </a:r>
            <a:b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未来改进方向与拓展思路</a:t>
            </a:r>
            <a:endParaRPr lang="en-US" sz="1100"/>
          </a:p>
        </p:txBody>
      </p:sp>
      <p:sp>
        <p:nvSpPr>
          <p:cNvPr id="76" name="AutoShape 76"/>
          <p:cNvSpPr/>
          <p:nvPr/>
        </p:nvSpPr>
        <p:spPr>
          <a:xfrm>
            <a:off x="8128000" y="1397000"/>
            <a:ext cx="3556000" cy="4953000"/>
          </a:xfrm>
          <a:prstGeom prst="roundRect">
            <a:avLst>
              <a:gd name="adj" fmla="val 3571"/>
            </a:avLst>
          </a:prstGeom>
          <a:solidFill>
            <a:srgbClr val="9A0001">
              <a:alpha val="6000"/>
            </a:srgbClr>
          </a:solidFill>
          <a:ln w="25400" cap="flat" cmpd="sng">
            <a:noFill/>
            <a:prstDash val="solid"/>
            <a:round/>
          </a:ln>
        </p:spPr>
        <p:txBody>
          <a:bodyPr vert="horz" wrap="square" lIns="63500" tIns="63500" rIns="63500" bIns="63500" rtlCol="0" anchor="ctr"/>
          <a:lstStyle/>
          <a:p>
            <a:pPr algn="ctr">
              <a:defRPr/>
            </a:pPr>
          </a:p>
        </p:txBody>
      </p:sp>
      <p:pic>
        <p:nvPicPr>
          <p:cNvPr id="77" name="Picture 7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44000" y="2413000"/>
            <a:ext cx="1524000" cy="1524000"/>
          </a:xfrm>
          <a:prstGeom prst="rect">
            <a:avLst/>
          </a:prstGeom>
        </p:spPr>
      </p:pic>
      <p:sp>
        <p:nvSpPr>
          <p:cNvPr id="78" name="AutoShape 78"/>
          <p:cNvSpPr/>
          <p:nvPr/>
        </p:nvSpPr>
        <p:spPr>
          <a:xfrm>
            <a:off x="8382000" y="4318000"/>
            <a:ext cx="304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9A0001"/>
                </a:solidFill>
                <a:latin typeface="Arial" panose="020B0604020202020204"/>
                <a:ea typeface="Arial" panose="020B0604020202020204"/>
                <a:cs typeface="Arial" panose="020B0604020202020204"/>
                <a:sym typeface="Arial" panose="020B0604020202020204"/>
              </a:rPr>
              <a:t>CONTENTS</a:t>
            </a:r>
            <a:endParaRPr lang="en-US" sz="1100"/>
          </a:p>
        </p:txBody>
      </p:sp>
      <p:sp>
        <p:nvSpPr>
          <p:cNvPr id="79" name="AutoShape 79"/>
          <p:cNvSpPr/>
          <p:nvPr/>
        </p:nvSpPr>
        <p:spPr>
          <a:xfrm>
            <a:off x="8382000" y="5080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Event-Driven Quant Strategy</a:t>
            </a:r>
            <a:endParaRPr lang="en-US" sz="1100"/>
          </a:p>
        </p:txBody>
      </p:sp>
      <p:sp>
        <p:nvSpPr>
          <p:cNvPr id="80" name="AutoShape 80"/>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81" name="AutoShape 81"/>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765300"/>
            <a:ext cx="12192000" cy="33274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3" name="Connector 3"/>
          <p:cNvCxnSpPr/>
          <p:nvPr/>
        </p:nvCxnSpPr>
        <p:spPr>
          <a:xfrm rot="63">
            <a:off x="990600" y="3429004"/>
            <a:ext cx="38121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4" name="Freeform 4"/>
          <p:cNvSpPr/>
          <p:nvPr/>
        </p:nvSpPr>
        <p:spPr>
          <a:xfrm>
            <a:off x="2717800" y="1143000"/>
            <a:ext cx="96009" cy="102806"/>
          </a:xfrm>
          <a:custGeom>
            <a:avLst/>
            <a:gdLst/>
            <a:ahLst/>
            <a:cxnLst/>
            <a:rect l="l" t="t" r="r" b="b"/>
            <a:pathLst>
              <a:path w="96009" h="102806">
                <a:moveTo>
                  <a:pt x="25704" y="53671"/>
                </a:moveTo>
                <a:cubicBezTo>
                  <a:pt x="25704" y="56695"/>
                  <a:pt x="25704" y="58962"/>
                  <a:pt x="25704" y="61231"/>
                </a:cubicBezTo>
                <a:cubicBezTo>
                  <a:pt x="25704" y="69546"/>
                  <a:pt x="25704" y="77861"/>
                  <a:pt x="25704" y="86176"/>
                </a:cubicBezTo>
                <a:cubicBezTo>
                  <a:pt x="25704" y="88444"/>
                  <a:pt x="25704" y="89957"/>
                  <a:pt x="26459" y="92224"/>
                </a:cubicBezTo>
                <a:cubicBezTo>
                  <a:pt x="26459" y="94492"/>
                  <a:pt x="27972" y="96003"/>
                  <a:pt x="30240" y="96003"/>
                </a:cubicBezTo>
                <a:cubicBezTo>
                  <a:pt x="32507" y="96003"/>
                  <a:pt x="34775" y="96760"/>
                  <a:pt x="37043" y="96760"/>
                </a:cubicBezTo>
                <a:cubicBezTo>
                  <a:pt x="37043" y="98271"/>
                  <a:pt x="37043" y="100540"/>
                  <a:pt x="37043" y="102051"/>
                </a:cubicBezTo>
                <a:cubicBezTo>
                  <a:pt x="24948" y="102051"/>
                  <a:pt x="12851" y="102051"/>
                  <a:pt x="756" y="102051"/>
                </a:cubicBezTo>
                <a:cubicBezTo>
                  <a:pt x="0" y="101295"/>
                  <a:pt x="0" y="100540"/>
                  <a:pt x="0" y="99783"/>
                </a:cubicBezTo>
                <a:cubicBezTo>
                  <a:pt x="0" y="99027"/>
                  <a:pt x="0" y="98271"/>
                  <a:pt x="0" y="96760"/>
                </a:cubicBezTo>
                <a:cubicBezTo>
                  <a:pt x="2268" y="96760"/>
                  <a:pt x="4536" y="96760"/>
                  <a:pt x="6803" y="96003"/>
                </a:cubicBezTo>
                <a:cubicBezTo>
                  <a:pt x="10584" y="95247"/>
                  <a:pt x="11340" y="94492"/>
                  <a:pt x="12095" y="90712"/>
                </a:cubicBezTo>
                <a:cubicBezTo>
                  <a:pt x="12095" y="88444"/>
                  <a:pt x="12851" y="86176"/>
                  <a:pt x="12851" y="83909"/>
                </a:cubicBezTo>
                <a:cubicBezTo>
                  <a:pt x="12851" y="61231"/>
                  <a:pt x="12851" y="39309"/>
                  <a:pt x="12851" y="16631"/>
                </a:cubicBezTo>
                <a:cubicBezTo>
                  <a:pt x="12851" y="15118"/>
                  <a:pt x="12095" y="12851"/>
                  <a:pt x="12095" y="11339"/>
                </a:cubicBezTo>
                <a:cubicBezTo>
                  <a:pt x="11340" y="8315"/>
                  <a:pt x="9827" y="6803"/>
                  <a:pt x="6803" y="6803"/>
                </a:cubicBezTo>
                <a:cubicBezTo>
                  <a:pt x="4536" y="6048"/>
                  <a:pt x="2268" y="6048"/>
                  <a:pt x="0" y="6048"/>
                </a:cubicBezTo>
                <a:cubicBezTo>
                  <a:pt x="0" y="3780"/>
                  <a:pt x="0" y="2268"/>
                  <a:pt x="0" y="756"/>
                </a:cubicBezTo>
                <a:cubicBezTo>
                  <a:pt x="1513" y="756"/>
                  <a:pt x="2268" y="0"/>
                  <a:pt x="3024" y="0"/>
                </a:cubicBezTo>
                <a:cubicBezTo>
                  <a:pt x="19656" y="0"/>
                  <a:pt x="37043" y="0"/>
                  <a:pt x="53675" y="0"/>
                </a:cubicBezTo>
                <a:cubicBezTo>
                  <a:pt x="59723" y="0"/>
                  <a:pt x="65015" y="756"/>
                  <a:pt x="71063" y="3024"/>
                </a:cubicBezTo>
                <a:cubicBezTo>
                  <a:pt x="81646" y="6803"/>
                  <a:pt x="86938" y="13607"/>
                  <a:pt x="87695" y="24190"/>
                </a:cubicBezTo>
                <a:cubicBezTo>
                  <a:pt x="88450" y="36285"/>
                  <a:pt x="83158" y="45356"/>
                  <a:pt x="73331" y="49892"/>
                </a:cubicBezTo>
                <a:cubicBezTo>
                  <a:pt x="68795" y="51403"/>
                  <a:pt x="65015" y="52916"/>
                  <a:pt x="60479" y="52916"/>
                </a:cubicBezTo>
                <a:cubicBezTo>
                  <a:pt x="58210" y="52916"/>
                  <a:pt x="55942" y="53671"/>
                  <a:pt x="53675" y="53671"/>
                </a:cubicBezTo>
                <a:cubicBezTo>
                  <a:pt x="54431" y="55183"/>
                  <a:pt x="55187" y="55940"/>
                  <a:pt x="55187" y="56695"/>
                </a:cubicBezTo>
                <a:cubicBezTo>
                  <a:pt x="63503" y="66523"/>
                  <a:pt x="71063" y="76350"/>
                  <a:pt x="78622" y="86176"/>
                </a:cubicBezTo>
                <a:cubicBezTo>
                  <a:pt x="79379" y="86933"/>
                  <a:pt x="79379" y="86933"/>
                  <a:pt x="79379" y="87688"/>
                </a:cubicBezTo>
                <a:cubicBezTo>
                  <a:pt x="83914" y="92224"/>
                  <a:pt x="88450" y="96760"/>
                  <a:pt x="96009" y="96760"/>
                </a:cubicBezTo>
                <a:cubicBezTo>
                  <a:pt x="96009" y="98271"/>
                  <a:pt x="96009" y="100540"/>
                  <a:pt x="96009" y="102051"/>
                </a:cubicBezTo>
                <a:cubicBezTo>
                  <a:pt x="93743" y="102051"/>
                  <a:pt x="90719" y="102051"/>
                  <a:pt x="87695" y="102051"/>
                </a:cubicBezTo>
                <a:cubicBezTo>
                  <a:pt x="83914" y="102051"/>
                  <a:pt x="80890" y="102051"/>
                  <a:pt x="77111" y="102806"/>
                </a:cubicBezTo>
                <a:cubicBezTo>
                  <a:pt x="74842" y="102806"/>
                  <a:pt x="73331" y="101295"/>
                  <a:pt x="72574" y="99783"/>
                </a:cubicBezTo>
                <a:cubicBezTo>
                  <a:pt x="62747" y="86933"/>
                  <a:pt x="53675" y="74837"/>
                  <a:pt x="44604" y="61986"/>
                </a:cubicBezTo>
                <a:cubicBezTo>
                  <a:pt x="43091" y="59719"/>
                  <a:pt x="40823" y="57451"/>
                  <a:pt x="39312" y="55183"/>
                </a:cubicBezTo>
                <a:cubicBezTo>
                  <a:pt x="38555" y="54427"/>
                  <a:pt x="37799" y="53671"/>
                  <a:pt x="37043" y="53671"/>
                </a:cubicBezTo>
                <a:cubicBezTo>
                  <a:pt x="33264" y="53671"/>
                  <a:pt x="29483" y="53671"/>
                  <a:pt x="25704" y="53671"/>
                </a:cubicBezTo>
                <a:close/>
                <a:moveTo>
                  <a:pt x="25704" y="46112"/>
                </a:moveTo>
                <a:cubicBezTo>
                  <a:pt x="26459" y="46868"/>
                  <a:pt x="27215" y="46868"/>
                  <a:pt x="27215" y="46868"/>
                </a:cubicBezTo>
                <a:cubicBezTo>
                  <a:pt x="34775" y="46868"/>
                  <a:pt x="42335" y="46868"/>
                  <a:pt x="49894" y="46868"/>
                </a:cubicBezTo>
                <a:cubicBezTo>
                  <a:pt x="54431" y="46112"/>
                  <a:pt x="58210" y="45356"/>
                  <a:pt x="61991" y="44600"/>
                </a:cubicBezTo>
                <a:cubicBezTo>
                  <a:pt x="68039" y="42333"/>
                  <a:pt x="71063" y="38552"/>
                  <a:pt x="72574" y="33261"/>
                </a:cubicBezTo>
                <a:cubicBezTo>
                  <a:pt x="72574" y="29482"/>
                  <a:pt x="73331" y="25702"/>
                  <a:pt x="72574" y="21921"/>
                </a:cubicBezTo>
                <a:cubicBezTo>
                  <a:pt x="71818" y="15118"/>
                  <a:pt x="68039" y="11339"/>
                  <a:pt x="61234" y="9072"/>
                </a:cubicBezTo>
                <a:cubicBezTo>
                  <a:pt x="58210" y="8315"/>
                  <a:pt x="55942" y="8315"/>
                  <a:pt x="52918" y="8315"/>
                </a:cubicBezTo>
                <a:cubicBezTo>
                  <a:pt x="44604" y="7559"/>
                  <a:pt x="36288" y="8315"/>
                  <a:pt x="27972" y="8315"/>
                </a:cubicBezTo>
                <a:cubicBezTo>
                  <a:pt x="27215" y="8315"/>
                  <a:pt x="26459" y="8315"/>
                  <a:pt x="25704" y="8315"/>
                </a:cubicBezTo>
                <a:cubicBezTo>
                  <a:pt x="25704" y="21166"/>
                  <a:pt x="25704" y="33261"/>
                  <a:pt x="25704" y="4611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841500" y="1143000"/>
            <a:ext cx="96009" cy="101958"/>
          </a:xfrm>
          <a:custGeom>
            <a:avLst/>
            <a:gdLst/>
            <a:ahLst/>
            <a:cxnLst/>
            <a:rect l="l" t="t" r="r" b="b"/>
            <a:pathLst>
              <a:path w="96009" h="101958">
                <a:moveTo>
                  <a:pt x="37799" y="52868"/>
                </a:moveTo>
                <a:cubicBezTo>
                  <a:pt x="33264" y="57399"/>
                  <a:pt x="29483" y="61175"/>
                  <a:pt x="25704" y="65706"/>
                </a:cubicBezTo>
                <a:cubicBezTo>
                  <a:pt x="24948" y="66462"/>
                  <a:pt x="24948" y="67217"/>
                  <a:pt x="24948" y="67972"/>
                </a:cubicBezTo>
                <a:cubicBezTo>
                  <a:pt x="24948" y="74769"/>
                  <a:pt x="24948" y="80811"/>
                  <a:pt x="24948" y="87608"/>
                </a:cubicBezTo>
                <a:cubicBezTo>
                  <a:pt x="24948" y="88364"/>
                  <a:pt x="24948" y="89118"/>
                  <a:pt x="25704" y="90630"/>
                </a:cubicBezTo>
                <a:cubicBezTo>
                  <a:pt x="26459" y="94405"/>
                  <a:pt x="27215" y="95161"/>
                  <a:pt x="30996" y="95915"/>
                </a:cubicBezTo>
                <a:cubicBezTo>
                  <a:pt x="33264" y="95915"/>
                  <a:pt x="34775" y="96671"/>
                  <a:pt x="37043" y="96671"/>
                </a:cubicBezTo>
                <a:cubicBezTo>
                  <a:pt x="37043" y="98181"/>
                  <a:pt x="37043" y="100448"/>
                  <a:pt x="37043" y="101958"/>
                </a:cubicBezTo>
                <a:cubicBezTo>
                  <a:pt x="24948" y="101958"/>
                  <a:pt x="12851" y="101958"/>
                  <a:pt x="0" y="101958"/>
                </a:cubicBezTo>
                <a:cubicBezTo>
                  <a:pt x="0" y="100448"/>
                  <a:pt x="0" y="98937"/>
                  <a:pt x="0" y="96671"/>
                </a:cubicBezTo>
                <a:cubicBezTo>
                  <a:pt x="1513" y="96671"/>
                  <a:pt x="3780" y="96671"/>
                  <a:pt x="5292" y="96671"/>
                </a:cubicBezTo>
                <a:cubicBezTo>
                  <a:pt x="10584" y="95915"/>
                  <a:pt x="12095" y="94405"/>
                  <a:pt x="12095" y="89118"/>
                </a:cubicBezTo>
                <a:cubicBezTo>
                  <a:pt x="12095" y="86853"/>
                  <a:pt x="12095" y="85343"/>
                  <a:pt x="12095" y="83833"/>
                </a:cubicBezTo>
                <a:cubicBezTo>
                  <a:pt x="12095" y="61930"/>
                  <a:pt x="12095" y="40028"/>
                  <a:pt x="12095" y="18125"/>
                </a:cubicBezTo>
                <a:cubicBezTo>
                  <a:pt x="12095" y="15860"/>
                  <a:pt x="12095" y="13594"/>
                  <a:pt x="12095" y="12084"/>
                </a:cubicBezTo>
                <a:cubicBezTo>
                  <a:pt x="11340" y="8307"/>
                  <a:pt x="9827" y="6797"/>
                  <a:pt x="6048" y="6797"/>
                </a:cubicBezTo>
                <a:cubicBezTo>
                  <a:pt x="3780" y="6041"/>
                  <a:pt x="2268" y="6041"/>
                  <a:pt x="0" y="6041"/>
                </a:cubicBezTo>
                <a:cubicBezTo>
                  <a:pt x="0" y="3776"/>
                  <a:pt x="0" y="2266"/>
                  <a:pt x="0" y="756"/>
                </a:cubicBezTo>
                <a:cubicBezTo>
                  <a:pt x="3024" y="0"/>
                  <a:pt x="30240" y="0"/>
                  <a:pt x="37043" y="756"/>
                </a:cubicBezTo>
                <a:cubicBezTo>
                  <a:pt x="37043" y="2266"/>
                  <a:pt x="37799" y="3776"/>
                  <a:pt x="37799" y="6041"/>
                </a:cubicBezTo>
                <a:cubicBezTo>
                  <a:pt x="35531" y="6041"/>
                  <a:pt x="33264" y="6041"/>
                  <a:pt x="30996" y="6797"/>
                </a:cubicBezTo>
                <a:cubicBezTo>
                  <a:pt x="27972" y="6797"/>
                  <a:pt x="25704" y="8307"/>
                  <a:pt x="25704" y="12084"/>
                </a:cubicBezTo>
                <a:cubicBezTo>
                  <a:pt x="24948" y="13594"/>
                  <a:pt x="24948" y="15105"/>
                  <a:pt x="24948" y="17371"/>
                </a:cubicBezTo>
                <a:cubicBezTo>
                  <a:pt x="24948" y="29455"/>
                  <a:pt x="24948" y="40784"/>
                  <a:pt x="24948" y="52868"/>
                </a:cubicBezTo>
                <a:cubicBezTo>
                  <a:pt x="24948" y="53622"/>
                  <a:pt x="24948" y="54378"/>
                  <a:pt x="24948" y="55133"/>
                </a:cubicBezTo>
                <a:cubicBezTo>
                  <a:pt x="26459" y="54378"/>
                  <a:pt x="27215" y="54378"/>
                  <a:pt x="27215" y="53622"/>
                </a:cubicBezTo>
                <a:cubicBezTo>
                  <a:pt x="39312" y="40784"/>
                  <a:pt x="50651" y="27944"/>
                  <a:pt x="62747" y="14350"/>
                </a:cubicBezTo>
                <a:cubicBezTo>
                  <a:pt x="63503" y="13594"/>
                  <a:pt x="64258" y="12084"/>
                  <a:pt x="65015" y="10574"/>
                </a:cubicBezTo>
                <a:cubicBezTo>
                  <a:pt x="66526" y="9063"/>
                  <a:pt x="65771" y="7553"/>
                  <a:pt x="63503" y="6797"/>
                </a:cubicBezTo>
                <a:cubicBezTo>
                  <a:pt x="61234" y="6041"/>
                  <a:pt x="59723" y="6041"/>
                  <a:pt x="57455" y="6041"/>
                </a:cubicBezTo>
                <a:cubicBezTo>
                  <a:pt x="57455" y="3776"/>
                  <a:pt x="57455" y="2266"/>
                  <a:pt x="57455" y="756"/>
                </a:cubicBezTo>
                <a:cubicBezTo>
                  <a:pt x="59723" y="0"/>
                  <a:pt x="86182" y="0"/>
                  <a:pt x="92230" y="756"/>
                </a:cubicBezTo>
                <a:cubicBezTo>
                  <a:pt x="92230" y="2266"/>
                  <a:pt x="92230" y="3776"/>
                  <a:pt x="92230" y="6041"/>
                </a:cubicBezTo>
                <a:cubicBezTo>
                  <a:pt x="91474" y="6041"/>
                  <a:pt x="90719" y="6041"/>
                  <a:pt x="89206" y="6041"/>
                </a:cubicBezTo>
                <a:cubicBezTo>
                  <a:pt x="83914" y="6797"/>
                  <a:pt x="78622" y="9063"/>
                  <a:pt x="74842" y="13594"/>
                </a:cubicBezTo>
                <a:cubicBezTo>
                  <a:pt x="69550" y="18881"/>
                  <a:pt x="64258" y="24922"/>
                  <a:pt x="58210" y="30965"/>
                </a:cubicBezTo>
                <a:cubicBezTo>
                  <a:pt x="54431" y="34741"/>
                  <a:pt x="50651" y="39272"/>
                  <a:pt x="46871" y="43049"/>
                </a:cubicBezTo>
                <a:cubicBezTo>
                  <a:pt x="47628" y="43804"/>
                  <a:pt x="48383" y="44559"/>
                  <a:pt x="48383" y="46071"/>
                </a:cubicBezTo>
                <a:cubicBezTo>
                  <a:pt x="58210" y="58909"/>
                  <a:pt x="68039" y="71749"/>
                  <a:pt x="77111" y="85343"/>
                </a:cubicBezTo>
                <a:cubicBezTo>
                  <a:pt x="78622" y="86853"/>
                  <a:pt x="80134" y="89118"/>
                  <a:pt x="81646" y="90630"/>
                </a:cubicBezTo>
                <a:cubicBezTo>
                  <a:pt x="84670" y="93650"/>
                  <a:pt x="88450" y="95915"/>
                  <a:pt x="92986" y="95915"/>
                </a:cubicBezTo>
                <a:cubicBezTo>
                  <a:pt x="93743" y="96671"/>
                  <a:pt x="94498" y="96671"/>
                  <a:pt x="96009" y="96671"/>
                </a:cubicBezTo>
                <a:cubicBezTo>
                  <a:pt x="96009" y="98181"/>
                  <a:pt x="96009" y="100448"/>
                  <a:pt x="96009" y="101958"/>
                </a:cubicBezTo>
                <a:cubicBezTo>
                  <a:pt x="82403" y="101958"/>
                  <a:pt x="68795" y="101958"/>
                  <a:pt x="55187" y="101958"/>
                </a:cubicBezTo>
                <a:cubicBezTo>
                  <a:pt x="55187" y="100448"/>
                  <a:pt x="55187" y="98937"/>
                  <a:pt x="55187" y="96671"/>
                </a:cubicBezTo>
                <a:cubicBezTo>
                  <a:pt x="56699" y="96671"/>
                  <a:pt x="58967" y="96671"/>
                  <a:pt x="60479" y="95915"/>
                </a:cubicBezTo>
                <a:cubicBezTo>
                  <a:pt x="64258" y="95915"/>
                  <a:pt x="65015" y="94405"/>
                  <a:pt x="63503" y="90630"/>
                </a:cubicBezTo>
                <a:cubicBezTo>
                  <a:pt x="63503" y="89118"/>
                  <a:pt x="62747" y="88364"/>
                  <a:pt x="61991" y="86853"/>
                </a:cubicBezTo>
                <a:cubicBezTo>
                  <a:pt x="54431" y="76280"/>
                  <a:pt x="46115" y="64952"/>
                  <a:pt x="38555" y="54378"/>
                </a:cubicBezTo>
                <a:cubicBezTo>
                  <a:pt x="38555" y="53622"/>
                  <a:pt x="37799" y="53622"/>
                  <a:pt x="37799" y="528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2362200" y="1143000"/>
            <a:ext cx="95160" cy="101958"/>
          </a:xfrm>
          <a:custGeom>
            <a:avLst/>
            <a:gdLst/>
            <a:ahLst/>
            <a:cxnLst/>
            <a:rect l="l" t="t" r="r" b="b"/>
            <a:pathLst>
              <a:path w="95160" h="101958">
                <a:moveTo>
                  <a:pt x="21147" y="12084"/>
                </a:moveTo>
                <a:cubicBezTo>
                  <a:pt x="21147" y="12840"/>
                  <a:pt x="21147" y="14350"/>
                  <a:pt x="21147" y="15105"/>
                </a:cubicBezTo>
                <a:cubicBezTo>
                  <a:pt x="21147" y="37762"/>
                  <a:pt x="21147" y="59665"/>
                  <a:pt x="21147" y="82321"/>
                </a:cubicBezTo>
                <a:cubicBezTo>
                  <a:pt x="21147" y="84587"/>
                  <a:pt x="21147" y="86853"/>
                  <a:pt x="21147" y="89874"/>
                </a:cubicBezTo>
                <a:cubicBezTo>
                  <a:pt x="21902" y="93650"/>
                  <a:pt x="23412" y="95161"/>
                  <a:pt x="27944" y="95915"/>
                </a:cubicBezTo>
                <a:cubicBezTo>
                  <a:pt x="29454" y="95915"/>
                  <a:pt x="30965" y="96671"/>
                  <a:pt x="33231" y="96671"/>
                </a:cubicBezTo>
                <a:cubicBezTo>
                  <a:pt x="33231" y="98181"/>
                  <a:pt x="33231" y="100448"/>
                  <a:pt x="33231" y="101958"/>
                </a:cubicBezTo>
                <a:cubicBezTo>
                  <a:pt x="21902" y="101958"/>
                  <a:pt x="11328" y="101958"/>
                  <a:pt x="0" y="101958"/>
                </a:cubicBezTo>
                <a:cubicBezTo>
                  <a:pt x="0" y="100448"/>
                  <a:pt x="0" y="98937"/>
                  <a:pt x="0" y="96671"/>
                </a:cubicBezTo>
                <a:cubicBezTo>
                  <a:pt x="2266" y="96671"/>
                  <a:pt x="3776" y="95915"/>
                  <a:pt x="6041" y="95915"/>
                </a:cubicBezTo>
                <a:cubicBezTo>
                  <a:pt x="9063" y="95915"/>
                  <a:pt x="11328" y="93650"/>
                  <a:pt x="12084" y="90630"/>
                </a:cubicBezTo>
                <a:cubicBezTo>
                  <a:pt x="12084" y="89118"/>
                  <a:pt x="12084" y="86853"/>
                  <a:pt x="12084" y="85343"/>
                </a:cubicBezTo>
                <a:cubicBezTo>
                  <a:pt x="12084" y="61930"/>
                  <a:pt x="12084" y="37762"/>
                  <a:pt x="12084" y="14350"/>
                </a:cubicBezTo>
                <a:cubicBezTo>
                  <a:pt x="12084" y="13594"/>
                  <a:pt x="12084" y="12840"/>
                  <a:pt x="12084" y="11328"/>
                </a:cubicBezTo>
                <a:cubicBezTo>
                  <a:pt x="12084" y="8307"/>
                  <a:pt x="10573" y="6797"/>
                  <a:pt x="6797" y="6797"/>
                </a:cubicBezTo>
                <a:cubicBezTo>
                  <a:pt x="6041" y="6041"/>
                  <a:pt x="5287" y="6041"/>
                  <a:pt x="3776" y="6041"/>
                </a:cubicBezTo>
                <a:cubicBezTo>
                  <a:pt x="3021" y="6041"/>
                  <a:pt x="1510" y="6041"/>
                  <a:pt x="756" y="6041"/>
                </a:cubicBezTo>
                <a:cubicBezTo>
                  <a:pt x="756" y="3776"/>
                  <a:pt x="756" y="2266"/>
                  <a:pt x="756" y="756"/>
                </a:cubicBezTo>
                <a:cubicBezTo>
                  <a:pt x="10573" y="756"/>
                  <a:pt x="20391" y="756"/>
                  <a:pt x="30209" y="756"/>
                </a:cubicBezTo>
                <a:cubicBezTo>
                  <a:pt x="44559" y="25678"/>
                  <a:pt x="59663" y="50602"/>
                  <a:pt x="74013" y="75524"/>
                </a:cubicBezTo>
                <a:cubicBezTo>
                  <a:pt x="74013" y="75524"/>
                  <a:pt x="74769" y="75524"/>
                  <a:pt x="74769" y="75524"/>
                </a:cubicBezTo>
                <a:cubicBezTo>
                  <a:pt x="74769" y="74769"/>
                  <a:pt x="74769" y="73259"/>
                  <a:pt x="74769" y="72503"/>
                </a:cubicBezTo>
                <a:cubicBezTo>
                  <a:pt x="74769" y="54378"/>
                  <a:pt x="74769" y="36252"/>
                  <a:pt x="74769" y="18125"/>
                </a:cubicBezTo>
                <a:cubicBezTo>
                  <a:pt x="74769" y="15860"/>
                  <a:pt x="74769" y="14350"/>
                  <a:pt x="74013" y="12084"/>
                </a:cubicBezTo>
                <a:cubicBezTo>
                  <a:pt x="73259" y="9063"/>
                  <a:pt x="70993" y="6797"/>
                  <a:pt x="67972" y="6797"/>
                </a:cubicBezTo>
                <a:cubicBezTo>
                  <a:pt x="66460" y="6041"/>
                  <a:pt x="64950" y="6041"/>
                  <a:pt x="62685" y="6041"/>
                </a:cubicBezTo>
                <a:cubicBezTo>
                  <a:pt x="62685" y="3776"/>
                  <a:pt x="62685" y="2266"/>
                  <a:pt x="62685" y="756"/>
                </a:cubicBezTo>
                <a:cubicBezTo>
                  <a:pt x="65706" y="0"/>
                  <a:pt x="86853" y="0"/>
                  <a:pt x="95160" y="756"/>
                </a:cubicBezTo>
                <a:cubicBezTo>
                  <a:pt x="95160" y="2266"/>
                  <a:pt x="95160" y="3776"/>
                  <a:pt x="95160" y="6041"/>
                </a:cubicBezTo>
                <a:cubicBezTo>
                  <a:pt x="93650" y="6041"/>
                  <a:pt x="92138" y="6041"/>
                  <a:pt x="89873" y="6797"/>
                </a:cubicBezTo>
                <a:cubicBezTo>
                  <a:pt x="86853" y="6797"/>
                  <a:pt x="84587" y="9063"/>
                  <a:pt x="83831" y="12084"/>
                </a:cubicBezTo>
                <a:cubicBezTo>
                  <a:pt x="83831" y="15105"/>
                  <a:pt x="83076" y="17371"/>
                  <a:pt x="83076" y="20391"/>
                </a:cubicBezTo>
                <a:cubicBezTo>
                  <a:pt x="83076" y="46071"/>
                  <a:pt x="83076" y="71749"/>
                  <a:pt x="83076" y="97427"/>
                </a:cubicBezTo>
                <a:cubicBezTo>
                  <a:pt x="83076" y="98937"/>
                  <a:pt x="83076" y="100448"/>
                  <a:pt x="83076" y="101958"/>
                </a:cubicBezTo>
                <a:cubicBezTo>
                  <a:pt x="80056" y="101958"/>
                  <a:pt x="77790" y="101958"/>
                  <a:pt x="74769" y="101958"/>
                </a:cubicBezTo>
                <a:cubicBezTo>
                  <a:pt x="57398" y="71749"/>
                  <a:pt x="39272" y="41538"/>
                  <a:pt x="21902" y="11328"/>
                </a:cubicBezTo>
                <a:cubicBezTo>
                  <a:pt x="21147" y="11328"/>
                  <a:pt x="21147" y="11328"/>
                  <a:pt x="21147" y="1208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2616200" y="1143000"/>
            <a:ext cx="93461" cy="101958"/>
          </a:xfrm>
          <a:custGeom>
            <a:avLst/>
            <a:gdLst/>
            <a:ahLst/>
            <a:cxnLst/>
            <a:rect l="l" t="t" r="r" b="b"/>
            <a:pathLst>
              <a:path w="93461" h="101958">
                <a:moveTo>
                  <a:pt x="0" y="6041"/>
                </a:moveTo>
                <a:cubicBezTo>
                  <a:pt x="0" y="3776"/>
                  <a:pt x="0" y="2266"/>
                  <a:pt x="0" y="756"/>
                </a:cubicBezTo>
                <a:cubicBezTo>
                  <a:pt x="2261" y="0"/>
                  <a:pt x="73864" y="0"/>
                  <a:pt x="79140" y="756"/>
                </a:cubicBezTo>
                <a:cubicBezTo>
                  <a:pt x="82155" y="9063"/>
                  <a:pt x="85170" y="18125"/>
                  <a:pt x="88185" y="26434"/>
                </a:cubicBezTo>
                <a:cubicBezTo>
                  <a:pt x="86678" y="27944"/>
                  <a:pt x="84417" y="28699"/>
                  <a:pt x="82909" y="29455"/>
                </a:cubicBezTo>
                <a:cubicBezTo>
                  <a:pt x="82155" y="27189"/>
                  <a:pt x="81402" y="26434"/>
                  <a:pt x="80648" y="24922"/>
                </a:cubicBezTo>
                <a:cubicBezTo>
                  <a:pt x="76125" y="15105"/>
                  <a:pt x="69342" y="9818"/>
                  <a:pt x="58790" y="8307"/>
                </a:cubicBezTo>
                <a:cubicBezTo>
                  <a:pt x="47484" y="7553"/>
                  <a:pt x="36178" y="8307"/>
                  <a:pt x="25626" y="8307"/>
                </a:cubicBezTo>
                <a:cubicBezTo>
                  <a:pt x="24873" y="11328"/>
                  <a:pt x="24873" y="41538"/>
                  <a:pt x="25626" y="46071"/>
                </a:cubicBezTo>
                <a:cubicBezTo>
                  <a:pt x="30903" y="46071"/>
                  <a:pt x="36178" y="46071"/>
                  <a:pt x="41454" y="45315"/>
                </a:cubicBezTo>
                <a:cubicBezTo>
                  <a:pt x="48238" y="44559"/>
                  <a:pt x="51253" y="40784"/>
                  <a:pt x="52006" y="33986"/>
                </a:cubicBezTo>
                <a:cubicBezTo>
                  <a:pt x="52760" y="31721"/>
                  <a:pt x="52760" y="29455"/>
                  <a:pt x="52760" y="27189"/>
                </a:cubicBezTo>
                <a:cubicBezTo>
                  <a:pt x="55021" y="27189"/>
                  <a:pt x="56529" y="27189"/>
                  <a:pt x="58790" y="27189"/>
                </a:cubicBezTo>
                <a:cubicBezTo>
                  <a:pt x="58790" y="42294"/>
                  <a:pt x="58790" y="56643"/>
                  <a:pt x="58790" y="71749"/>
                </a:cubicBezTo>
                <a:cubicBezTo>
                  <a:pt x="58036" y="71749"/>
                  <a:pt x="57282" y="71749"/>
                  <a:pt x="55775" y="71749"/>
                </a:cubicBezTo>
                <a:cubicBezTo>
                  <a:pt x="55021" y="71749"/>
                  <a:pt x="54267" y="71749"/>
                  <a:pt x="52760" y="71749"/>
                </a:cubicBezTo>
                <a:cubicBezTo>
                  <a:pt x="52760" y="70237"/>
                  <a:pt x="52760" y="67972"/>
                  <a:pt x="52760" y="66462"/>
                </a:cubicBezTo>
                <a:cubicBezTo>
                  <a:pt x="52006" y="64952"/>
                  <a:pt x="52006" y="62685"/>
                  <a:pt x="51253" y="61175"/>
                </a:cubicBezTo>
                <a:cubicBezTo>
                  <a:pt x="50499" y="56643"/>
                  <a:pt x="48238" y="54378"/>
                  <a:pt x="43716" y="53622"/>
                </a:cubicBezTo>
                <a:cubicBezTo>
                  <a:pt x="37686" y="52112"/>
                  <a:pt x="31656" y="52868"/>
                  <a:pt x="25626" y="52868"/>
                </a:cubicBezTo>
                <a:cubicBezTo>
                  <a:pt x="24873" y="54378"/>
                  <a:pt x="24873" y="55133"/>
                  <a:pt x="24873" y="55888"/>
                </a:cubicBezTo>
                <a:cubicBezTo>
                  <a:pt x="24873" y="66462"/>
                  <a:pt x="24873" y="77034"/>
                  <a:pt x="24873" y="86853"/>
                </a:cubicBezTo>
                <a:cubicBezTo>
                  <a:pt x="24873" y="93650"/>
                  <a:pt x="25626" y="94405"/>
                  <a:pt x="32410" y="94405"/>
                </a:cubicBezTo>
                <a:cubicBezTo>
                  <a:pt x="39193" y="94405"/>
                  <a:pt x="45223" y="94405"/>
                  <a:pt x="52006" y="94405"/>
                </a:cubicBezTo>
                <a:cubicBezTo>
                  <a:pt x="67081" y="94405"/>
                  <a:pt x="78387" y="86853"/>
                  <a:pt x="84417" y="73259"/>
                </a:cubicBezTo>
                <a:cubicBezTo>
                  <a:pt x="85170" y="71749"/>
                  <a:pt x="85924" y="70237"/>
                  <a:pt x="86678" y="67972"/>
                </a:cubicBezTo>
                <a:cubicBezTo>
                  <a:pt x="88938" y="68727"/>
                  <a:pt x="91200" y="69483"/>
                  <a:pt x="93461" y="70237"/>
                </a:cubicBezTo>
                <a:cubicBezTo>
                  <a:pt x="89692" y="81567"/>
                  <a:pt x="85924" y="91384"/>
                  <a:pt x="82155" y="101958"/>
                </a:cubicBezTo>
                <a:cubicBezTo>
                  <a:pt x="55021" y="101958"/>
                  <a:pt x="27888" y="101958"/>
                  <a:pt x="0" y="101958"/>
                </a:cubicBezTo>
                <a:cubicBezTo>
                  <a:pt x="0" y="100448"/>
                  <a:pt x="0" y="98937"/>
                  <a:pt x="0" y="96671"/>
                </a:cubicBezTo>
                <a:cubicBezTo>
                  <a:pt x="2261" y="96671"/>
                  <a:pt x="4522" y="96671"/>
                  <a:pt x="6030" y="95915"/>
                </a:cubicBezTo>
                <a:cubicBezTo>
                  <a:pt x="9798" y="95161"/>
                  <a:pt x="11306" y="94405"/>
                  <a:pt x="11306" y="90630"/>
                </a:cubicBezTo>
                <a:cubicBezTo>
                  <a:pt x="12060" y="89118"/>
                  <a:pt x="12060" y="86853"/>
                  <a:pt x="12060" y="85343"/>
                </a:cubicBezTo>
                <a:cubicBezTo>
                  <a:pt x="12060" y="61930"/>
                  <a:pt x="12060" y="39272"/>
                  <a:pt x="12060" y="15860"/>
                </a:cubicBezTo>
                <a:cubicBezTo>
                  <a:pt x="12060" y="15105"/>
                  <a:pt x="12060" y="13594"/>
                  <a:pt x="12060" y="12084"/>
                </a:cubicBezTo>
                <a:cubicBezTo>
                  <a:pt x="11306" y="8307"/>
                  <a:pt x="9798" y="6797"/>
                  <a:pt x="6030" y="6797"/>
                </a:cubicBezTo>
                <a:cubicBezTo>
                  <a:pt x="5276" y="6797"/>
                  <a:pt x="4522" y="6041"/>
                  <a:pt x="3015" y="6041"/>
                </a:cubicBezTo>
                <a:cubicBezTo>
                  <a:pt x="2261" y="6041"/>
                  <a:pt x="1507" y="6041"/>
                  <a:pt x="0" y="604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739900" y="1143000"/>
            <a:ext cx="93461" cy="101109"/>
          </a:xfrm>
          <a:custGeom>
            <a:avLst/>
            <a:gdLst/>
            <a:ahLst/>
            <a:cxnLst/>
            <a:rect l="l" t="t" r="r" b="b"/>
            <a:pathLst>
              <a:path w="93461" h="101109">
                <a:moveTo>
                  <a:pt x="25075" y="45272"/>
                </a:moveTo>
                <a:cubicBezTo>
                  <a:pt x="31153" y="45272"/>
                  <a:pt x="36473" y="46027"/>
                  <a:pt x="41792" y="44517"/>
                </a:cubicBezTo>
                <a:cubicBezTo>
                  <a:pt x="47870" y="43009"/>
                  <a:pt x="50909" y="39991"/>
                  <a:pt x="51670" y="33955"/>
                </a:cubicBezTo>
                <a:cubicBezTo>
                  <a:pt x="52429" y="31690"/>
                  <a:pt x="52429" y="29427"/>
                  <a:pt x="53189" y="26408"/>
                </a:cubicBezTo>
                <a:cubicBezTo>
                  <a:pt x="54709" y="26408"/>
                  <a:pt x="56989" y="26408"/>
                  <a:pt x="58508" y="26408"/>
                </a:cubicBezTo>
                <a:cubicBezTo>
                  <a:pt x="58508" y="41500"/>
                  <a:pt x="58508" y="55836"/>
                  <a:pt x="58508" y="70927"/>
                </a:cubicBezTo>
                <a:cubicBezTo>
                  <a:pt x="57748" y="70927"/>
                  <a:pt x="56989" y="70927"/>
                  <a:pt x="56989" y="70927"/>
                </a:cubicBezTo>
                <a:cubicBezTo>
                  <a:pt x="55469" y="70927"/>
                  <a:pt x="53950" y="70927"/>
                  <a:pt x="53189" y="70927"/>
                </a:cubicBezTo>
                <a:cubicBezTo>
                  <a:pt x="52429" y="67908"/>
                  <a:pt x="52429" y="64891"/>
                  <a:pt x="52429" y="62626"/>
                </a:cubicBezTo>
                <a:cubicBezTo>
                  <a:pt x="50909" y="55836"/>
                  <a:pt x="47870" y="52818"/>
                  <a:pt x="41031" y="52064"/>
                </a:cubicBezTo>
                <a:cubicBezTo>
                  <a:pt x="35712" y="52064"/>
                  <a:pt x="30394" y="52064"/>
                  <a:pt x="25075" y="52064"/>
                </a:cubicBezTo>
                <a:cubicBezTo>
                  <a:pt x="25075" y="53572"/>
                  <a:pt x="25075" y="54327"/>
                  <a:pt x="25075" y="55081"/>
                </a:cubicBezTo>
                <a:cubicBezTo>
                  <a:pt x="25075" y="65645"/>
                  <a:pt x="25075" y="76209"/>
                  <a:pt x="25075" y="86017"/>
                </a:cubicBezTo>
                <a:cubicBezTo>
                  <a:pt x="25075" y="92808"/>
                  <a:pt x="25834" y="93562"/>
                  <a:pt x="32673" y="93562"/>
                </a:cubicBezTo>
                <a:cubicBezTo>
                  <a:pt x="38752" y="93562"/>
                  <a:pt x="45590" y="93562"/>
                  <a:pt x="51670" y="93562"/>
                </a:cubicBezTo>
                <a:cubicBezTo>
                  <a:pt x="67626" y="93562"/>
                  <a:pt x="78264" y="86017"/>
                  <a:pt x="85103" y="72436"/>
                </a:cubicBezTo>
                <a:cubicBezTo>
                  <a:pt x="85862" y="70927"/>
                  <a:pt x="86623" y="69417"/>
                  <a:pt x="87382" y="67908"/>
                </a:cubicBezTo>
                <a:cubicBezTo>
                  <a:pt x="87382" y="67908"/>
                  <a:pt x="87382" y="67908"/>
                  <a:pt x="87382" y="67908"/>
                </a:cubicBezTo>
                <a:cubicBezTo>
                  <a:pt x="89662" y="67908"/>
                  <a:pt x="91181" y="68663"/>
                  <a:pt x="93461" y="69417"/>
                </a:cubicBezTo>
                <a:cubicBezTo>
                  <a:pt x="89662" y="80735"/>
                  <a:pt x="85862" y="90545"/>
                  <a:pt x="82823" y="101109"/>
                </a:cubicBezTo>
                <a:cubicBezTo>
                  <a:pt x="54709" y="101109"/>
                  <a:pt x="27355" y="101109"/>
                  <a:pt x="0" y="101109"/>
                </a:cubicBezTo>
                <a:cubicBezTo>
                  <a:pt x="0" y="99598"/>
                  <a:pt x="0" y="98090"/>
                  <a:pt x="0" y="95827"/>
                </a:cubicBezTo>
                <a:cubicBezTo>
                  <a:pt x="1520" y="95827"/>
                  <a:pt x="3800" y="95072"/>
                  <a:pt x="6078" y="95072"/>
                </a:cubicBezTo>
                <a:cubicBezTo>
                  <a:pt x="9119" y="95072"/>
                  <a:pt x="10638" y="93562"/>
                  <a:pt x="11398" y="90545"/>
                </a:cubicBezTo>
                <a:cubicBezTo>
                  <a:pt x="11398" y="89036"/>
                  <a:pt x="12158" y="86771"/>
                  <a:pt x="12158" y="85263"/>
                </a:cubicBezTo>
                <a:cubicBezTo>
                  <a:pt x="12158" y="61872"/>
                  <a:pt x="12158" y="38481"/>
                  <a:pt x="12158" y="15090"/>
                </a:cubicBezTo>
                <a:cubicBezTo>
                  <a:pt x="12158" y="7545"/>
                  <a:pt x="10638" y="6036"/>
                  <a:pt x="3800" y="5282"/>
                </a:cubicBezTo>
                <a:cubicBezTo>
                  <a:pt x="2280" y="5282"/>
                  <a:pt x="759" y="5282"/>
                  <a:pt x="0" y="5282"/>
                </a:cubicBezTo>
                <a:cubicBezTo>
                  <a:pt x="0" y="3018"/>
                  <a:pt x="0" y="1509"/>
                  <a:pt x="0" y="0"/>
                </a:cubicBezTo>
                <a:cubicBezTo>
                  <a:pt x="25834" y="0"/>
                  <a:pt x="52429" y="0"/>
                  <a:pt x="79784" y="0"/>
                </a:cubicBezTo>
                <a:cubicBezTo>
                  <a:pt x="82823" y="8299"/>
                  <a:pt x="85103" y="16600"/>
                  <a:pt x="88903" y="26408"/>
                </a:cubicBezTo>
                <a:cubicBezTo>
                  <a:pt x="86623" y="27163"/>
                  <a:pt x="85103" y="27918"/>
                  <a:pt x="82823" y="28673"/>
                </a:cubicBezTo>
                <a:cubicBezTo>
                  <a:pt x="82064" y="27163"/>
                  <a:pt x="82064" y="26408"/>
                  <a:pt x="81303" y="25654"/>
                </a:cubicBezTo>
                <a:cubicBezTo>
                  <a:pt x="81303" y="24145"/>
                  <a:pt x="80543" y="23391"/>
                  <a:pt x="79784" y="21882"/>
                </a:cubicBezTo>
                <a:cubicBezTo>
                  <a:pt x="75984" y="13581"/>
                  <a:pt x="68386" y="8299"/>
                  <a:pt x="59268" y="8299"/>
                </a:cubicBezTo>
                <a:cubicBezTo>
                  <a:pt x="50150" y="7545"/>
                  <a:pt x="41031" y="7545"/>
                  <a:pt x="31914" y="7545"/>
                </a:cubicBezTo>
                <a:cubicBezTo>
                  <a:pt x="29634" y="7545"/>
                  <a:pt x="27355" y="7545"/>
                  <a:pt x="25075" y="7545"/>
                </a:cubicBezTo>
                <a:cubicBezTo>
                  <a:pt x="25075" y="19618"/>
                  <a:pt x="25075" y="32445"/>
                  <a:pt x="25075" y="4527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993900" y="1143000"/>
            <a:ext cx="95160" cy="101109"/>
          </a:xfrm>
          <a:custGeom>
            <a:avLst/>
            <a:gdLst/>
            <a:ahLst/>
            <a:cxnLst/>
            <a:rect l="l" t="t" r="r" b="b"/>
            <a:pathLst>
              <a:path w="95160" h="101109">
                <a:moveTo>
                  <a:pt x="32475" y="101109"/>
                </a:moveTo>
                <a:cubicBezTo>
                  <a:pt x="21902" y="101109"/>
                  <a:pt x="10573" y="101109"/>
                  <a:pt x="0" y="101109"/>
                </a:cubicBezTo>
                <a:cubicBezTo>
                  <a:pt x="0" y="99598"/>
                  <a:pt x="0" y="98090"/>
                  <a:pt x="0" y="95827"/>
                </a:cubicBezTo>
                <a:cubicBezTo>
                  <a:pt x="1510" y="95827"/>
                  <a:pt x="3776" y="95827"/>
                  <a:pt x="5287" y="95072"/>
                </a:cubicBezTo>
                <a:cubicBezTo>
                  <a:pt x="9818" y="94317"/>
                  <a:pt x="11328" y="92808"/>
                  <a:pt x="12084" y="89036"/>
                </a:cubicBezTo>
                <a:cubicBezTo>
                  <a:pt x="12084" y="86771"/>
                  <a:pt x="12084" y="85263"/>
                  <a:pt x="12084" y="83000"/>
                </a:cubicBezTo>
                <a:cubicBezTo>
                  <a:pt x="12084" y="60363"/>
                  <a:pt x="12084" y="36972"/>
                  <a:pt x="12084" y="13581"/>
                </a:cubicBezTo>
                <a:cubicBezTo>
                  <a:pt x="12084" y="6791"/>
                  <a:pt x="10573" y="6036"/>
                  <a:pt x="3776" y="5282"/>
                </a:cubicBezTo>
                <a:cubicBezTo>
                  <a:pt x="3021" y="5282"/>
                  <a:pt x="1510" y="5282"/>
                  <a:pt x="0" y="5282"/>
                </a:cubicBezTo>
                <a:cubicBezTo>
                  <a:pt x="0" y="3018"/>
                  <a:pt x="0" y="1509"/>
                  <a:pt x="0" y="0"/>
                </a:cubicBezTo>
                <a:cubicBezTo>
                  <a:pt x="9818" y="0"/>
                  <a:pt x="19637" y="0"/>
                  <a:pt x="30209" y="0"/>
                </a:cubicBezTo>
                <a:cubicBezTo>
                  <a:pt x="44559" y="24900"/>
                  <a:pt x="58909" y="49799"/>
                  <a:pt x="74013" y="75453"/>
                </a:cubicBezTo>
                <a:cubicBezTo>
                  <a:pt x="74013" y="73944"/>
                  <a:pt x="74769" y="73190"/>
                  <a:pt x="74769" y="72436"/>
                </a:cubicBezTo>
                <a:cubicBezTo>
                  <a:pt x="74769" y="54327"/>
                  <a:pt x="74769" y="36218"/>
                  <a:pt x="74769" y="18109"/>
                </a:cubicBezTo>
                <a:cubicBezTo>
                  <a:pt x="74769" y="16600"/>
                  <a:pt x="74769" y="14336"/>
                  <a:pt x="74013" y="12827"/>
                </a:cubicBezTo>
                <a:cubicBezTo>
                  <a:pt x="73259" y="8299"/>
                  <a:pt x="71747" y="6036"/>
                  <a:pt x="67216" y="5282"/>
                </a:cubicBezTo>
                <a:cubicBezTo>
                  <a:pt x="65706" y="5282"/>
                  <a:pt x="64195" y="5282"/>
                  <a:pt x="62685" y="5282"/>
                </a:cubicBezTo>
                <a:cubicBezTo>
                  <a:pt x="62685" y="4528"/>
                  <a:pt x="62685" y="3773"/>
                  <a:pt x="62685" y="3018"/>
                </a:cubicBezTo>
                <a:cubicBezTo>
                  <a:pt x="62685" y="1509"/>
                  <a:pt x="62685" y="754"/>
                  <a:pt x="62685" y="0"/>
                </a:cubicBezTo>
                <a:cubicBezTo>
                  <a:pt x="73259" y="0"/>
                  <a:pt x="83831" y="0"/>
                  <a:pt x="94404" y="0"/>
                </a:cubicBezTo>
                <a:cubicBezTo>
                  <a:pt x="94404" y="754"/>
                  <a:pt x="95160" y="1509"/>
                  <a:pt x="95160" y="2263"/>
                </a:cubicBezTo>
                <a:cubicBezTo>
                  <a:pt x="95160" y="3018"/>
                  <a:pt x="95160" y="3773"/>
                  <a:pt x="95160" y="5282"/>
                </a:cubicBezTo>
                <a:cubicBezTo>
                  <a:pt x="93650" y="5282"/>
                  <a:pt x="92138" y="5282"/>
                  <a:pt x="90628" y="5282"/>
                </a:cubicBezTo>
                <a:cubicBezTo>
                  <a:pt x="86097" y="6036"/>
                  <a:pt x="83831" y="8299"/>
                  <a:pt x="83076" y="12073"/>
                </a:cubicBezTo>
                <a:cubicBezTo>
                  <a:pt x="83076" y="15090"/>
                  <a:pt x="83076" y="17355"/>
                  <a:pt x="83076" y="19618"/>
                </a:cubicBezTo>
                <a:cubicBezTo>
                  <a:pt x="83076" y="45272"/>
                  <a:pt x="83076" y="70927"/>
                  <a:pt x="83076" y="96581"/>
                </a:cubicBezTo>
                <a:cubicBezTo>
                  <a:pt x="83076" y="98090"/>
                  <a:pt x="83076" y="99598"/>
                  <a:pt x="83076" y="101109"/>
                </a:cubicBezTo>
                <a:cubicBezTo>
                  <a:pt x="80056" y="101109"/>
                  <a:pt x="77034" y="101109"/>
                  <a:pt x="74013" y="101109"/>
                </a:cubicBezTo>
                <a:cubicBezTo>
                  <a:pt x="56643" y="70927"/>
                  <a:pt x="39272" y="40745"/>
                  <a:pt x="21147" y="10564"/>
                </a:cubicBezTo>
                <a:cubicBezTo>
                  <a:pt x="21147" y="10564"/>
                  <a:pt x="21147" y="10564"/>
                  <a:pt x="21147" y="10564"/>
                </a:cubicBezTo>
                <a:cubicBezTo>
                  <a:pt x="20391" y="11318"/>
                  <a:pt x="20391" y="12073"/>
                  <a:pt x="20391" y="12827"/>
                </a:cubicBezTo>
                <a:cubicBezTo>
                  <a:pt x="20391" y="36218"/>
                  <a:pt x="20391" y="59609"/>
                  <a:pt x="20391" y="83000"/>
                </a:cubicBezTo>
                <a:cubicBezTo>
                  <a:pt x="20391" y="85263"/>
                  <a:pt x="20391" y="87526"/>
                  <a:pt x="21147" y="89036"/>
                </a:cubicBezTo>
                <a:cubicBezTo>
                  <a:pt x="21902" y="92808"/>
                  <a:pt x="23412" y="94317"/>
                  <a:pt x="27188" y="95072"/>
                </a:cubicBezTo>
                <a:cubicBezTo>
                  <a:pt x="28699" y="95072"/>
                  <a:pt x="30965" y="95827"/>
                  <a:pt x="32475" y="95827"/>
                </a:cubicBezTo>
                <a:cubicBezTo>
                  <a:pt x="32475" y="97335"/>
                  <a:pt x="32475" y="99598"/>
                  <a:pt x="32475"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2095500" y="1143000"/>
            <a:ext cx="105355" cy="108755"/>
          </a:xfrm>
          <a:custGeom>
            <a:avLst/>
            <a:gdLst/>
            <a:ahLst/>
            <a:cxnLst/>
            <a:rect l="l" t="t" r="r" b="b"/>
            <a:pathLst>
              <a:path w="105355" h="108755">
                <a:moveTo>
                  <a:pt x="65942" y="59665"/>
                </a:moveTo>
                <a:cubicBezTo>
                  <a:pt x="65942" y="57399"/>
                  <a:pt x="65942" y="55888"/>
                  <a:pt x="65942" y="53622"/>
                </a:cubicBezTo>
                <a:cubicBezTo>
                  <a:pt x="79586" y="53622"/>
                  <a:pt x="92471" y="53622"/>
                  <a:pt x="105355" y="53622"/>
                </a:cubicBezTo>
                <a:cubicBezTo>
                  <a:pt x="105355" y="55888"/>
                  <a:pt x="105355" y="57399"/>
                  <a:pt x="105355" y="59665"/>
                </a:cubicBezTo>
                <a:cubicBezTo>
                  <a:pt x="103840" y="59665"/>
                  <a:pt x="102324" y="59665"/>
                  <a:pt x="100809" y="59665"/>
                </a:cubicBezTo>
                <a:cubicBezTo>
                  <a:pt x="96261" y="59665"/>
                  <a:pt x="94745" y="61175"/>
                  <a:pt x="93986" y="66462"/>
                </a:cubicBezTo>
                <a:cubicBezTo>
                  <a:pt x="93986" y="67972"/>
                  <a:pt x="93986" y="70237"/>
                  <a:pt x="93986" y="71749"/>
                </a:cubicBezTo>
                <a:cubicBezTo>
                  <a:pt x="93986" y="81566"/>
                  <a:pt x="93986" y="91384"/>
                  <a:pt x="93986" y="101202"/>
                </a:cubicBezTo>
                <a:cubicBezTo>
                  <a:pt x="93986" y="101958"/>
                  <a:pt x="93986" y="103468"/>
                  <a:pt x="93986" y="104978"/>
                </a:cubicBezTo>
                <a:cubicBezTo>
                  <a:pt x="91713" y="104978"/>
                  <a:pt x="89438" y="104978"/>
                  <a:pt x="87165" y="104978"/>
                </a:cubicBezTo>
                <a:cubicBezTo>
                  <a:pt x="85649" y="102713"/>
                  <a:pt x="84891" y="99692"/>
                  <a:pt x="83376" y="96671"/>
                </a:cubicBezTo>
                <a:cubicBezTo>
                  <a:pt x="81859" y="97427"/>
                  <a:pt x="81101" y="98181"/>
                  <a:pt x="79586" y="98937"/>
                </a:cubicBezTo>
                <a:cubicBezTo>
                  <a:pt x="68216" y="105734"/>
                  <a:pt x="56088" y="108755"/>
                  <a:pt x="42446" y="106490"/>
                </a:cubicBezTo>
                <a:cubicBezTo>
                  <a:pt x="25771" y="103468"/>
                  <a:pt x="13644" y="93650"/>
                  <a:pt x="7579" y="77790"/>
                </a:cubicBezTo>
                <a:cubicBezTo>
                  <a:pt x="0" y="59665"/>
                  <a:pt x="758" y="41538"/>
                  <a:pt x="11369" y="24922"/>
                </a:cubicBezTo>
                <a:cubicBezTo>
                  <a:pt x="18191" y="12840"/>
                  <a:pt x="28802" y="4531"/>
                  <a:pt x="42446" y="2266"/>
                </a:cubicBezTo>
                <a:cubicBezTo>
                  <a:pt x="53815" y="0"/>
                  <a:pt x="65184" y="1510"/>
                  <a:pt x="75038" y="8307"/>
                </a:cubicBezTo>
                <a:cubicBezTo>
                  <a:pt x="75796" y="9063"/>
                  <a:pt x="76553" y="9063"/>
                  <a:pt x="77311" y="9818"/>
                </a:cubicBezTo>
                <a:cubicBezTo>
                  <a:pt x="78069" y="7553"/>
                  <a:pt x="78828" y="5287"/>
                  <a:pt x="79586" y="3776"/>
                </a:cubicBezTo>
                <a:cubicBezTo>
                  <a:pt x="81101" y="3776"/>
                  <a:pt x="82617" y="3776"/>
                  <a:pt x="84891" y="3776"/>
                </a:cubicBezTo>
                <a:cubicBezTo>
                  <a:pt x="87165" y="13594"/>
                  <a:pt x="90197" y="24168"/>
                  <a:pt x="92471" y="34741"/>
                </a:cubicBezTo>
                <a:cubicBezTo>
                  <a:pt x="90955" y="35496"/>
                  <a:pt x="88682" y="36252"/>
                  <a:pt x="86407" y="37007"/>
                </a:cubicBezTo>
                <a:cubicBezTo>
                  <a:pt x="86407" y="35496"/>
                  <a:pt x="85649" y="33986"/>
                  <a:pt x="84891" y="33231"/>
                </a:cubicBezTo>
                <a:cubicBezTo>
                  <a:pt x="82617" y="27944"/>
                  <a:pt x="79586" y="22657"/>
                  <a:pt x="75796" y="18881"/>
                </a:cubicBezTo>
                <a:cubicBezTo>
                  <a:pt x="63669" y="6041"/>
                  <a:pt x="44719" y="5287"/>
                  <a:pt x="31834" y="17371"/>
                </a:cubicBezTo>
                <a:cubicBezTo>
                  <a:pt x="23496" y="25678"/>
                  <a:pt x="18948" y="35496"/>
                  <a:pt x="18191" y="46825"/>
                </a:cubicBezTo>
                <a:cubicBezTo>
                  <a:pt x="16675" y="59665"/>
                  <a:pt x="18948" y="71749"/>
                  <a:pt x="25771" y="82321"/>
                </a:cubicBezTo>
                <a:cubicBezTo>
                  <a:pt x="33350" y="94405"/>
                  <a:pt x="44719" y="99692"/>
                  <a:pt x="58363" y="98937"/>
                </a:cubicBezTo>
                <a:cubicBezTo>
                  <a:pt x="65184" y="98181"/>
                  <a:pt x="71248" y="95915"/>
                  <a:pt x="76553" y="90630"/>
                </a:cubicBezTo>
                <a:cubicBezTo>
                  <a:pt x="78828" y="88364"/>
                  <a:pt x="80344" y="86097"/>
                  <a:pt x="80344" y="82321"/>
                </a:cubicBezTo>
                <a:cubicBezTo>
                  <a:pt x="80344" y="77790"/>
                  <a:pt x="81101" y="72503"/>
                  <a:pt x="80344" y="67972"/>
                </a:cubicBezTo>
                <a:cubicBezTo>
                  <a:pt x="80344" y="61930"/>
                  <a:pt x="78828" y="61175"/>
                  <a:pt x="72763" y="59665"/>
                </a:cubicBezTo>
                <a:cubicBezTo>
                  <a:pt x="71248" y="59665"/>
                  <a:pt x="68974" y="59665"/>
                  <a:pt x="65942" y="5966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2819400" y="1143000"/>
            <a:ext cx="85814" cy="105355"/>
          </a:xfrm>
          <a:custGeom>
            <a:avLst/>
            <a:gdLst/>
            <a:ahLst/>
            <a:cxnLst/>
            <a:rect l="l" t="t" r="r" b="b"/>
            <a:pathLst>
              <a:path w="85814" h="105355">
                <a:moveTo>
                  <a:pt x="78219" y="33111"/>
                </a:moveTo>
                <a:cubicBezTo>
                  <a:pt x="75942" y="33865"/>
                  <a:pt x="74423" y="33865"/>
                  <a:pt x="72145" y="34616"/>
                </a:cubicBezTo>
                <a:cubicBezTo>
                  <a:pt x="71385" y="33111"/>
                  <a:pt x="70626" y="32360"/>
                  <a:pt x="69867" y="30855"/>
                </a:cubicBezTo>
                <a:cubicBezTo>
                  <a:pt x="66069" y="24082"/>
                  <a:pt x="61512" y="18061"/>
                  <a:pt x="54679" y="13546"/>
                </a:cubicBezTo>
                <a:cubicBezTo>
                  <a:pt x="46325" y="8278"/>
                  <a:pt x="37970" y="6773"/>
                  <a:pt x="28858" y="9031"/>
                </a:cubicBezTo>
                <a:cubicBezTo>
                  <a:pt x="25061" y="9783"/>
                  <a:pt x="21264" y="12041"/>
                  <a:pt x="18985" y="14299"/>
                </a:cubicBezTo>
                <a:cubicBezTo>
                  <a:pt x="13669" y="20319"/>
                  <a:pt x="14428" y="28597"/>
                  <a:pt x="19745" y="33111"/>
                </a:cubicBezTo>
                <a:cubicBezTo>
                  <a:pt x="23542" y="36874"/>
                  <a:pt x="27339" y="38379"/>
                  <a:pt x="31896" y="39884"/>
                </a:cubicBezTo>
                <a:cubicBezTo>
                  <a:pt x="38730" y="42142"/>
                  <a:pt x="46325" y="44400"/>
                  <a:pt x="53160" y="46657"/>
                </a:cubicBezTo>
                <a:cubicBezTo>
                  <a:pt x="58475" y="48162"/>
                  <a:pt x="63791" y="50420"/>
                  <a:pt x="68348" y="52678"/>
                </a:cubicBezTo>
                <a:cubicBezTo>
                  <a:pt x="85814" y="62461"/>
                  <a:pt x="85054" y="83532"/>
                  <a:pt x="73664" y="94068"/>
                </a:cubicBezTo>
                <a:cubicBezTo>
                  <a:pt x="64550" y="103099"/>
                  <a:pt x="53919" y="105355"/>
                  <a:pt x="42527" y="105355"/>
                </a:cubicBezTo>
                <a:cubicBezTo>
                  <a:pt x="33414" y="104604"/>
                  <a:pt x="25820" y="101594"/>
                  <a:pt x="18985" y="96326"/>
                </a:cubicBezTo>
                <a:cubicBezTo>
                  <a:pt x="18226" y="95573"/>
                  <a:pt x="17466" y="94821"/>
                  <a:pt x="15947" y="94068"/>
                </a:cubicBezTo>
                <a:cubicBezTo>
                  <a:pt x="14428" y="97078"/>
                  <a:pt x="13669" y="100089"/>
                  <a:pt x="12150" y="103099"/>
                </a:cubicBezTo>
                <a:cubicBezTo>
                  <a:pt x="10632" y="103099"/>
                  <a:pt x="9114" y="103099"/>
                  <a:pt x="7595" y="103099"/>
                </a:cubicBezTo>
                <a:cubicBezTo>
                  <a:pt x="5316" y="91058"/>
                  <a:pt x="3038" y="79017"/>
                  <a:pt x="759" y="66976"/>
                </a:cubicBezTo>
                <a:cubicBezTo>
                  <a:pt x="3038" y="66224"/>
                  <a:pt x="5316" y="66224"/>
                  <a:pt x="7595" y="65471"/>
                </a:cubicBezTo>
                <a:cubicBezTo>
                  <a:pt x="8354" y="67729"/>
                  <a:pt x="9114" y="69986"/>
                  <a:pt x="9873" y="71492"/>
                </a:cubicBezTo>
                <a:cubicBezTo>
                  <a:pt x="13669" y="79770"/>
                  <a:pt x="19745" y="87295"/>
                  <a:pt x="27339" y="91811"/>
                </a:cubicBezTo>
                <a:cubicBezTo>
                  <a:pt x="34933" y="97078"/>
                  <a:pt x="43287" y="98582"/>
                  <a:pt x="52400" y="96326"/>
                </a:cubicBezTo>
                <a:cubicBezTo>
                  <a:pt x="56956" y="95573"/>
                  <a:pt x="60753" y="92563"/>
                  <a:pt x="64550" y="89553"/>
                </a:cubicBezTo>
                <a:cubicBezTo>
                  <a:pt x="71385" y="82780"/>
                  <a:pt x="71385" y="69986"/>
                  <a:pt x="61512" y="64719"/>
                </a:cubicBezTo>
                <a:cubicBezTo>
                  <a:pt x="56956" y="62461"/>
                  <a:pt x="52400" y="60956"/>
                  <a:pt x="47843" y="59451"/>
                </a:cubicBezTo>
                <a:cubicBezTo>
                  <a:pt x="41768" y="57193"/>
                  <a:pt x="34933" y="55688"/>
                  <a:pt x="28858" y="53430"/>
                </a:cubicBezTo>
                <a:cubicBezTo>
                  <a:pt x="23542" y="51925"/>
                  <a:pt x="18985" y="49668"/>
                  <a:pt x="14428" y="46657"/>
                </a:cubicBezTo>
                <a:cubicBezTo>
                  <a:pt x="759" y="38379"/>
                  <a:pt x="0" y="20319"/>
                  <a:pt x="11391" y="9783"/>
                </a:cubicBezTo>
                <a:cubicBezTo>
                  <a:pt x="18985" y="2258"/>
                  <a:pt x="28099" y="0"/>
                  <a:pt x="38730" y="0"/>
                </a:cubicBezTo>
                <a:cubicBezTo>
                  <a:pt x="47084" y="0"/>
                  <a:pt x="54679" y="2258"/>
                  <a:pt x="61512" y="7526"/>
                </a:cubicBezTo>
                <a:cubicBezTo>
                  <a:pt x="61512" y="7526"/>
                  <a:pt x="61512" y="8278"/>
                  <a:pt x="62272" y="8278"/>
                </a:cubicBezTo>
                <a:cubicBezTo>
                  <a:pt x="62272" y="8278"/>
                  <a:pt x="62272" y="8278"/>
                  <a:pt x="63031" y="8278"/>
                </a:cubicBezTo>
                <a:cubicBezTo>
                  <a:pt x="63791" y="6020"/>
                  <a:pt x="64550" y="3763"/>
                  <a:pt x="66069" y="1505"/>
                </a:cubicBezTo>
                <a:cubicBezTo>
                  <a:pt x="67588" y="1505"/>
                  <a:pt x="69107" y="1505"/>
                  <a:pt x="70626" y="1505"/>
                </a:cubicBezTo>
                <a:cubicBezTo>
                  <a:pt x="72904" y="12041"/>
                  <a:pt x="75942" y="22577"/>
                  <a:pt x="78219" y="3311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651000" y="1143000"/>
            <a:ext cx="85814" cy="101958"/>
          </a:xfrm>
          <a:custGeom>
            <a:avLst/>
            <a:gdLst/>
            <a:ahLst/>
            <a:cxnLst/>
            <a:rect l="l" t="t" r="r" b="b"/>
            <a:pathLst>
              <a:path w="85814" h="101958">
                <a:moveTo>
                  <a:pt x="25061" y="58909"/>
                </a:moveTo>
                <a:cubicBezTo>
                  <a:pt x="25061" y="60419"/>
                  <a:pt x="25061" y="61175"/>
                  <a:pt x="25061" y="61930"/>
                </a:cubicBezTo>
                <a:cubicBezTo>
                  <a:pt x="25061" y="70237"/>
                  <a:pt x="25061" y="77790"/>
                  <a:pt x="25061" y="86098"/>
                </a:cubicBezTo>
                <a:cubicBezTo>
                  <a:pt x="25061" y="86853"/>
                  <a:pt x="25061" y="88364"/>
                  <a:pt x="25061" y="89118"/>
                </a:cubicBezTo>
                <a:cubicBezTo>
                  <a:pt x="25820" y="94405"/>
                  <a:pt x="26580" y="95915"/>
                  <a:pt x="32656" y="96671"/>
                </a:cubicBezTo>
                <a:cubicBezTo>
                  <a:pt x="34173" y="96671"/>
                  <a:pt x="35692" y="96671"/>
                  <a:pt x="37211" y="96671"/>
                </a:cubicBezTo>
                <a:cubicBezTo>
                  <a:pt x="37211" y="98181"/>
                  <a:pt x="37211" y="100448"/>
                  <a:pt x="37211" y="101958"/>
                </a:cubicBezTo>
                <a:cubicBezTo>
                  <a:pt x="25061" y="101958"/>
                  <a:pt x="12150" y="101958"/>
                  <a:pt x="0" y="101958"/>
                </a:cubicBezTo>
                <a:cubicBezTo>
                  <a:pt x="0" y="100448"/>
                  <a:pt x="0" y="98937"/>
                  <a:pt x="0" y="96671"/>
                </a:cubicBezTo>
                <a:cubicBezTo>
                  <a:pt x="1519" y="96671"/>
                  <a:pt x="3797" y="96671"/>
                  <a:pt x="6076" y="95915"/>
                </a:cubicBezTo>
                <a:cubicBezTo>
                  <a:pt x="9873" y="95161"/>
                  <a:pt x="10632" y="94405"/>
                  <a:pt x="11391" y="90630"/>
                </a:cubicBezTo>
                <a:cubicBezTo>
                  <a:pt x="11391" y="89118"/>
                  <a:pt x="11391" y="87608"/>
                  <a:pt x="11391" y="86098"/>
                </a:cubicBezTo>
                <a:cubicBezTo>
                  <a:pt x="12150" y="62685"/>
                  <a:pt x="12150" y="39272"/>
                  <a:pt x="11391" y="15860"/>
                </a:cubicBezTo>
                <a:cubicBezTo>
                  <a:pt x="11391" y="14350"/>
                  <a:pt x="11391" y="12084"/>
                  <a:pt x="11391" y="10574"/>
                </a:cubicBezTo>
                <a:cubicBezTo>
                  <a:pt x="10632" y="8307"/>
                  <a:pt x="9114" y="6797"/>
                  <a:pt x="6835" y="6797"/>
                </a:cubicBezTo>
                <a:cubicBezTo>
                  <a:pt x="4557" y="6041"/>
                  <a:pt x="2278" y="6041"/>
                  <a:pt x="0" y="6041"/>
                </a:cubicBezTo>
                <a:cubicBezTo>
                  <a:pt x="0" y="3776"/>
                  <a:pt x="0" y="2266"/>
                  <a:pt x="0" y="756"/>
                </a:cubicBezTo>
                <a:cubicBezTo>
                  <a:pt x="759" y="0"/>
                  <a:pt x="2278" y="0"/>
                  <a:pt x="3038" y="0"/>
                </a:cubicBezTo>
                <a:cubicBezTo>
                  <a:pt x="15947" y="0"/>
                  <a:pt x="29618" y="0"/>
                  <a:pt x="42527" y="0"/>
                </a:cubicBezTo>
                <a:cubicBezTo>
                  <a:pt x="47084" y="0"/>
                  <a:pt x="51641" y="756"/>
                  <a:pt x="55437" y="756"/>
                </a:cubicBezTo>
                <a:cubicBezTo>
                  <a:pt x="74423" y="3021"/>
                  <a:pt x="85814" y="19637"/>
                  <a:pt x="80498" y="37762"/>
                </a:cubicBezTo>
                <a:cubicBezTo>
                  <a:pt x="77460" y="48336"/>
                  <a:pt x="70626" y="55133"/>
                  <a:pt x="59234" y="57399"/>
                </a:cubicBezTo>
                <a:cubicBezTo>
                  <a:pt x="53160" y="58153"/>
                  <a:pt x="47843" y="58153"/>
                  <a:pt x="41768" y="58909"/>
                </a:cubicBezTo>
                <a:cubicBezTo>
                  <a:pt x="36452" y="58909"/>
                  <a:pt x="31137" y="58909"/>
                  <a:pt x="25061" y="58909"/>
                </a:cubicBezTo>
                <a:close/>
                <a:moveTo>
                  <a:pt x="25061" y="51356"/>
                </a:moveTo>
                <a:cubicBezTo>
                  <a:pt x="34173" y="50602"/>
                  <a:pt x="42527" y="51356"/>
                  <a:pt x="50881" y="50602"/>
                </a:cubicBezTo>
                <a:cubicBezTo>
                  <a:pt x="57715" y="49846"/>
                  <a:pt x="62272" y="45315"/>
                  <a:pt x="64550" y="39272"/>
                </a:cubicBezTo>
                <a:cubicBezTo>
                  <a:pt x="67588" y="33986"/>
                  <a:pt x="67588" y="27944"/>
                  <a:pt x="66069" y="21902"/>
                </a:cubicBezTo>
                <a:cubicBezTo>
                  <a:pt x="63791" y="14350"/>
                  <a:pt x="59234" y="9063"/>
                  <a:pt x="50122" y="8307"/>
                </a:cubicBezTo>
                <a:cubicBezTo>
                  <a:pt x="42527" y="8307"/>
                  <a:pt x="34173" y="8307"/>
                  <a:pt x="25820" y="8307"/>
                </a:cubicBezTo>
                <a:cubicBezTo>
                  <a:pt x="25820" y="8307"/>
                  <a:pt x="25820" y="8307"/>
                  <a:pt x="25061" y="8307"/>
                </a:cubicBezTo>
                <a:cubicBezTo>
                  <a:pt x="25061" y="22657"/>
                  <a:pt x="25061" y="36252"/>
                  <a:pt x="25061" y="513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2247900" y="1143000"/>
            <a:ext cx="101109" cy="104507"/>
          </a:xfrm>
          <a:custGeom>
            <a:avLst/>
            <a:gdLst/>
            <a:ahLst/>
            <a:cxnLst/>
            <a:rect l="l" t="t" r="r" b="b"/>
            <a:pathLst>
              <a:path w="101109" h="104507">
                <a:moveTo>
                  <a:pt x="37250" y="0"/>
                </a:moveTo>
                <a:cubicBezTo>
                  <a:pt x="37250" y="1515"/>
                  <a:pt x="37250" y="3029"/>
                  <a:pt x="37250" y="5301"/>
                </a:cubicBezTo>
                <a:cubicBezTo>
                  <a:pt x="34969" y="5301"/>
                  <a:pt x="33449" y="5301"/>
                  <a:pt x="31168" y="6058"/>
                </a:cubicBezTo>
                <a:cubicBezTo>
                  <a:pt x="27367" y="6058"/>
                  <a:pt x="25847" y="7573"/>
                  <a:pt x="25847" y="11359"/>
                </a:cubicBezTo>
                <a:cubicBezTo>
                  <a:pt x="25088" y="12874"/>
                  <a:pt x="25088" y="15146"/>
                  <a:pt x="25088" y="17418"/>
                </a:cubicBezTo>
                <a:cubicBezTo>
                  <a:pt x="25088" y="32564"/>
                  <a:pt x="25088" y="47710"/>
                  <a:pt x="25088" y="62856"/>
                </a:cubicBezTo>
                <a:cubicBezTo>
                  <a:pt x="25088" y="65885"/>
                  <a:pt x="25088" y="69671"/>
                  <a:pt x="25847" y="72701"/>
                </a:cubicBezTo>
                <a:cubicBezTo>
                  <a:pt x="27367" y="84817"/>
                  <a:pt x="34969" y="90876"/>
                  <a:pt x="45612" y="93905"/>
                </a:cubicBezTo>
                <a:cubicBezTo>
                  <a:pt x="57776" y="96934"/>
                  <a:pt x="67659" y="93148"/>
                  <a:pt x="76021" y="83303"/>
                </a:cubicBezTo>
                <a:cubicBezTo>
                  <a:pt x="79061" y="80273"/>
                  <a:pt x="79822" y="75730"/>
                  <a:pt x="80583" y="71186"/>
                </a:cubicBezTo>
                <a:cubicBezTo>
                  <a:pt x="80583" y="68157"/>
                  <a:pt x="80583" y="64370"/>
                  <a:pt x="81342" y="60584"/>
                </a:cubicBezTo>
                <a:cubicBezTo>
                  <a:pt x="81342" y="46952"/>
                  <a:pt x="81342" y="32564"/>
                  <a:pt x="81342" y="18175"/>
                </a:cubicBezTo>
                <a:cubicBezTo>
                  <a:pt x="81342" y="15903"/>
                  <a:pt x="80583" y="13631"/>
                  <a:pt x="80583" y="11359"/>
                </a:cubicBezTo>
                <a:cubicBezTo>
                  <a:pt x="79822" y="7573"/>
                  <a:pt x="78302" y="6058"/>
                  <a:pt x="73740" y="6058"/>
                </a:cubicBezTo>
                <a:cubicBezTo>
                  <a:pt x="72220" y="5301"/>
                  <a:pt x="70700" y="5301"/>
                  <a:pt x="69179" y="5301"/>
                </a:cubicBezTo>
                <a:cubicBezTo>
                  <a:pt x="69179" y="3029"/>
                  <a:pt x="69179" y="1515"/>
                  <a:pt x="69179" y="0"/>
                </a:cubicBezTo>
                <a:cubicBezTo>
                  <a:pt x="79822" y="0"/>
                  <a:pt x="90465" y="0"/>
                  <a:pt x="101109" y="0"/>
                </a:cubicBezTo>
                <a:cubicBezTo>
                  <a:pt x="101109" y="1515"/>
                  <a:pt x="101109" y="3029"/>
                  <a:pt x="101109" y="5301"/>
                </a:cubicBezTo>
                <a:cubicBezTo>
                  <a:pt x="99587" y="5301"/>
                  <a:pt x="97307" y="5301"/>
                  <a:pt x="95786" y="6058"/>
                </a:cubicBezTo>
                <a:cubicBezTo>
                  <a:pt x="91986" y="6058"/>
                  <a:pt x="90465" y="8330"/>
                  <a:pt x="89705" y="11359"/>
                </a:cubicBezTo>
                <a:cubicBezTo>
                  <a:pt x="89705" y="13631"/>
                  <a:pt x="89705" y="16661"/>
                  <a:pt x="89705" y="18932"/>
                </a:cubicBezTo>
                <a:cubicBezTo>
                  <a:pt x="88944" y="34836"/>
                  <a:pt x="89705" y="50739"/>
                  <a:pt x="88944" y="66642"/>
                </a:cubicBezTo>
                <a:cubicBezTo>
                  <a:pt x="88944" y="71186"/>
                  <a:pt x="88185" y="74972"/>
                  <a:pt x="86664" y="79516"/>
                </a:cubicBezTo>
                <a:cubicBezTo>
                  <a:pt x="82103" y="93905"/>
                  <a:pt x="71460" y="101478"/>
                  <a:pt x="56256" y="102992"/>
                </a:cubicBezTo>
                <a:cubicBezTo>
                  <a:pt x="45612" y="104507"/>
                  <a:pt x="35730" y="102235"/>
                  <a:pt x="26608" y="96177"/>
                </a:cubicBezTo>
                <a:cubicBezTo>
                  <a:pt x="18245" y="90876"/>
                  <a:pt x="13684" y="82545"/>
                  <a:pt x="12924" y="72701"/>
                </a:cubicBezTo>
                <a:cubicBezTo>
                  <a:pt x="12163" y="69671"/>
                  <a:pt x="12163" y="65885"/>
                  <a:pt x="12163" y="62856"/>
                </a:cubicBezTo>
                <a:cubicBezTo>
                  <a:pt x="12163" y="48467"/>
                  <a:pt x="12163" y="34078"/>
                  <a:pt x="12163" y="18932"/>
                </a:cubicBezTo>
                <a:cubicBezTo>
                  <a:pt x="12163" y="16661"/>
                  <a:pt x="12163" y="13631"/>
                  <a:pt x="12163" y="11359"/>
                </a:cubicBezTo>
                <a:cubicBezTo>
                  <a:pt x="11403" y="7573"/>
                  <a:pt x="9883" y="6058"/>
                  <a:pt x="6082" y="6058"/>
                </a:cubicBezTo>
                <a:cubicBezTo>
                  <a:pt x="3801" y="5301"/>
                  <a:pt x="2281" y="5301"/>
                  <a:pt x="0" y="5301"/>
                </a:cubicBezTo>
                <a:cubicBezTo>
                  <a:pt x="0" y="3029"/>
                  <a:pt x="0" y="1515"/>
                  <a:pt x="0" y="0"/>
                </a:cubicBezTo>
                <a:cubicBezTo>
                  <a:pt x="12163" y="0"/>
                  <a:pt x="24327" y="0"/>
                  <a:pt x="37250"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2501900" y="1143000"/>
            <a:ext cx="100258" cy="103657"/>
          </a:xfrm>
          <a:custGeom>
            <a:avLst/>
            <a:gdLst/>
            <a:ahLst/>
            <a:cxnLst/>
            <a:rect l="l" t="t" r="r" b="b"/>
            <a:pathLst>
              <a:path w="100258" h="103657">
                <a:moveTo>
                  <a:pt x="55029" y="103657"/>
                </a:moveTo>
                <a:cubicBezTo>
                  <a:pt x="52014" y="103657"/>
                  <a:pt x="49752" y="103657"/>
                  <a:pt x="48245" y="103657"/>
                </a:cubicBezTo>
                <a:cubicBezTo>
                  <a:pt x="45983" y="103657"/>
                  <a:pt x="44475" y="102900"/>
                  <a:pt x="43721" y="100631"/>
                </a:cubicBezTo>
                <a:cubicBezTo>
                  <a:pt x="39199" y="87012"/>
                  <a:pt x="33922" y="74149"/>
                  <a:pt x="29399" y="60529"/>
                </a:cubicBezTo>
                <a:cubicBezTo>
                  <a:pt x="23368" y="46154"/>
                  <a:pt x="18091" y="31778"/>
                  <a:pt x="12814" y="17403"/>
                </a:cubicBezTo>
                <a:cubicBezTo>
                  <a:pt x="12061" y="15132"/>
                  <a:pt x="11307" y="12863"/>
                  <a:pt x="9799" y="10593"/>
                </a:cubicBezTo>
                <a:cubicBezTo>
                  <a:pt x="8292" y="7567"/>
                  <a:pt x="6030" y="6053"/>
                  <a:pt x="3015" y="5296"/>
                </a:cubicBezTo>
                <a:cubicBezTo>
                  <a:pt x="2262" y="5296"/>
                  <a:pt x="1507" y="5296"/>
                  <a:pt x="0" y="5296"/>
                </a:cubicBezTo>
                <a:cubicBezTo>
                  <a:pt x="0" y="3026"/>
                  <a:pt x="0" y="1514"/>
                  <a:pt x="0" y="0"/>
                </a:cubicBezTo>
                <a:cubicBezTo>
                  <a:pt x="12061" y="0"/>
                  <a:pt x="23368" y="0"/>
                  <a:pt x="35429" y="0"/>
                </a:cubicBezTo>
                <a:cubicBezTo>
                  <a:pt x="35429" y="1514"/>
                  <a:pt x="35429" y="3026"/>
                  <a:pt x="35429" y="5296"/>
                </a:cubicBezTo>
                <a:cubicBezTo>
                  <a:pt x="33169" y="5296"/>
                  <a:pt x="31660" y="5296"/>
                  <a:pt x="29399" y="6053"/>
                </a:cubicBezTo>
                <a:cubicBezTo>
                  <a:pt x="25630" y="6053"/>
                  <a:pt x="24875" y="7567"/>
                  <a:pt x="25630" y="11349"/>
                </a:cubicBezTo>
                <a:cubicBezTo>
                  <a:pt x="25630" y="12863"/>
                  <a:pt x="26384" y="14376"/>
                  <a:pt x="26384" y="15132"/>
                </a:cubicBezTo>
                <a:cubicBezTo>
                  <a:pt x="34676" y="38588"/>
                  <a:pt x="42968" y="61286"/>
                  <a:pt x="51260" y="84742"/>
                </a:cubicBezTo>
                <a:cubicBezTo>
                  <a:pt x="52014" y="85498"/>
                  <a:pt x="52014" y="86255"/>
                  <a:pt x="52767" y="87768"/>
                </a:cubicBezTo>
                <a:cubicBezTo>
                  <a:pt x="53522" y="86255"/>
                  <a:pt x="53522" y="85498"/>
                  <a:pt x="54275" y="85498"/>
                </a:cubicBezTo>
                <a:cubicBezTo>
                  <a:pt x="62567" y="61286"/>
                  <a:pt x="70860" y="37831"/>
                  <a:pt x="79905" y="13619"/>
                </a:cubicBezTo>
                <a:cubicBezTo>
                  <a:pt x="79905" y="12863"/>
                  <a:pt x="79905" y="12863"/>
                  <a:pt x="79905" y="12106"/>
                </a:cubicBezTo>
                <a:cubicBezTo>
                  <a:pt x="80659" y="7567"/>
                  <a:pt x="79905" y="6053"/>
                  <a:pt x="76135" y="5296"/>
                </a:cubicBezTo>
                <a:cubicBezTo>
                  <a:pt x="73875" y="5296"/>
                  <a:pt x="72367" y="5296"/>
                  <a:pt x="70860" y="5296"/>
                </a:cubicBezTo>
                <a:cubicBezTo>
                  <a:pt x="70860" y="3026"/>
                  <a:pt x="70860" y="1514"/>
                  <a:pt x="70860" y="0"/>
                </a:cubicBezTo>
                <a:cubicBezTo>
                  <a:pt x="79905" y="0"/>
                  <a:pt x="89704" y="0"/>
                  <a:pt x="100258" y="0"/>
                </a:cubicBezTo>
                <a:cubicBezTo>
                  <a:pt x="100258" y="1514"/>
                  <a:pt x="100258" y="3026"/>
                  <a:pt x="100258" y="5296"/>
                </a:cubicBezTo>
                <a:cubicBezTo>
                  <a:pt x="99504" y="5296"/>
                  <a:pt x="98750" y="5296"/>
                  <a:pt x="97997" y="5296"/>
                </a:cubicBezTo>
                <a:cubicBezTo>
                  <a:pt x="93473" y="6053"/>
                  <a:pt x="91213" y="8322"/>
                  <a:pt x="89704" y="12106"/>
                </a:cubicBezTo>
                <a:cubicBezTo>
                  <a:pt x="87443" y="18158"/>
                  <a:pt x="85181" y="23456"/>
                  <a:pt x="82920" y="28752"/>
                </a:cubicBezTo>
                <a:cubicBezTo>
                  <a:pt x="73875" y="52963"/>
                  <a:pt x="64828" y="76418"/>
                  <a:pt x="55782" y="100631"/>
                </a:cubicBezTo>
                <a:cubicBezTo>
                  <a:pt x="55782" y="101387"/>
                  <a:pt x="55029" y="102144"/>
                  <a:pt x="55029" y="10365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3035300" y="1143000"/>
            <a:ext cx="90912" cy="101958"/>
          </a:xfrm>
          <a:custGeom>
            <a:avLst/>
            <a:gdLst/>
            <a:ahLst/>
            <a:cxnLst/>
            <a:rect l="l" t="t" r="r" b="b"/>
            <a:pathLst>
              <a:path w="90912" h="101958">
                <a:moveTo>
                  <a:pt x="64397" y="95915"/>
                </a:moveTo>
                <a:cubicBezTo>
                  <a:pt x="64397" y="98181"/>
                  <a:pt x="64397" y="99692"/>
                  <a:pt x="64397" y="101202"/>
                </a:cubicBezTo>
                <a:cubicBezTo>
                  <a:pt x="61365" y="101958"/>
                  <a:pt x="33335" y="101958"/>
                  <a:pt x="26516" y="101202"/>
                </a:cubicBezTo>
                <a:cubicBezTo>
                  <a:pt x="26516" y="99692"/>
                  <a:pt x="26516" y="98181"/>
                  <a:pt x="26516" y="95915"/>
                </a:cubicBezTo>
                <a:cubicBezTo>
                  <a:pt x="28788" y="95915"/>
                  <a:pt x="31062" y="95161"/>
                  <a:pt x="33335" y="95161"/>
                </a:cubicBezTo>
                <a:cubicBezTo>
                  <a:pt x="36365" y="95161"/>
                  <a:pt x="37880" y="93650"/>
                  <a:pt x="37880" y="90630"/>
                </a:cubicBezTo>
                <a:cubicBezTo>
                  <a:pt x="38637" y="89118"/>
                  <a:pt x="38637" y="86853"/>
                  <a:pt x="38637" y="85343"/>
                </a:cubicBezTo>
                <a:cubicBezTo>
                  <a:pt x="38637" y="78546"/>
                  <a:pt x="38637" y="71749"/>
                  <a:pt x="38637" y="64196"/>
                </a:cubicBezTo>
                <a:cubicBezTo>
                  <a:pt x="38637" y="62685"/>
                  <a:pt x="38637" y="61175"/>
                  <a:pt x="37880" y="59665"/>
                </a:cubicBezTo>
                <a:cubicBezTo>
                  <a:pt x="29547" y="44559"/>
                  <a:pt x="21213" y="29455"/>
                  <a:pt x="12879" y="14350"/>
                </a:cubicBezTo>
                <a:cubicBezTo>
                  <a:pt x="12122" y="12840"/>
                  <a:pt x="11364" y="12084"/>
                  <a:pt x="11364" y="11328"/>
                </a:cubicBezTo>
                <a:cubicBezTo>
                  <a:pt x="9091" y="7553"/>
                  <a:pt x="6819" y="5287"/>
                  <a:pt x="2273" y="5287"/>
                </a:cubicBezTo>
                <a:cubicBezTo>
                  <a:pt x="1515" y="5287"/>
                  <a:pt x="758" y="5287"/>
                  <a:pt x="0" y="5287"/>
                </a:cubicBezTo>
                <a:cubicBezTo>
                  <a:pt x="0" y="3021"/>
                  <a:pt x="0" y="1510"/>
                  <a:pt x="0" y="0"/>
                </a:cubicBezTo>
                <a:cubicBezTo>
                  <a:pt x="12122" y="0"/>
                  <a:pt x="23486" y="0"/>
                  <a:pt x="36365" y="0"/>
                </a:cubicBezTo>
                <a:cubicBezTo>
                  <a:pt x="36365" y="1510"/>
                  <a:pt x="36365" y="3021"/>
                  <a:pt x="36365" y="5287"/>
                </a:cubicBezTo>
                <a:cubicBezTo>
                  <a:pt x="34092" y="5287"/>
                  <a:pt x="31819" y="5287"/>
                  <a:pt x="30303" y="5287"/>
                </a:cubicBezTo>
                <a:cubicBezTo>
                  <a:pt x="26516" y="6041"/>
                  <a:pt x="25758" y="7553"/>
                  <a:pt x="27273" y="10574"/>
                </a:cubicBezTo>
                <a:cubicBezTo>
                  <a:pt x="27273" y="11328"/>
                  <a:pt x="28031" y="12840"/>
                  <a:pt x="28031" y="13594"/>
                </a:cubicBezTo>
                <a:cubicBezTo>
                  <a:pt x="34092" y="24922"/>
                  <a:pt x="40152" y="37007"/>
                  <a:pt x="46214" y="48336"/>
                </a:cubicBezTo>
                <a:cubicBezTo>
                  <a:pt x="46214" y="49091"/>
                  <a:pt x="46971" y="49846"/>
                  <a:pt x="47729" y="51356"/>
                </a:cubicBezTo>
                <a:cubicBezTo>
                  <a:pt x="48486" y="49846"/>
                  <a:pt x="49244" y="49091"/>
                  <a:pt x="50001" y="48336"/>
                </a:cubicBezTo>
                <a:cubicBezTo>
                  <a:pt x="56063" y="37007"/>
                  <a:pt x="62123" y="25678"/>
                  <a:pt x="68942" y="13594"/>
                </a:cubicBezTo>
                <a:cubicBezTo>
                  <a:pt x="69699" y="12084"/>
                  <a:pt x="70457" y="10574"/>
                  <a:pt x="70457" y="9063"/>
                </a:cubicBezTo>
                <a:cubicBezTo>
                  <a:pt x="71214" y="6797"/>
                  <a:pt x="70457" y="6041"/>
                  <a:pt x="68184" y="6041"/>
                </a:cubicBezTo>
                <a:cubicBezTo>
                  <a:pt x="65912" y="5287"/>
                  <a:pt x="64397" y="5287"/>
                  <a:pt x="61365" y="5287"/>
                </a:cubicBezTo>
                <a:cubicBezTo>
                  <a:pt x="61365" y="3021"/>
                  <a:pt x="61365" y="1510"/>
                  <a:pt x="61365" y="0"/>
                </a:cubicBezTo>
                <a:cubicBezTo>
                  <a:pt x="71214" y="0"/>
                  <a:pt x="81063" y="0"/>
                  <a:pt x="90912" y="0"/>
                </a:cubicBezTo>
                <a:cubicBezTo>
                  <a:pt x="90912" y="1510"/>
                  <a:pt x="90912" y="3021"/>
                  <a:pt x="90912" y="5287"/>
                </a:cubicBezTo>
                <a:cubicBezTo>
                  <a:pt x="90155" y="5287"/>
                  <a:pt x="88640" y="5287"/>
                  <a:pt x="87125" y="6041"/>
                </a:cubicBezTo>
                <a:cubicBezTo>
                  <a:pt x="84851" y="6041"/>
                  <a:pt x="82578" y="6797"/>
                  <a:pt x="81821" y="9063"/>
                </a:cubicBezTo>
                <a:cubicBezTo>
                  <a:pt x="80306" y="10574"/>
                  <a:pt x="78791" y="12840"/>
                  <a:pt x="78033" y="14350"/>
                </a:cubicBezTo>
                <a:cubicBezTo>
                  <a:pt x="69699" y="28699"/>
                  <a:pt x="61365" y="42294"/>
                  <a:pt x="53790" y="56643"/>
                </a:cubicBezTo>
                <a:cubicBezTo>
                  <a:pt x="52274" y="58153"/>
                  <a:pt x="51516" y="60419"/>
                  <a:pt x="52274" y="61930"/>
                </a:cubicBezTo>
                <a:cubicBezTo>
                  <a:pt x="52274" y="69483"/>
                  <a:pt x="52274" y="77034"/>
                  <a:pt x="52274" y="83833"/>
                </a:cubicBezTo>
                <a:cubicBezTo>
                  <a:pt x="52274" y="86098"/>
                  <a:pt x="52274" y="87608"/>
                  <a:pt x="52274" y="89118"/>
                </a:cubicBezTo>
                <a:cubicBezTo>
                  <a:pt x="53031" y="93650"/>
                  <a:pt x="53790" y="94405"/>
                  <a:pt x="58335" y="95161"/>
                </a:cubicBezTo>
                <a:cubicBezTo>
                  <a:pt x="60608" y="95161"/>
                  <a:pt x="62123" y="95915"/>
                  <a:pt x="64397" y="9591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2959100" y="1143000"/>
            <a:ext cx="87513" cy="104507"/>
          </a:xfrm>
          <a:custGeom>
            <a:avLst/>
            <a:gdLst/>
            <a:ahLst/>
            <a:cxnLst/>
            <a:rect l="l" t="t" r="r" b="b"/>
            <a:pathLst>
              <a:path w="87513" h="104507">
                <a:moveTo>
                  <a:pt x="81478" y="31577"/>
                </a:moveTo>
                <a:cubicBezTo>
                  <a:pt x="79969" y="27818"/>
                  <a:pt x="78459" y="24811"/>
                  <a:pt x="76951" y="21803"/>
                </a:cubicBezTo>
                <a:cubicBezTo>
                  <a:pt x="72424" y="12781"/>
                  <a:pt x="64126" y="9774"/>
                  <a:pt x="54318" y="10526"/>
                </a:cubicBezTo>
                <a:cubicBezTo>
                  <a:pt x="51300" y="10526"/>
                  <a:pt x="50546" y="11278"/>
                  <a:pt x="50546" y="13533"/>
                </a:cubicBezTo>
                <a:cubicBezTo>
                  <a:pt x="49792" y="15037"/>
                  <a:pt x="49792" y="16540"/>
                  <a:pt x="49792" y="18044"/>
                </a:cubicBezTo>
                <a:cubicBezTo>
                  <a:pt x="49792" y="40599"/>
                  <a:pt x="49792" y="63908"/>
                  <a:pt x="49792" y="86463"/>
                </a:cubicBezTo>
                <a:cubicBezTo>
                  <a:pt x="49792" y="88718"/>
                  <a:pt x="50546" y="90222"/>
                  <a:pt x="50546" y="92478"/>
                </a:cubicBezTo>
                <a:cubicBezTo>
                  <a:pt x="51300" y="96237"/>
                  <a:pt x="52809" y="97740"/>
                  <a:pt x="56582" y="98492"/>
                </a:cubicBezTo>
                <a:cubicBezTo>
                  <a:pt x="58845" y="98492"/>
                  <a:pt x="60354" y="99244"/>
                  <a:pt x="62617" y="99244"/>
                </a:cubicBezTo>
                <a:cubicBezTo>
                  <a:pt x="62617" y="100748"/>
                  <a:pt x="62617" y="103003"/>
                  <a:pt x="62617" y="104507"/>
                </a:cubicBezTo>
                <a:cubicBezTo>
                  <a:pt x="49792" y="104507"/>
                  <a:pt x="37722" y="104507"/>
                  <a:pt x="24896" y="104507"/>
                </a:cubicBezTo>
                <a:cubicBezTo>
                  <a:pt x="24896" y="103003"/>
                  <a:pt x="24896" y="101500"/>
                  <a:pt x="24896" y="99244"/>
                </a:cubicBezTo>
                <a:cubicBezTo>
                  <a:pt x="27159" y="99244"/>
                  <a:pt x="29422" y="98492"/>
                  <a:pt x="30931" y="98492"/>
                </a:cubicBezTo>
                <a:cubicBezTo>
                  <a:pt x="35458" y="97740"/>
                  <a:pt x="36967" y="96237"/>
                  <a:pt x="36967" y="92478"/>
                </a:cubicBezTo>
                <a:cubicBezTo>
                  <a:pt x="36967" y="90974"/>
                  <a:pt x="36967" y="90222"/>
                  <a:pt x="36967" y="88718"/>
                </a:cubicBezTo>
                <a:cubicBezTo>
                  <a:pt x="36967" y="64660"/>
                  <a:pt x="36967" y="40599"/>
                  <a:pt x="36967" y="16540"/>
                </a:cubicBezTo>
                <a:cubicBezTo>
                  <a:pt x="36967" y="10526"/>
                  <a:pt x="36967" y="9774"/>
                  <a:pt x="30931" y="10526"/>
                </a:cubicBezTo>
                <a:cubicBezTo>
                  <a:pt x="28668" y="10526"/>
                  <a:pt x="26405" y="10526"/>
                  <a:pt x="24141" y="11278"/>
                </a:cubicBezTo>
                <a:cubicBezTo>
                  <a:pt x="19615" y="12029"/>
                  <a:pt x="15843" y="13533"/>
                  <a:pt x="13580" y="17292"/>
                </a:cubicBezTo>
                <a:cubicBezTo>
                  <a:pt x="11317" y="20300"/>
                  <a:pt x="9807" y="24059"/>
                  <a:pt x="8298" y="27066"/>
                </a:cubicBezTo>
                <a:cubicBezTo>
                  <a:pt x="7544" y="28570"/>
                  <a:pt x="6789" y="30074"/>
                  <a:pt x="6035" y="31577"/>
                </a:cubicBezTo>
                <a:cubicBezTo>
                  <a:pt x="3772" y="30825"/>
                  <a:pt x="2263" y="30074"/>
                  <a:pt x="0" y="29322"/>
                </a:cubicBezTo>
                <a:cubicBezTo>
                  <a:pt x="3772" y="19548"/>
                  <a:pt x="6789" y="9774"/>
                  <a:pt x="9807" y="0"/>
                </a:cubicBezTo>
                <a:cubicBezTo>
                  <a:pt x="11317" y="0"/>
                  <a:pt x="12826" y="0"/>
                  <a:pt x="14334" y="0"/>
                </a:cubicBezTo>
                <a:cubicBezTo>
                  <a:pt x="15089" y="752"/>
                  <a:pt x="15089" y="2256"/>
                  <a:pt x="15843" y="3007"/>
                </a:cubicBezTo>
                <a:cubicBezTo>
                  <a:pt x="34704" y="3007"/>
                  <a:pt x="52809" y="3007"/>
                  <a:pt x="71670" y="3007"/>
                </a:cubicBezTo>
                <a:cubicBezTo>
                  <a:pt x="71670" y="2256"/>
                  <a:pt x="72424" y="752"/>
                  <a:pt x="73179" y="0"/>
                </a:cubicBezTo>
                <a:cubicBezTo>
                  <a:pt x="73933" y="0"/>
                  <a:pt x="75442" y="0"/>
                  <a:pt x="77705" y="0"/>
                </a:cubicBezTo>
                <a:cubicBezTo>
                  <a:pt x="80724" y="9774"/>
                  <a:pt x="84496" y="19548"/>
                  <a:pt x="87513" y="29322"/>
                </a:cubicBezTo>
                <a:cubicBezTo>
                  <a:pt x="85250" y="30074"/>
                  <a:pt x="83741" y="30825"/>
                  <a:pt x="81478" y="3157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943100" y="1143000"/>
            <a:ext cx="37384" cy="101109"/>
          </a:xfrm>
          <a:custGeom>
            <a:avLst/>
            <a:gdLst/>
            <a:ahLst/>
            <a:cxnLst/>
            <a:rect l="l" t="t" r="r" b="b"/>
            <a:pathLst>
              <a:path w="37384" h="101109">
                <a:moveTo>
                  <a:pt x="0" y="101109"/>
                </a:moveTo>
                <a:cubicBezTo>
                  <a:pt x="0" y="99598"/>
                  <a:pt x="0" y="98090"/>
                  <a:pt x="0" y="95827"/>
                </a:cubicBezTo>
                <a:cubicBezTo>
                  <a:pt x="2243" y="95827"/>
                  <a:pt x="4486" y="95827"/>
                  <a:pt x="6730" y="95072"/>
                </a:cubicBezTo>
                <a:cubicBezTo>
                  <a:pt x="9719" y="94317"/>
                  <a:pt x="11215" y="93562"/>
                  <a:pt x="11963" y="89790"/>
                </a:cubicBezTo>
                <a:cubicBezTo>
                  <a:pt x="11963" y="88280"/>
                  <a:pt x="11963" y="86771"/>
                  <a:pt x="11963" y="85263"/>
                </a:cubicBezTo>
                <a:cubicBezTo>
                  <a:pt x="11963" y="61872"/>
                  <a:pt x="11963" y="39235"/>
                  <a:pt x="11963" y="15846"/>
                </a:cubicBezTo>
                <a:cubicBezTo>
                  <a:pt x="11963" y="13581"/>
                  <a:pt x="11963" y="12073"/>
                  <a:pt x="11963" y="9809"/>
                </a:cubicBezTo>
                <a:cubicBezTo>
                  <a:pt x="11215" y="7545"/>
                  <a:pt x="9719" y="6036"/>
                  <a:pt x="6730" y="6036"/>
                </a:cubicBezTo>
                <a:cubicBezTo>
                  <a:pt x="4486" y="5282"/>
                  <a:pt x="2991" y="5282"/>
                  <a:pt x="748" y="5282"/>
                </a:cubicBezTo>
                <a:cubicBezTo>
                  <a:pt x="748" y="3018"/>
                  <a:pt x="748" y="1509"/>
                  <a:pt x="748" y="0"/>
                </a:cubicBezTo>
                <a:cubicBezTo>
                  <a:pt x="12710" y="0"/>
                  <a:pt x="24674" y="0"/>
                  <a:pt x="36636" y="0"/>
                </a:cubicBezTo>
                <a:cubicBezTo>
                  <a:pt x="36636" y="1509"/>
                  <a:pt x="36636" y="3018"/>
                  <a:pt x="36636" y="5282"/>
                </a:cubicBezTo>
                <a:cubicBezTo>
                  <a:pt x="35141" y="5282"/>
                  <a:pt x="32898" y="5282"/>
                  <a:pt x="31402" y="6036"/>
                </a:cubicBezTo>
                <a:cubicBezTo>
                  <a:pt x="28412" y="6036"/>
                  <a:pt x="26168" y="7545"/>
                  <a:pt x="25422" y="11318"/>
                </a:cubicBezTo>
                <a:cubicBezTo>
                  <a:pt x="25422" y="12827"/>
                  <a:pt x="24674" y="15090"/>
                  <a:pt x="24674" y="17355"/>
                </a:cubicBezTo>
                <a:cubicBezTo>
                  <a:pt x="24674" y="39991"/>
                  <a:pt x="24674" y="62626"/>
                  <a:pt x="24674" y="85263"/>
                </a:cubicBezTo>
                <a:cubicBezTo>
                  <a:pt x="24674" y="93562"/>
                  <a:pt x="26916" y="95072"/>
                  <a:pt x="34393" y="95827"/>
                </a:cubicBezTo>
                <a:cubicBezTo>
                  <a:pt x="35141" y="95827"/>
                  <a:pt x="35889" y="95827"/>
                  <a:pt x="36636" y="95827"/>
                </a:cubicBezTo>
                <a:cubicBezTo>
                  <a:pt x="36636" y="96581"/>
                  <a:pt x="37384" y="97335"/>
                  <a:pt x="37384" y="98844"/>
                </a:cubicBezTo>
                <a:cubicBezTo>
                  <a:pt x="37384" y="99598"/>
                  <a:pt x="36636" y="100353"/>
                  <a:pt x="36636" y="101109"/>
                </a:cubicBezTo>
                <a:cubicBezTo>
                  <a:pt x="24674" y="101109"/>
                  <a:pt x="12710" y="101109"/>
                  <a:pt x="0"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2908300" y="1143000"/>
            <a:ext cx="36535" cy="101958"/>
          </a:xfrm>
          <a:custGeom>
            <a:avLst/>
            <a:gdLst/>
            <a:ahLst/>
            <a:cxnLst/>
            <a:rect l="l" t="t" r="r" b="b"/>
            <a:pathLst>
              <a:path w="36535" h="101958">
                <a:moveTo>
                  <a:pt x="0" y="5287"/>
                </a:moveTo>
                <a:cubicBezTo>
                  <a:pt x="0" y="3021"/>
                  <a:pt x="0" y="1510"/>
                  <a:pt x="0" y="0"/>
                </a:cubicBezTo>
                <a:cubicBezTo>
                  <a:pt x="11930" y="0"/>
                  <a:pt x="23859" y="0"/>
                  <a:pt x="36535" y="0"/>
                </a:cubicBezTo>
                <a:cubicBezTo>
                  <a:pt x="36535" y="1510"/>
                  <a:pt x="36535" y="3021"/>
                  <a:pt x="36535" y="5287"/>
                </a:cubicBezTo>
                <a:cubicBezTo>
                  <a:pt x="34298" y="5287"/>
                  <a:pt x="32807" y="5287"/>
                  <a:pt x="31316" y="6041"/>
                </a:cubicBezTo>
                <a:cubicBezTo>
                  <a:pt x="27588" y="6041"/>
                  <a:pt x="26096" y="7553"/>
                  <a:pt x="25350" y="11328"/>
                </a:cubicBezTo>
                <a:cubicBezTo>
                  <a:pt x="24605" y="13594"/>
                  <a:pt x="24605" y="15105"/>
                  <a:pt x="24605" y="17371"/>
                </a:cubicBezTo>
                <a:cubicBezTo>
                  <a:pt x="24605" y="40028"/>
                  <a:pt x="24605" y="62685"/>
                  <a:pt x="24605" y="85343"/>
                </a:cubicBezTo>
                <a:cubicBezTo>
                  <a:pt x="24605" y="93650"/>
                  <a:pt x="26096" y="95161"/>
                  <a:pt x="34298" y="95915"/>
                </a:cubicBezTo>
                <a:cubicBezTo>
                  <a:pt x="35044" y="95915"/>
                  <a:pt x="35790" y="95915"/>
                  <a:pt x="36535" y="95915"/>
                </a:cubicBezTo>
                <a:cubicBezTo>
                  <a:pt x="36535" y="97427"/>
                  <a:pt x="36535" y="99692"/>
                  <a:pt x="36535" y="101202"/>
                </a:cubicBezTo>
                <a:cubicBezTo>
                  <a:pt x="33552" y="101958"/>
                  <a:pt x="6711" y="101958"/>
                  <a:pt x="0" y="101202"/>
                </a:cubicBezTo>
                <a:cubicBezTo>
                  <a:pt x="0" y="99692"/>
                  <a:pt x="0" y="98181"/>
                  <a:pt x="0" y="95915"/>
                </a:cubicBezTo>
                <a:cubicBezTo>
                  <a:pt x="2236" y="95915"/>
                  <a:pt x="3727" y="95915"/>
                  <a:pt x="5220" y="95161"/>
                </a:cubicBezTo>
                <a:cubicBezTo>
                  <a:pt x="9693" y="95161"/>
                  <a:pt x="11184" y="93650"/>
                  <a:pt x="11930" y="89118"/>
                </a:cubicBezTo>
                <a:cubicBezTo>
                  <a:pt x="11930" y="88364"/>
                  <a:pt x="11930" y="86853"/>
                  <a:pt x="11930" y="85343"/>
                </a:cubicBezTo>
                <a:cubicBezTo>
                  <a:pt x="11930" y="61930"/>
                  <a:pt x="11930" y="38518"/>
                  <a:pt x="11930" y="15105"/>
                </a:cubicBezTo>
                <a:cubicBezTo>
                  <a:pt x="11930" y="13594"/>
                  <a:pt x="11184" y="12084"/>
                  <a:pt x="11184" y="9818"/>
                </a:cubicBezTo>
                <a:cubicBezTo>
                  <a:pt x="10438" y="7553"/>
                  <a:pt x="8947" y="6041"/>
                  <a:pt x="6711" y="6041"/>
                </a:cubicBezTo>
                <a:cubicBezTo>
                  <a:pt x="4474" y="5287"/>
                  <a:pt x="2236" y="5287"/>
                  <a:pt x="0" y="528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2463800" y="1143000"/>
            <a:ext cx="36535" cy="101109"/>
          </a:xfrm>
          <a:custGeom>
            <a:avLst/>
            <a:gdLst/>
            <a:ahLst/>
            <a:cxnLst/>
            <a:rect l="l" t="t" r="r" b="b"/>
            <a:pathLst>
              <a:path w="36535" h="101109">
                <a:moveTo>
                  <a:pt x="0" y="5282"/>
                </a:moveTo>
                <a:cubicBezTo>
                  <a:pt x="0" y="3018"/>
                  <a:pt x="0" y="1509"/>
                  <a:pt x="0" y="0"/>
                </a:cubicBezTo>
                <a:cubicBezTo>
                  <a:pt x="11930" y="0"/>
                  <a:pt x="23859" y="0"/>
                  <a:pt x="36535" y="0"/>
                </a:cubicBezTo>
                <a:cubicBezTo>
                  <a:pt x="36535" y="1509"/>
                  <a:pt x="36535" y="3018"/>
                  <a:pt x="36535" y="5282"/>
                </a:cubicBezTo>
                <a:cubicBezTo>
                  <a:pt x="34298" y="5282"/>
                  <a:pt x="32807" y="5282"/>
                  <a:pt x="31316" y="6036"/>
                </a:cubicBezTo>
                <a:cubicBezTo>
                  <a:pt x="27588" y="6036"/>
                  <a:pt x="25350" y="7545"/>
                  <a:pt x="25350" y="11318"/>
                </a:cubicBezTo>
                <a:cubicBezTo>
                  <a:pt x="24605" y="13581"/>
                  <a:pt x="24605" y="15846"/>
                  <a:pt x="24605" y="17355"/>
                </a:cubicBezTo>
                <a:cubicBezTo>
                  <a:pt x="24605" y="39991"/>
                  <a:pt x="24605" y="62626"/>
                  <a:pt x="24605" y="84508"/>
                </a:cubicBezTo>
                <a:cubicBezTo>
                  <a:pt x="24605" y="86771"/>
                  <a:pt x="24605" y="89036"/>
                  <a:pt x="25350" y="90545"/>
                </a:cubicBezTo>
                <a:cubicBezTo>
                  <a:pt x="25350" y="93562"/>
                  <a:pt x="26841" y="95072"/>
                  <a:pt x="29825" y="95072"/>
                </a:cubicBezTo>
                <a:cubicBezTo>
                  <a:pt x="32061" y="95072"/>
                  <a:pt x="33552" y="95827"/>
                  <a:pt x="36535" y="95827"/>
                </a:cubicBezTo>
                <a:cubicBezTo>
                  <a:pt x="36535" y="97335"/>
                  <a:pt x="36535" y="99598"/>
                  <a:pt x="36535" y="101109"/>
                </a:cubicBezTo>
                <a:cubicBezTo>
                  <a:pt x="24605" y="101109"/>
                  <a:pt x="11930" y="101109"/>
                  <a:pt x="0" y="101109"/>
                </a:cubicBezTo>
                <a:cubicBezTo>
                  <a:pt x="0" y="99598"/>
                  <a:pt x="0" y="98090"/>
                  <a:pt x="0" y="95827"/>
                </a:cubicBezTo>
                <a:cubicBezTo>
                  <a:pt x="2236" y="95827"/>
                  <a:pt x="4474" y="95827"/>
                  <a:pt x="5965" y="95072"/>
                </a:cubicBezTo>
                <a:cubicBezTo>
                  <a:pt x="9693" y="94317"/>
                  <a:pt x="11184" y="92808"/>
                  <a:pt x="11184" y="89790"/>
                </a:cubicBezTo>
                <a:cubicBezTo>
                  <a:pt x="11930" y="87526"/>
                  <a:pt x="11930" y="85263"/>
                  <a:pt x="11930" y="83000"/>
                </a:cubicBezTo>
                <a:cubicBezTo>
                  <a:pt x="11930" y="61117"/>
                  <a:pt x="11930" y="39991"/>
                  <a:pt x="11930" y="18863"/>
                </a:cubicBezTo>
                <a:cubicBezTo>
                  <a:pt x="11930" y="15846"/>
                  <a:pt x="11930" y="13581"/>
                  <a:pt x="11184" y="11318"/>
                </a:cubicBezTo>
                <a:cubicBezTo>
                  <a:pt x="11184" y="7545"/>
                  <a:pt x="9693" y="6036"/>
                  <a:pt x="5965" y="6036"/>
                </a:cubicBezTo>
                <a:cubicBezTo>
                  <a:pt x="3727" y="5282"/>
                  <a:pt x="2236" y="5282"/>
                  <a:pt x="0" y="528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2895600" y="660400"/>
            <a:ext cx="245547" cy="274436"/>
          </a:xfrm>
          <a:custGeom>
            <a:avLst/>
            <a:gdLst/>
            <a:ahLst/>
            <a:cxnLst/>
            <a:rect l="l" t="t" r="r" b="b"/>
            <a:pathLst>
              <a:path w="245547" h="274436">
                <a:moveTo>
                  <a:pt x="245547" y="78626"/>
                </a:moveTo>
                <a:cubicBezTo>
                  <a:pt x="245547" y="78626"/>
                  <a:pt x="244791" y="79383"/>
                  <a:pt x="244791" y="80138"/>
                </a:cubicBezTo>
                <a:cubicBezTo>
                  <a:pt x="244036" y="81650"/>
                  <a:pt x="244036" y="83918"/>
                  <a:pt x="243280" y="86186"/>
                </a:cubicBezTo>
                <a:cubicBezTo>
                  <a:pt x="235725" y="104330"/>
                  <a:pt x="226658" y="120964"/>
                  <a:pt x="213815" y="135327"/>
                </a:cubicBezTo>
                <a:cubicBezTo>
                  <a:pt x="207771" y="142132"/>
                  <a:pt x="201727" y="148935"/>
                  <a:pt x="195682" y="154984"/>
                </a:cubicBezTo>
                <a:cubicBezTo>
                  <a:pt x="192660" y="158008"/>
                  <a:pt x="189638" y="159520"/>
                  <a:pt x="186616" y="161788"/>
                </a:cubicBezTo>
                <a:cubicBezTo>
                  <a:pt x="184349" y="164056"/>
                  <a:pt x="182082" y="165569"/>
                  <a:pt x="180571" y="168593"/>
                </a:cubicBezTo>
                <a:cubicBezTo>
                  <a:pt x="179060" y="170861"/>
                  <a:pt x="179815" y="171616"/>
                  <a:pt x="182082" y="172372"/>
                </a:cubicBezTo>
                <a:cubicBezTo>
                  <a:pt x="183594" y="172372"/>
                  <a:pt x="185105" y="172372"/>
                  <a:pt x="185861" y="172372"/>
                </a:cubicBezTo>
                <a:cubicBezTo>
                  <a:pt x="192660" y="173129"/>
                  <a:pt x="198704" y="173885"/>
                  <a:pt x="204748" y="173885"/>
                </a:cubicBezTo>
                <a:cubicBezTo>
                  <a:pt x="205504" y="173885"/>
                  <a:pt x="207015" y="174640"/>
                  <a:pt x="207771" y="174640"/>
                </a:cubicBezTo>
                <a:cubicBezTo>
                  <a:pt x="211548" y="176153"/>
                  <a:pt x="213059" y="177664"/>
                  <a:pt x="213059" y="181445"/>
                </a:cubicBezTo>
                <a:cubicBezTo>
                  <a:pt x="213815" y="186737"/>
                  <a:pt x="213059" y="191273"/>
                  <a:pt x="210792" y="195809"/>
                </a:cubicBezTo>
                <a:cubicBezTo>
                  <a:pt x="209282" y="200345"/>
                  <a:pt x="206259" y="204881"/>
                  <a:pt x="203237" y="209418"/>
                </a:cubicBezTo>
                <a:cubicBezTo>
                  <a:pt x="196437" y="218490"/>
                  <a:pt x="187371" y="225294"/>
                  <a:pt x="179060" y="232098"/>
                </a:cubicBezTo>
                <a:cubicBezTo>
                  <a:pt x="176039" y="235121"/>
                  <a:pt x="172260" y="237390"/>
                  <a:pt x="168483" y="238902"/>
                </a:cubicBezTo>
                <a:cubicBezTo>
                  <a:pt x="160928" y="242682"/>
                  <a:pt x="153373" y="247218"/>
                  <a:pt x="145818" y="250999"/>
                </a:cubicBezTo>
                <a:cubicBezTo>
                  <a:pt x="141284" y="252510"/>
                  <a:pt x="137507" y="254779"/>
                  <a:pt x="132973" y="257047"/>
                </a:cubicBezTo>
                <a:cubicBezTo>
                  <a:pt x="130707" y="257802"/>
                  <a:pt x="127685" y="257802"/>
                  <a:pt x="125418" y="258558"/>
                </a:cubicBezTo>
                <a:cubicBezTo>
                  <a:pt x="123906" y="258558"/>
                  <a:pt x="121641" y="257802"/>
                  <a:pt x="120885" y="256291"/>
                </a:cubicBezTo>
                <a:cubicBezTo>
                  <a:pt x="120129" y="254779"/>
                  <a:pt x="120885" y="253266"/>
                  <a:pt x="122396" y="251755"/>
                </a:cubicBezTo>
                <a:cubicBezTo>
                  <a:pt x="123151" y="250999"/>
                  <a:pt x="123906" y="249486"/>
                  <a:pt x="124662" y="248731"/>
                </a:cubicBezTo>
                <a:cubicBezTo>
                  <a:pt x="130707" y="244194"/>
                  <a:pt x="136751" y="238902"/>
                  <a:pt x="142795" y="234366"/>
                </a:cubicBezTo>
                <a:cubicBezTo>
                  <a:pt x="145062" y="232098"/>
                  <a:pt x="146573" y="230586"/>
                  <a:pt x="147328" y="228318"/>
                </a:cubicBezTo>
                <a:cubicBezTo>
                  <a:pt x="148083" y="226805"/>
                  <a:pt x="149595" y="224537"/>
                  <a:pt x="151106" y="223026"/>
                </a:cubicBezTo>
                <a:cubicBezTo>
                  <a:pt x="154884" y="220002"/>
                  <a:pt x="158661" y="216977"/>
                  <a:pt x="161684" y="213197"/>
                </a:cubicBezTo>
                <a:cubicBezTo>
                  <a:pt x="163949" y="211685"/>
                  <a:pt x="164705" y="210174"/>
                  <a:pt x="165461" y="207905"/>
                </a:cubicBezTo>
                <a:cubicBezTo>
                  <a:pt x="165461" y="204881"/>
                  <a:pt x="166972" y="202613"/>
                  <a:pt x="168483" y="200345"/>
                </a:cubicBezTo>
                <a:cubicBezTo>
                  <a:pt x="169995" y="198832"/>
                  <a:pt x="171505" y="197321"/>
                  <a:pt x="173016" y="195809"/>
                </a:cubicBezTo>
                <a:cubicBezTo>
                  <a:pt x="171505" y="193540"/>
                  <a:pt x="169239" y="193540"/>
                  <a:pt x="166216" y="194297"/>
                </a:cubicBezTo>
                <a:cubicBezTo>
                  <a:pt x="160172" y="196566"/>
                  <a:pt x="154884" y="199589"/>
                  <a:pt x="150350" y="204126"/>
                </a:cubicBezTo>
                <a:cubicBezTo>
                  <a:pt x="145062" y="208661"/>
                  <a:pt x="140528" y="213197"/>
                  <a:pt x="135240" y="218490"/>
                </a:cubicBezTo>
                <a:cubicBezTo>
                  <a:pt x="127685" y="226050"/>
                  <a:pt x="118618" y="232098"/>
                  <a:pt x="108796" y="237390"/>
                </a:cubicBezTo>
                <a:cubicBezTo>
                  <a:pt x="98975" y="241926"/>
                  <a:pt x="89908" y="247974"/>
                  <a:pt x="80086" y="253266"/>
                </a:cubicBezTo>
                <a:cubicBezTo>
                  <a:pt x="67243" y="260071"/>
                  <a:pt x="54398" y="266118"/>
                  <a:pt x="40043" y="269899"/>
                </a:cubicBezTo>
                <a:cubicBezTo>
                  <a:pt x="32488" y="272923"/>
                  <a:pt x="24177" y="274436"/>
                  <a:pt x="15110" y="274436"/>
                </a:cubicBezTo>
                <a:cubicBezTo>
                  <a:pt x="12088" y="273679"/>
                  <a:pt x="9067" y="272923"/>
                  <a:pt x="5288" y="272923"/>
                </a:cubicBezTo>
                <a:cubicBezTo>
                  <a:pt x="4533" y="272923"/>
                  <a:pt x="3778" y="272167"/>
                  <a:pt x="3023" y="272167"/>
                </a:cubicBezTo>
                <a:cubicBezTo>
                  <a:pt x="0" y="270655"/>
                  <a:pt x="0" y="268387"/>
                  <a:pt x="3023" y="266118"/>
                </a:cubicBezTo>
                <a:cubicBezTo>
                  <a:pt x="21154" y="254779"/>
                  <a:pt x="40043" y="242682"/>
                  <a:pt x="58932" y="231342"/>
                </a:cubicBezTo>
                <a:cubicBezTo>
                  <a:pt x="63464" y="228318"/>
                  <a:pt x="68753" y="225294"/>
                  <a:pt x="74042" y="224537"/>
                </a:cubicBezTo>
                <a:cubicBezTo>
                  <a:pt x="75552" y="223782"/>
                  <a:pt x="76308" y="223026"/>
                  <a:pt x="77064" y="223026"/>
                </a:cubicBezTo>
                <a:cubicBezTo>
                  <a:pt x="101996" y="207905"/>
                  <a:pt x="127685" y="194297"/>
                  <a:pt x="154128" y="182201"/>
                </a:cubicBezTo>
                <a:cubicBezTo>
                  <a:pt x="154884" y="181445"/>
                  <a:pt x="156394" y="180688"/>
                  <a:pt x="157150" y="179932"/>
                </a:cubicBezTo>
                <a:cubicBezTo>
                  <a:pt x="157905" y="179177"/>
                  <a:pt x="158661" y="177664"/>
                  <a:pt x="158661" y="176908"/>
                </a:cubicBezTo>
                <a:cubicBezTo>
                  <a:pt x="158661" y="176153"/>
                  <a:pt x="157150" y="175396"/>
                  <a:pt x="156394" y="175396"/>
                </a:cubicBezTo>
                <a:cubicBezTo>
                  <a:pt x="151862" y="174640"/>
                  <a:pt x="148083" y="176153"/>
                  <a:pt x="143551" y="177664"/>
                </a:cubicBezTo>
                <a:cubicBezTo>
                  <a:pt x="139018" y="179932"/>
                  <a:pt x="134484" y="181445"/>
                  <a:pt x="129196" y="183713"/>
                </a:cubicBezTo>
                <a:cubicBezTo>
                  <a:pt x="128440" y="183713"/>
                  <a:pt x="127685" y="184469"/>
                  <a:pt x="126929" y="184469"/>
                </a:cubicBezTo>
                <a:cubicBezTo>
                  <a:pt x="123906" y="184469"/>
                  <a:pt x="123151" y="184469"/>
                  <a:pt x="123151" y="180688"/>
                </a:cubicBezTo>
                <a:cubicBezTo>
                  <a:pt x="123151" y="178421"/>
                  <a:pt x="123906" y="176153"/>
                  <a:pt x="125418" y="174640"/>
                </a:cubicBezTo>
                <a:cubicBezTo>
                  <a:pt x="126173" y="173129"/>
                  <a:pt x="127685" y="172372"/>
                  <a:pt x="128440" y="170861"/>
                </a:cubicBezTo>
                <a:cubicBezTo>
                  <a:pt x="129951" y="167837"/>
                  <a:pt x="129951" y="164812"/>
                  <a:pt x="126929" y="162545"/>
                </a:cubicBezTo>
                <a:cubicBezTo>
                  <a:pt x="123906" y="160277"/>
                  <a:pt x="120129" y="158008"/>
                  <a:pt x="116351" y="155740"/>
                </a:cubicBezTo>
                <a:cubicBezTo>
                  <a:pt x="111818" y="153472"/>
                  <a:pt x="108040" y="154984"/>
                  <a:pt x="104263" y="158764"/>
                </a:cubicBezTo>
                <a:cubicBezTo>
                  <a:pt x="100485" y="162545"/>
                  <a:pt x="96708" y="165569"/>
                  <a:pt x="92174" y="169348"/>
                </a:cubicBezTo>
                <a:cubicBezTo>
                  <a:pt x="89153" y="172372"/>
                  <a:pt x="84619" y="174640"/>
                  <a:pt x="80842" y="177664"/>
                </a:cubicBezTo>
                <a:cubicBezTo>
                  <a:pt x="79331" y="178421"/>
                  <a:pt x="77064" y="179932"/>
                  <a:pt x="74798" y="178421"/>
                </a:cubicBezTo>
                <a:cubicBezTo>
                  <a:pt x="73287" y="176908"/>
                  <a:pt x="73287" y="174640"/>
                  <a:pt x="74042" y="173129"/>
                </a:cubicBezTo>
                <a:cubicBezTo>
                  <a:pt x="74042" y="170861"/>
                  <a:pt x="74798" y="169348"/>
                  <a:pt x="75552" y="167837"/>
                </a:cubicBezTo>
                <a:cubicBezTo>
                  <a:pt x="77064" y="165569"/>
                  <a:pt x="79331" y="164056"/>
                  <a:pt x="80842" y="161788"/>
                </a:cubicBezTo>
                <a:cubicBezTo>
                  <a:pt x="83109" y="159520"/>
                  <a:pt x="85374" y="157251"/>
                  <a:pt x="87641" y="154228"/>
                </a:cubicBezTo>
                <a:cubicBezTo>
                  <a:pt x="89153" y="152716"/>
                  <a:pt x="89908" y="149692"/>
                  <a:pt x="90664" y="147424"/>
                </a:cubicBezTo>
                <a:cubicBezTo>
                  <a:pt x="92174" y="144400"/>
                  <a:pt x="92174" y="141375"/>
                  <a:pt x="89153" y="138351"/>
                </a:cubicBezTo>
                <a:cubicBezTo>
                  <a:pt x="87641" y="137596"/>
                  <a:pt x="86886" y="136840"/>
                  <a:pt x="86886" y="135327"/>
                </a:cubicBezTo>
                <a:cubicBezTo>
                  <a:pt x="85374" y="133815"/>
                  <a:pt x="85374" y="132304"/>
                  <a:pt x="87641" y="131548"/>
                </a:cubicBezTo>
                <a:cubicBezTo>
                  <a:pt x="92930" y="130791"/>
                  <a:pt x="98219" y="129280"/>
                  <a:pt x="103508" y="128523"/>
                </a:cubicBezTo>
                <a:cubicBezTo>
                  <a:pt x="105774" y="128523"/>
                  <a:pt x="106530" y="127767"/>
                  <a:pt x="108040" y="126256"/>
                </a:cubicBezTo>
                <a:cubicBezTo>
                  <a:pt x="110307" y="123231"/>
                  <a:pt x="113330" y="120207"/>
                  <a:pt x="115595" y="117183"/>
                </a:cubicBezTo>
                <a:cubicBezTo>
                  <a:pt x="117107" y="114915"/>
                  <a:pt x="118618" y="112646"/>
                  <a:pt x="119374" y="109623"/>
                </a:cubicBezTo>
                <a:cubicBezTo>
                  <a:pt x="120129" y="106599"/>
                  <a:pt x="118618" y="105843"/>
                  <a:pt x="116351" y="106599"/>
                </a:cubicBezTo>
                <a:cubicBezTo>
                  <a:pt x="114085" y="106599"/>
                  <a:pt x="112574" y="107354"/>
                  <a:pt x="111063" y="108867"/>
                </a:cubicBezTo>
                <a:cubicBezTo>
                  <a:pt x="108796" y="110378"/>
                  <a:pt x="105774" y="110378"/>
                  <a:pt x="103508" y="109623"/>
                </a:cubicBezTo>
                <a:cubicBezTo>
                  <a:pt x="101241" y="109623"/>
                  <a:pt x="100485" y="108867"/>
                  <a:pt x="99729" y="106599"/>
                </a:cubicBezTo>
                <a:cubicBezTo>
                  <a:pt x="99729" y="105086"/>
                  <a:pt x="99729" y="103575"/>
                  <a:pt x="101241" y="102062"/>
                </a:cubicBezTo>
                <a:cubicBezTo>
                  <a:pt x="103508" y="100551"/>
                  <a:pt x="105019" y="99038"/>
                  <a:pt x="106530" y="97527"/>
                </a:cubicBezTo>
                <a:cubicBezTo>
                  <a:pt x="108040" y="95259"/>
                  <a:pt x="108796" y="92991"/>
                  <a:pt x="108796" y="89967"/>
                </a:cubicBezTo>
                <a:cubicBezTo>
                  <a:pt x="108796" y="87699"/>
                  <a:pt x="108040" y="86942"/>
                  <a:pt x="105774" y="86942"/>
                </a:cubicBezTo>
                <a:cubicBezTo>
                  <a:pt x="102752" y="86942"/>
                  <a:pt x="99729" y="86942"/>
                  <a:pt x="97464" y="86186"/>
                </a:cubicBezTo>
                <a:cubicBezTo>
                  <a:pt x="89908" y="84675"/>
                  <a:pt x="86130" y="80138"/>
                  <a:pt x="84619" y="72578"/>
                </a:cubicBezTo>
                <a:cubicBezTo>
                  <a:pt x="84619" y="68797"/>
                  <a:pt x="85374" y="68042"/>
                  <a:pt x="89153" y="68797"/>
                </a:cubicBezTo>
                <a:cubicBezTo>
                  <a:pt x="91418" y="68797"/>
                  <a:pt x="93685" y="68797"/>
                  <a:pt x="95952" y="69554"/>
                </a:cubicBezTo>
                <a:cubicBezTo>
                  <a:pt x="103508" y="70310"/>
                  <a:pt x="110307" y="69554"/>
                  <a:pt x="117107" y="65018"/>
                </a:cubicBezTo>
                <a:cubicBezTo>
                  <a:pt x="119374" y="62749"/>
                  <a:pt x="123151" y="61994"/>
                  <a:pt x="126173" y="61238"/>
                </a:cubicBezTo>
                <a:cubicBezTo>
                  <a:pt x="131462" y="59726"/>
                  <a:pt x="135995" y="57457"/>
                  <a:pt x="139018" y="52921"/>
                </a:cubicBezTo>
                <a:cubicBezTo>
                  <a:pt x="145818" y="45361"/>
                  <a:pt x="151106" y="37045"/>
                  <a:pt x="153373" y="27216"/>
                </a:cubicBezTo>
                <a:cubicBezTo>
                  <a:pt x="154128" y="22681"/>
                  <a:pt x="154884" y="17389"/>
                  <a:pt x="154884" y="12852"/>
                </a:cubicBezTo>
                <a:cubicBezTo>
                  <a:pt x="154128" y="11340"/>
                  <a:pt x="154128" y="9829"/>
                  <a:pt x="154128" y="7560"/>
                </a:cubicBezTo>
                <a:cubicBezTo>
                  <a:pt x="154128" y="5292"/>
                  <a:pt x="154128" y="3024"/>
                  <a:pt x="156394" y="1513"/>
                </a:cubicBezTo>
                <a:cubicBezTo>
                  <a:pt x="159417" y="0"/>
                  <a:pt x="160928" y="1513"/>
                  <a:pt x="163194" y="2268"/>
                </a:cubicBezTo>
                <a:cubicBezTo>
                  <a:pt x="173772" y="8316"/>
                  <a:pt x="178305" y="21168"/>
                  <a:pt x="173772" y="32509"/>
                </a:cubicBezTo>
                <a:cubicBezTo>
                  <a:pt x="173016" y="36289"/>
                  <a:pt x="170750" y="39313"/>
                  <a:pt x="169239" y="42337"/>
                </a:cubicBezTo>
                <a:cubicBezTo>
                  <a:pt x="165461" y="48386"/>
                  <a:pt x="161684" y="54433"/>
                  <a:pt x="157905" y="60481"/>
                </a:cubicBezTo>
                <a:cubicBezTo>
                  <a:pt x="156394" y="62749"/>
                  <a:pt x="155638" y="65773"/>
                  <a:pt x="154884" y="68797"/>
                </a:cubicBezTo>
                <a:cubicBezTo>
                  <a:pt x="154128" y="70310"/>
                  <a:pt x="153373" y="71822"/>
                  <a:pt x="153373" y="74089"/>
                </a:cubicBezTo>
                <a:cubicBezTo>
                  <a:pt x="153373" y="77114"/>
                  <a:pt x="154884" y="78626"/>
                  <a:pt x="157150" y="79383"/>
                </a:cubicBezTo>
                <a:cubicBezTo>
                  <a:pt x="160928" y="80138"/>
                  <a:pt x="163949" y="79383"/>
                  <a:pt x="166972" y="78626"/>
                </a:cubicBezTo>
                <a:cubicBezTo>
                  <a:pt x="178305" y="73334"/>
                  <a:pt x="189638" y="68797"/>
                  <a:pt x="201727" y="65773"/>
                </a:cubicBezTo>
                <a:cubicBezTo>
                  <a:pt x="207015" y="64262"/>
                  <a:pt x="211548" y="63505"/>
                  <a:pt x="216837" y="61994"/>
                </a:cubicBezTo>
                <a:cubicBezTo>
                  <a:pt x="219103" y="61994"/>
                  <a:pt x="222126" y="61994"/>
                  <a:pt x="224392" y="64262"/>
                </a:cubicBezTo>
                <a:cubicBezTo>
                  <a:pt x="225904" y="65018"/>
                  <a:pt x="227414" y="65018"/>
                  <a:pt x="229681" y="65018"/>
                </a:cubicBezTo>
                <a:cubicBezTo>
                  <a:pt x="230436" y="65773"/>
                  <a:pt x="231948" y="65018"/>
                  <a:pt x="233459" y="65018"/>
                </a:cubicBezTo>
                <a:cubicBezTo>
                  <a:pt x="239503" y="65018"/>
                  <a:pt x="244036" y="67286"/>
                  <a:pt x="245547" y="73334"/>
                </a:cubicBezTo>
                <a:cubicBezTo>
                  <a:pt x="245547" y="74846"/>
                  <a:pt x="245547" y="76357"/>
                  <a:pt x="245547" y="78626"/>
                </a:cubicBezTo>
                <a:close/>
                <a:moveTo>
                  <a:pt x="155638" y="92234"/>
                </a:moveTo>
                <a:cubicBezTo>
                  <a:pt x="153373" y="92234"/>
                  <a:pt x="151106" y="92991"/>
                  <a:pt x="149595" y="95259"/>
                </a:cubicBezTo>
                <a:cubicBezTo>
                  <a:pt x="142795" y="104330"/>
                  <a:pt x="135240" y="113403"/>
                  <a:pt x="127685" y="122475"/>
                </a:cubicBezTo>
                <a:cubicBezTo>
                  <a:pt x="125418" y="125499"/>
                  <a:pt x="123906" y="128523"/>
                  <a:pt x="123906" y="132304"/>
                </a:cubicBezTo>
                <a:cubicBezTo>
                  <a:pt x="122396" y="139108"/>
                  <a:pt x="124662" y="142132"/>
                  <a:pt x="130707" y="145912"/>
                </a:cubicBezTo>
                <a:cubicBezTo>
                  <a:pt x="132973" y="147424"/>
                  <a:pt x="135240" y="146667"/>
                  <a:pt x="136751" y="144400"/>
                </a:cubicBezTo>
                <a:cubicBezTo>
                  <a:pt x="138262" y="142132"/>
                  <a:pt x="138262" y="140619"/>
                  <a:pt x="139018" y="138351"/>
                </a:cubicBezTo>
                <a:cubicBezTo>
                  <a:pt x="139772" y="136083"/>
                  <a:pt x="139772" y="133059"/>
                  <a:pt x="140528" y="130791"/>
                </a:cubicBezTo>
                <a:cubicBezTo>
                  <a:pt x="141284" y="129280"/>
                  <a:pt x="142039" y="127011"/>
                  <a:pt x="143551" y="126256"/>
                </a:cubicBezTo>
                <a:cubicBezTo>
                  <a:pt x="146573" y="123988"/>
                  <a:pt x="148839" y="124743"/>
                  <a:pt x="150350" y="128523"/>
                </a:cubicBezTo>
                <a:cubicBezTo>
                  <a:pt x="150350" y="129280"/>
                  <a:pt x="150350" y="129280"/>
                  <a:pt x="150350" y="130035"/>
                </a:cubicBezTo>
                <a:cubicBezTo>
                  <a:pt x="152617" y="138351"/>
                  <a:pt x="154884" y="145912"/>
                  <a:pt x="155638" y="154228"/>
                </a:cubicBezTo>
                <a:cubicBezTo>
                  <a:pt x="155638" y="155740"/>
                  <a:pt x="156394" y="158008"/>
                  <a:pt x="158661" y="158764"/>
                </a:cubicBezTo>
                <a:cubicBezTo>
                  <a:pt x="161684" y="158764"/>
                  <a:pt x="162439" y="157251"/>
                  <a:pt x="163949" y="155740"/>
                </a:cubicBezTo>
                <a:cubicBezTo>
                  <a:pt x="163949" y="154984"/>
                  <a:pt x="163949" y="154984"/>
                  <a:pt x="164705" y="154228"/>
                </a:cubicBezTo>
                <a:cubicBezTo>
                  <a:pt x="166972" y="150448"/>
                  <a:pt x="169995" y="145912"/>
                  <a:pt x="173016" y="142132"/>
                </a:cubicBezTo>
                <a:cubicBezTo>
                  <a:pt x="179060" y="133815"/>
                  <a:pt x="185861" y="126256"/>
                  <a:pt x="192660" y="118695"/>
                </a:cubicBezTo>
                <a:cubicBezTo>
                  <a:pt x="195682" y="114915"/>
                  <a:pt x="197193" y="111135"/>
                  <a:pt x="197193" y="106599"/>
                </a:cubicBezTo>
                <a:cubicBezTo>
                  <a:pt x="197193" y="103575"/>
                  <a:pt x="195682" y="102062"/>
                  <a:pt x="192660" y="101307"/>
                </a:cubicBezTo>
                <a:cubicBezTo>
                  <a:pt x="191149" y="101307"/>
                  <a:pt x="189638" y="101307"/>
                  <a:pt x="188882" y="101307"/>
                </a:cubicBezTo>
                <a:cubicBezTo>
                  <a:pt x="181327" y="99038"/>
                  <a:pt x="174527" y="97527"/>
                  <a:pt x="166972" y="95259"/>
                </a:cubicBezTo>
                <a:cubicBezTo>
                  <a:pt x="163194" y="94502"/>
                  <a:pt x="159417" y="92991"/>
                  <a:pt x="155638" y="922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2438400" y="711200"/>
            <a:ext cx="288879" cy="310121"/>
          </a:xfrm>
          <a:custGeom>
            <a:avLst/>
            <a:gdLst/>
            <a:ahLst/>
            <a:cxnLst/>
            <a:rect l="l" t="t" r="r" b="b"/>
            <a:pathLst>
              <a:path w="288879" h="310121">
                <a:moveTo>
                  <a:pt x="62603" y="309367"/>
                </a:moveTo>
                <a:cubicBezTo>
                  <a:pt x="67128" y="298803"/>
                  <a:pt x="72408" y="290502"/>
                  <a:pt x="83722" y="286730"/>
                </a:cubicBezTo>
                <a:cubicBezTo>
                  <a:pt x="90510" y="285220"/>
                  <a:pt x="96544" y="282957"/>
                  <a:pt x="102578" y="279938"/>
                </a:cubicBezTo>
                <a:cubicBezTo>
                  <a:pt x="126714" y="267866"/>
                  <a:pt x="141799" y="247494"/>
                  <a:pt x="149342" y="221839"/>
                </a:cubicBezTo>
                <a:cubicBezTo>
                  <a:pt x="150096" y="218065"/>
                  <a:pt x="150851" y="214293"/>
                  <a:pt x="151605" y="211275"/>
                </a:cubicBezTo>
                <a:cubicBezTo>
                  <a:pt x="152359" y="207501"/>
                  <a:pt x="151605" y="206747"/>
                  <a:pt x="148587" y="206747"/>
                </a:cubicBezTo>
                <a:cubicBezTo>
                  <a:pt x="140291" y="207501"/>
                  <a:pt x="132748" y="209766"/>
                  <a:pt x="125205" y="213538"/>
                </a:cubicBezTo>
                <a:cubicBezTo>
                  <a:pt x="119926" y="215802"/>
                  <a:pt x="114647" y="218065"/>
                  <a:pt x="108613" y="219574"/>
                </a:cubicBezTo>
                <a:cubicBezTo>
                  <a:pt x="102578" y="221839"/>
                  <a:pt x="98053" y="226366"/>
                  <a:pt x="92774" y="230138"/>
                </a:cubicBezTo>
                <a:cubicBezTo>
                  <a:pt x="79197" y="242212"/>
                  <a:pt x="63358" y="252020"/>
                  <a:pt x="46764" y="259566"/>
                </a:cubicBezTo>
                <a:cubicBezTo>
                  <a:pt x="39976" y="262584"/>
                  <a:pt x="32433" y="264848"/>
                  <a:pt x="25645" y="266357"/>
                </a:cubicBezTo>
                <a:cubicBezTo>
                  <a:pt x="18103" y="268620"/>
                  <a:pt x="11314" y="265603"/>
                  <a:pt x="6788" y="259566"/>
                </a:cubicBezTo>
                <a:cubicBezTo>
                  <a:pt x="3018" y="255039"/>
                  <a:pt x="754" y="249003"/>
                  <a:pt x="754" y="242966"/>
                </a:cubicBezTo>
                <a:cubicBezTo>
                  <a:pt x="754" y="233911"/>
                  <a:pt x="0" y="225612"/>
                  <a:pt x="0" y="217311"/>
                </a:cubicBezTo>
                <a:cubicBezTo>
                  <a:pt x="0" y="215802"/>
                  <a:pt x="0" y="214293"/>
                  <a:pt x="754" y="213538"/>
                </a:cubicBezTo>
                <a:cubicBezTo>
                  <a:pt x="754" y="211275"/>
                  <a:pt x="3018" y="210520"/>
                  <a:pt x="4525" y="212783"/>
                </a:cubicBezTo>
                <a:cubicBezTo>
                  <a:pt x="5279" y="213538"/>
                  <a:pt x="5279" y="214293"/>
                  <a:pt x="6034" y="215048"/>
                </a:cubicBezTo>
                <a:cubicBezTo>
                  <a:pt x="6788" y="215802"/>
                  <a:pt x="6788" y="217311"/>
                  <a:pt x="7543" y="218820"/>
                </a:cubicBezTo>
                <a:cubicBezTo>
                  <a:pt x="12068" y="224102"/>
                  <a:pt x="17348" y="227120"/>
                  <a:pt x="24136" y="224856"/>
                </a:cubicBezTo>
                <a:cubicBezTo>
                  <a:pt x="27907" y="224102"/>
                  <a:pt x="30924" y="222593"/>
                  <a:pt x="34695" y="221084"/>
                </a:cubicBezTo>
                <a:cubicBezTo>
                  <a:pt x="36204" y="220330"/>
                  <a:pt x="38467" y="219574"/>
                  <a:pt x="39976" y="219574"/>
                </a:cubicBezTo>
                <a:cubicBezTo>
                  <a:pt x="43746" y="220330"/>
                  <a:pt x="46010" y="218820"/>
                  <a:pt x="49027" y="217311"/>
                </a:cubicBezTo>
                <a:cubicBezTo>
                  <a:pt x="58077" y="212783"/>
                  <a:pt x="67128" y="207501"/>
                  <a:pt x="75425" y="202220"/>
                </a:cubicBezTo>
                <a:cubicBezTo>
                  <a:pt x="89002" y="194674"/>
                  <a:pt x="103332" y="189393"/>
                  <a:pt x="117663" y="184111"/>
                </a:cubicBezTo>
                <a:cubicBezTo>
                  <a:pt x="127469" y="180337"/>
                  <a:pt x="138029" y="176566"/>
                  <a:pt x="148587" y="172792"/>
                </a:cubicBezTo>
                <a:cubicBezTo>
                  <a:pt x="150096" y="172038"/>
                  <a:pt x="151605" y="171284"/>
                  <a:pt x="153114" y="170529"/>
                </a:cubicBezTo>
                <a:cubicBezTo>
                  <a:pt x="159902" y="167510"/>
                  <a:pt x="164427" y="162229"/>
                  <a:pt x="165181" y="153929"/>
                </a:cubicBezTo>
                <a:cubicBezTo>
                  <a:pt x="166690" y="134310"/>
                  <a:pt x="168199" y="113937"/>
                  <a:pt x="167444" y="93565"/>
                </a:cubicBezTo>
                <a:cubicBezTo>
                  <a:pt x="166690" y="79228"/>
                  <a:pt x="164427" y="65646"/>
                  <a:pt x="158393" y="52064"/>
                </a:cubicBezTo>
                <a:cubicBezTo>
                  <a:pt x="154622" y="43764"/>
                  <a:pt x="151605" y="35463"/>
                  <a:pt x="148587" y="27164"/>
                </a:cubicBezTo>
                <a:cubicBezTo>
                  <a:pt x="146326" y="21128"/>
                  <a:pt x="145571" y="14337"/>
                  <a:pt x="146326" y="7545"/>
                </a:cubicBezTo>
                <a:cubicBezTo>
                  <a:pt x="146326" y="3019"/>
                  <a:pt x="150096" y="0"/>
                  <a:pt x="154622" y="1509"/>
                </a:cubicBezTo>
                <a:cubicBezTo>
                  <a:pt x="160656" y="3019"/>
                  <a:pt x="167444" y="3773"/>
                  <a:pt x="173478" y="5282"/>
                </a:cubicBezTo>
                <a:cubicBezTo>
                  <a:pt x="175741" y="5282"/>
                  <a:pt x="177250" y="6791"/>
                  <a:pt x="178758" y="7545"/>
                </a:cubicBezTo>
                <a:cubicBezTo>
                  <a:pt x="181775" y="9809"/>
                  <a:pt x="184038" y="12073"/>
                  <a:pt x="187054" y="14337"/>
                </a:cubicBezTo>
                <a:cubicBezTo>
                  <a:pt x="190826" y="17355"/>
                  <a:pt x="195351" y="19619"/>
                  <a:pt x="199878" y="21882"/>
                </a:cubicBezTo>
                <a:cubicBezTo>
                  <a:pt x="206666" y="24900"/>
                  <a:pt x="210436" y="30182"/>
                  <a:pt x="211191" y="36974"/>
                </a:cubicBezTo>
                <a:cubicBezTo>
                  <a:pt x="211191" y="41500"/>
                  <a:pt x="211191" y="45273"/>
                  <a:pt x="209682" y="49801"/>
                </a:cubicBezTo>
                <a:cubicBezTo>
                  <a:pt x="208928" y="51309"/>
                  <a:pt x="207420" y="52818"/>
                  <a:pt x="205911" y="54328"/>
                </a:cubicBezTo>
                <a:cubicBezTo>
                  <a:pt x="204403" y="55837"/>
                  <a:pt x="203648" y="56591"/>
                  <a:pt x="203648" y="58100"/>
                </a:cubicBezTo>
                <a:cubicBezTo>
                  <a:pt x="204403" y="78473"/>
                  <a:pt x="204403" y="98847"/>
                  <a:pt x="204403" y="119219"/>
                </a:cubicBezTo>
                <a:cubicBezTo>
                  <a:pt x="205157" y="124501"/>
                  <a:pt x="205157" y="129783"/>
                  <a:pt x="205911" y="135065"/>
                </a:cubicBezTo>
                <a:cubicBezTo>
                  <a:pt x="206666" y="138083"/>
                  <a:pt x="207420" y="138838"/>
                  <a:pt x="209682" y="137329"/>
                </a:cubicBezTo>
                <a:cubicBezTo>
                  <a:pt x="219488" y="132801"/>
                  <a:pt x="228539" y="128274"/>
                  <a:pt x="236082" y="120729"/>
                </a:cubicBezTo>
                <a:cubicBezTo>
                  <a:pt x="239098" y="116956"/>
                  <a:pt x="242115" y="113182"/>
                  <a:pt x="245133" y="108656"/>
                </a:cubicBezTo>
                <a:cubicBezTo>
                  <a:pt x="248903" y="104129"/>
                  <a:pt x="252675" y="99601"/>
                  <a:pt x="257200" y="96582"/>
                </a:cubicBezTo>
                <a:cubicBezTo>
                  <a:pt x="263989" y="92056"/>
                  <a:pt x="270777" y="90546"/>
                  <a:pt x="278319" y="92056"/>
                </a:cubicBezTo>
                <a:cubicBezTo>
                  <a:pt x="285862" y="93565"/>
                  <a:pt x="288879" y="98847"/>
                  <a:pt x="286616" y="106392"/>
                </a:cubicBezTo>
                <a:cubicBezTo>
                  <a:pt x="285862" y="110165"/>
                  <a:pt x="283599" y="113937"/>
                  <a:pt x="280582" y="116201"/>
                </a:cubicBezTo>
                <a:cubicBezTo>
                  <a:pt x="276810" y="120729"/>
                  <a:pt x="272285" y="124501"/>
                  <a:pt x="267760" y="127519"/>
                </a:cubicBezTo>
                <a:cubicBezTo>
                  <a:pt x="257200" y="134310"/>
                  <a:pt x="247395" y="142611"/>
                  <a:pt x="236836" y="150156"/>
                </a:cubicBezTo>
                <a:cubicBezTo>
                  <a:pt x="227030" y="157701"/>
                  <a:pt x="217979" y="165247"/>
                  <a:pt x="207420" y="172792"/>
                </a:cubicBezTo>
                <a:cubicBezTo>
                  <a:pt x="205157" y="175056"/>
                  <a:pt x="204403" y="176566"/>
                  <a:pt x="204403" y="179583"/>
                </a:cubicBezTo>
                <a:cubicBezTo>
                  <a:pt x="201385" y="198448"/>
                  <a:pt x="197615" y="216557"/>
                  <a:pt x="191581" y="233911"/>
                </a:cubicBezTo>
                <a:cubicBezTo>
                  <a:pt x="190826" y="236930"/>
                  <a:pt x="189318" y="239193"/>
                  <a:pt x="188563" y="241456"/>
                </a:cubicBezTo>
                <a:cubicBezTo>
                  <a:pt x="187809" y="242966"/>
                  <a:pt x="187809" y="244475"/>
                  <a:pt x="186300" y="245229"/>
                </a:cubicBezTo>
                <a:cubicBezTo>
                  <a:pt x="170461" y="263338"/>
                  <a:pt x="152359" y="279938"/>
                  <a:pt x="130486" y="291257"/>
                </a:cubicBezTo>
                <a:cubicBezTo>
                  <a:pt x="112384" y="301821"/>
                  <a:pt x="92774" y="307857"/>
                  <a:pt x="71655" y="309367"/>
                </a:cubicBezTo>
                <a:cubicBezTo>
                  <a:pt x="70146" y="309367"/>
                  <a:pt x="67883" y="310121"/>
                  <a:pt x="66374" y="310121"/>
                </a:cubicBezTo>
                <a:cubicBezTo>
                  <a:pt x="65620" y="310121"/>
                  <a:pt x="64112" y="310121"/>
                  <a:pt x="62603" y="309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651000" y="723900"/>
            <a:ext cx="146139" cy="339007"/>
          </a:xfrm>
          <a:custGeom>
            <a:avLst/>
            <a:gdLst/>
            <a:ahLst/>
            <a:cxnLst/>
            <a:rect l="l" t="t" r="r" b="b"/>
            <a:pathLst>
              <a:path w="146139" h="339007">
                <a:moveTo>
                  <a:pt x="99193" y="277096"/>
                </a:moveTo>
                <a:cubicBezTo>
                  <a:pt x="97678" y="278606"/>
                  <a:pt x="96921" y="279361"/>
                  <a:pt x="96164" y="280116"/>
                </a:cubicBezTo>
                <a:cubicBezTo>
                  <a:pt x="84806" y="290686"/>
                  <a:pt x="73448" y="299747"/>
                  <a:pt x="60575" y="308051"/>
                </a:cubicBezTo>
                <a:cubicBezTo>
                  <a:pt x="56032" y="310317"/>
                  <a:pt x="52247" y="312583"/>
                  <a:pt x="47704" y="314847"/>
                </a:cubicBezTo>
                <a:cubicBezTo>
                  <a:pt x="46189" y="316357"/>
                  <a:pt x="44675" y="317113"/>
                  <a:pt x="43160" y="318623"/>
                </a:cubicBezTo>
                <a:cubicBezTo>
                  <a:pt x="40889" y="321643"/>
                  <a:pt x="37860" y="324663"/>
                  <a:pt x="35588" y="326927"/>
                </a:cubicBezTo>
                <a:cubicBezTo>
                  <a:pt x="33317" y="329193"/>
                  <a:pt x="31045" y="331457"/>
                  <a:pt x="28773" y="332967"/>
                </a:cubicBezTo>
                <a:cubicBezTo>
                  <a:pt x="20444" y="339007"/>
                  <a:pt x="9844" y="336743"/>
                  <a:pt x="5301" y="327683"/>
                </a:cubicBezTo>
                <a:cubicBezTo>
                  <a:pt x="3029" y="323153"/>
                  <a:pt x="1514" y="317867"/>
                  <a:pt x="757" y="313337"/>
                </a:cubicBezTo>
                <a:cubicBezTo>
                  <a:pt x="0" y="305031"/>
                  <a:pt x="0" y="297481"/>
                  <a:pt x="757" y="289176"/>
                </a:cubicBezTo>
                <a:cubicBezTo>
                  <a:pt x="1514" y="286156"/>
                  <a:pt x="2272" y="282381"/>
                  <a:pt x="5301" y="280871"/>
                </a:cubicBezTo>
                <a:cubicBezTo>
                  <a:pt x="15143" y="272565"/>
                  <a:pt x="21201" y="261240"/>
                  <a:pt x="24987" y="249914"/>
                </a:cubicBezTo>
                <a:cubicBezTo>
                  <a:pt x="27259" y="245384"/>
                  <a:pt x="28016" y="240854"/>
                  <a:pt x="29531" y="236324"/>
                </a:cubicBezTo>
                <a:cubicBezTo>
                  <a:pt x="31802" y="229528"/>
                  <a:pt x="34074" y="221978"/>
                  <a:pt x="37103" y="215938"/>
                </a:cubicBezTo>
                <a:cubicBezTo>
                  <a:pt x="42403" y="205368"/>
                  <a:pt x="42403" y="194798"/>
                  <a:pt x="40132" y="184227"/>
                </a:cubicBezTo>
                <a:cubicBezTo>
                  <a:pt x="39374" y="181207"/>
                  <a:pt x="38617" y="178942"/>
                  <a:pt x="37860" y="175922"/>
                </a:cubicBezTo>
                <a:cubicBezTo>
                  <a:pt x="37103" y="172902"/>
                  <a:pt x="35588" y="169882"/>
                  <a:pt x="33317" y="166861"/>
                </a:cubicBezTo>
                <a:cubicBezTo>
                  <a:pt x="31802" y="163841"/>
                  <a:pt x="29531" y="160066"/>
                  <a:pt x="28773" y="156291"/>
                </a:cubicBezTo>
                <a:cubicBezTo>
                  <a:pt x="27259" y="152516"/>
                  <a:pt x="28773" y="150251"/>
                  <a:pt x="33317" y="150251"/>
                </a:cubicBezTo>
                <a:cubicBezTo>
                  <a:pt x="36345" y="150251"/>
                  <a:pt x="38617" y="150251"/>
                  <a:pt x="40889" y="151761"/>
                </a:cubicBezTo>
                <a:cubicBezTo>
                  <a:pt x="41646" y="152516"/>
                  <a:pt x="42403" y="153271"/>
                  <a:pt x="43160" y="153271"/>
                </a:cubicBezTo>
                <a:cubicBezTo>
                  <a:pt x="46947" y="157046"/>
                  <a:pt x="51490" y="157801"/>
                  <a:pt x="56789" y="157801"/>
                </a:cubicBezTo>
                <a:cubicBezTo>
                  <a:pt x="62847" y="157801"/>
                  <a:pt x="68148" y="160066"/>
                  <a:pt x="72691" y="164596"/>
                </a:cubicBezTo>
                <a:cubicBezTo>
                  <a:pt x="74963" y="166861"/>
                  <a:pt x="77991" y="168372"/>
                  <a:pt x="81020" y="168372"/>
                </a:cubicBezTo>
                <a:cubicBezTo>
                  <a:pt x="83292" y="168372"/>
                  <a:pt x="84806" y="169126"/>
                  <a:pt x="87078" y="169882"/>
                </a:cubicBezTo>
                <a:cubicBezTo>
                  <a:pt x="90863" y="170636"/>
                  <a:pt x="93892" y="172902"/>
                  <a:pt x="95406" y="175922"/>
                </a:cubicBezTo>
                <a:cubicBezTo>
                  <a:pt x="95406" y="176677"/>
                  <a:pt x="96164" y="177432"/>
                  <a:pt x="96921" y="178187"/>
                </a:cubicBezTo>
                <a:cubicBezTo>
                  <a:pt x="99193" y="178187"/>
                  <a:pt x="99950" y="176677"/>
                  <a:pt x="100707" y="174412"/>
                </a:cubicBezTo>
                <a:cubicBezTo>
                  <a:pt x="101464" y="172902"/>
                  <a:pt x="101464" y="171392"/>
                  <a:pt x="101464" y="169882"/>
                </a:cubicBezTo>
                <a:cubicBezTo>
                  <a:pt x="101464" y="163841"/>
                  <a:pt x="101464" y="157046"/>
                  <a:pt x="102221" y="151006"/>
                </a:cubicBezTo>
                <a:cubicBezTo>
                  <a:pt x="103736" y="132885"/>
                  <a:pt x="105250" y="114009"/>
                  <a:pt x="103736" y="95889"/>
                </a:cubicBezTo>
                <a:cubicBezTo>
                  <a:pt x="103736" y="89093"/>
                  <a:pt x="102221" y="82299"/>
                  <a:pt x="100707" y="74748"/>
                </a:cubicBezTo>
                <a:cubicBezTo>
                  <a:pt x="99950" y="67953"/>
                  <a:pt x="96164" y="61157"/>
                  <a:pt x="91620" y="55872"/>
                </a:cubicBezTo>
                <a:cubicBezTo>
                  <a:pt x="87834" y="50587"/>
                  <a:pt x="84049" y="46057"/>
                  <a:pt x="79506" y="41526"/>
                </a:cubicBezTo>
                <a:cubicBezTo>
                  <a:pt x="74205" y="34732"/>
                  <a:pt x="68148" y="27181"/>
                  <a:pt x="62847" y="20386"/>
                </a:cubicBezTo>
                <a:cubicBezTo>
                  <a:pt x="59818" y="16610"/>
                  <a:pt x="58304" y="11326"/>
                  <a:pt x="58304" y="6796"/>
                </a:cubicBezTo>
                <a:cubicBezTo>
                  <a:pt x="58304" y="2266"/>
                  <a:pt x="60575" y="0"/>
                  <a:pt x="65119" y="1510"/>
                </a:cubicBezTo>
                <a:cubicBezTo>
                  <a:pt x="67390" y="1510"/>
                  <a:pt x="69662" y="3020"/>
                  <a:pt x="71934" y="4530"/>
                </a:cubicBezTo>
                <a:cubicBezTo>
                  <a:pt x="79506" y="11326"/>
                  <a:pt x="87834" y="16610"/>
                  <a:pt x="96921" y="21140"/>
                </a:cubicBezTo>
                <a:cubicBezTo>
                  <a:pt x="106765" y="26426"/>
                  <a:pt x="116609" y="32466"/>
                  <a:pt x="124938" y="39262"/>
                </a:cubicBezTo>
                <a:cubicBezTo>
                  <a:pt x="130238" y="43792"/>
                  <a:pt x="135538" y="48322"/>
                  <a:pt x="139324" y="54362"/>
                </a:cubicBezTo>
                <a:cubicBezTo>
                  <a:pt x="140839" y="56627"/>
                  <a:pt x="142353" y="58892"/>
                  <a:pt x="143110" y="62667"/>
                </a:cubicBezTo>
                <a:cubicBezTo>
                  <a:pt x="145382" y="92113"/>
                  <a:pt x="146139" y="122315"/>
                  <a:pt x="146139" y="152516"/>
                </a:cubicBezTo>
                <a:cubicBezTo>
                  <a:pt x="146139" y="175167"/>
                  <a:pt x="145382" y="197818"/>
                  <a:pt x="143110" y="220468"/>
                </a:cubicBezTo>
                <a:cubicBezTo>
                  <a:pt x="140839" y="242364"/>
                  <a:pt x="138567" y="264260"/>
                  <a:pt x="133266" y="285401"/>
                </a:cubicBezTo>
                <a:cubicBezTo>
                  <a:pt x="130995" y="292951"/>
                  <a:pt x="128723" y="301257"/>
                  <a:pt x="124938" y="308807"/>
                </a:cubicBezTo>
                <a:cubicBezTo>
                  <a:pt x="122665" y="312583"/>
                  <a:pt x="120395" y="316357"/>
                  <a:pt x="117366" y="319377"/>
                </a:cubicBezTo>
                <a:cubicBezTo>
                  <a:pt x="115094" y="321643"/>
                  <a:pt x="112822" y="323153"/>
                  <a:pt x="109794" y="323153"/>
                </a:cubicBezTo>
                <a:cubicBezTo>
                  <a:pt x="106008" y="323907"/>
                  <a:pt x="102979" y="322397"/>
                  <a:pt x="102221" y="318623"/>
                </a:cubicBezTo>
                <a:cubicBezTo>
                  <a:pt x="102221" y="317113"/>
                  <a:pt x="102221" y="315603"/>
                  <a:pt x="101464" y="313337"/>
                </a:cubicBezTo>
                <a:cubicBezTo>
                  <a:pt x="101464" y="307297"/>
                  <a:pt x="102221" y="301257"/>
                  <a:pt x="102221" y="295217"/>
                </a:cubicBezTo>
                <a:cubicBezTo>
                  <a:pt x="101464" y="289176"/>
                  <a:pt x="101464" y="283136"/>
                  <a:pt x="99193" y="277096"/>
                </a:cubicBezTo>
                <a:close/>
                <a:moveTo>
                  <a:pt x="99950" y="192532"/>
                </a:moveTo>
                <a:cubicBezTo>
                  <a:pt x="96164" y="194042"/>
                  <a:pt x="94649" y="196308"/>
                  <a:pt x="93892" y="199328"/>
                </a:cubicBezTo>
                <a:cubicBezTo>
                  <a:pt x="93135" y="201592"/>
                  <a:pt x="92379" y="204612"/>
                  <a:pt x="90106" y="206122"/>
                </a:cubicBezTo>
                <a:cubicBezTo>
                  <a:pt x="86321" y="209144"/>
                  <a:pt x="81778" y="211408"/>
                  <a:pt x="77234" y="211408"/>
                </a:cubicBezTo>
                <a:cubicBezTo>
                  <a:pt x="73448" y="211408"/>
                  <a:pt x="71176" y="212918"/>
                  <a:pt x="68905" y="215184"/>
                </a:cubicBezTo>
                <a:cubicBezTo>
                  <a:pt x="65876" y="218204"/>
                  <a:pt x="63604" y="220468"/>
                  <a:pt x="61333" y="223488"/>
                </a:cubicBezTo>
                <a:cubicBezTo>
                  <a:pt x="59061" y="225754"/>
                  <a:pt x="57548" y="228018"/>
                  <a:pt x="56789" y="230284"/>
                </a:cubicBezTo>
                <a:cubicBezTo>
                  <a:pt x="53760" y="237834"/>
                  <a:pt x="49974" y="243874"/>
                  <a:pt x="44675" y="249914"/>
                </a:cubicBezTo>
                <a:cubicBezTo>
                  <a:pt x="40889" y="254444"/>
                  <a:pt x="37860" y="258975"/>
                  <a:pt x="34074" y="263505"/>
                </a:cubicBezTo>
                <a:cubicBezTo>
                  <a:pt x="29531" y="268790"/>
                  <a:pt x="25744" y="274831"/>
                  <a:pt x="23473" y="281626"/>
                </a:cubicBezTo>
                <a:cubicBezTo>
                  <a:pt x="21958" y="284646"/>
                  <a:pt x="21958" y="286156"/>
                  <a:pt x="25744" y="287666"/>
                </a:cubicBezTo>
                <a:cubicBezTo>
                  <a:pt x="28773" y="288421"/>
                  <a:pt x="31802" y="289176"/>
                  <a:pt x="34831" y="288421"/>
                </a:cubicBezTo>
                <a:cubicBezTo>
                  <a:pt x="40132" y="287666"/>
                  <a:pt x="44675" y="285401"/>
                  <a:pt x="48461" y="282381"/>
                </a:cubicBezTo>
                <a:cubicBezTo>
                  <a:pt x="52247" y="280116"/>
                  <a:pt x="55275" y="277096"/>
                  <a:pt x="59061" y="274075"/>
                </a:cubicBezTo>
                <a:cubicBezTo>
                  <a:pt x="61333" y="272565"/>
                  <a:pt x="62847" y="271055"/>
                  <a:pt x="65876" y="270300"/>
                </a:cubicBezTo>
                <a:cubicBezTo>
                  <a:pt x="73448" y="268790"/>
                  <a:pt x="80263" y="265015"/>
                  <a:pt x="86321" y="261240"/>
                </a:cubicBezTo>
                <a:cubicBezTo>
                  <a:pt x="90106" y="258975"/>
                  <a:pt x="93135" y="256710"/>
                  <a:pt x="96164" y="255200"/>
                </a:cubicBezTo>
                <a:cubicBezTo>
                  <a:pt x="99193" y="252934"/>
                  <a:pt x="100707" y="249914"/>
                  <a:pt x="100707" y="245384"/>
                </a:cubicBezTo>
                <a:cubicBezTo>
                  <a:pt x="99950" y="229528"/>
                  <a:pt x="99950" y="212918"/>
                  <a:pt x="99950" y="196308"/>
                </a:cubicBezTo>
                <a:cubicBezTo>
                  <a:pt x="99950" y="195552"/>
                  <a:pt x="99950" y="194042"/>
                  <a:pt x="99950" y="1925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854200" y="762000"/>
            <a:ext cx="172477" cy="238750"/>
          </a:xfrm>
          <a:custGeom>
            <a:avLst/>
            <a:gdLst/>
            <a:ahLst/>
            <a:cxnLst/>
            <a:rect l="l" t="t" r="r" b="b"/>
            <a:pathLst>
              <a:path w="172477" h="238750">
                <a:moveTo>
                  <a:pt x="25608" y="0"/>
                </a:moveTo>
                <a:cubicBezTo>
                  <a:pt x="26361" y="756"/>
                  <a:pt x="27114" y="1511"/>
                  <a:pt x="27868" y="1511"/>
                </a:cubicBezTo>
                <a:cubicBezTo>
                  <a:pt x="36153" y="9067"/>
                  <a:pt x="43684" y="16622"/>
                  <a:pt x="51970" y="24177"/>
                </a:cubicBezTo>
                <a:cubicBezTo>
                  <a:pt x="53476" y="25688"/>
                  <a:pt x="54229" y="27200"/>
                  <a:pt x="54982" y="28711"/>
                </a:cubicBezTo>
                <a:cubicBezTo>
                  <a:pt x="64774" y="47598"/>
                  <a:pt x="70799" y="67243"/>
                  <a:pt x="74564" y="88398"/>
                </a:cubicBezTo>
                <a:cubicBezTo>
                  <a:pt x="74564" y="90664"/>
                  <a:pt x="75317" y="93687"/>
                  <a:pt x="76070" y="96709"/>
                </a:cubicBezTo>
                <a:cubicBezTo>
                  <a:pt x="77578" y="100486"/>
                  <a:pt x="80590" y="101242"/>
                  <a:pt x="84356" y="99731"/>
                </a:cubicBezTo>
                <a:cubicBezTo>
                  <a:pt x="86615" y="98221"/>
                  <a:pt x="88121" y="97465"/>
                  <a:pt x="90382" y="95954"/>
                </a:cubicBezTo>
                <a:cubicBezTo>
                  <a:pt x="96407" y="91420"/>
                  <a:pt x="102432" y="86887"/>
                  <a:pt x="109211" y="82353"/>
                </a:cubicBezTo>
                <a:cubicBezTo>
                  <a:pt x="110717" y="81598"/>
                  <a:pt x="111470" y="80087"/>
                  <a:pt x="111470" y="77821"/>
                </a:cubicBezTo>
                <a:cubicBezTo>
                  <a:pt x="111470" y="71777"/>
                  <a:pt x="111470" y="66487"/>
                  <a:pt x="111470" y="60443"/>
                </a:cubicBezTo>
                <a:cubicBezTo>
                  <a:pt x="111470" y="56665"/>
                  <a:pt x="115236" y="52132"/>
                  <a:pt x="119756" y="52132"/>
                </a:cubicBezTo>
                <a:cubicBezTo>
                  <a:pt x="120509" y="52132"/>
                  <a:pt x="122015" y="52888"/>
                  <a:pt x="122015" y="53644"/>
                </a:cubicBezTo>
                <a:cubicBezTo>
                  <a:pt x="122768" y="54399"/>
                  <a:pt x="123521" y="55155"/>
                  <a:pt x="123521" y="56665"/>
                </a:cubicBezTo>
                <a:cubicBezTo>
                  <a:pt x="123521" y="59687"/>
                  <a:pt x="125781" y="62710"/>
                  <a:pt x="128793" y="64976"/>
                </a:cubicBezTo>
                <a:cubicBezTo>
                  <a:pt x="136326" y="71021"/>
                  <a:pt x="144610" y="75554"/>
                  <a:pt x="153648" y="78576"/>
                </a:cubicBezTo>
                <a:cubicBezTo>
                  <a:pt x="156661" y="80087"/>
                  <a:pt x="157414" y="81598"/>
                  <a:pt x="157414" y="84620"/>
                </a:cubicBezTo>
                <a:cubicBezTo>
                  <a:pt x="158167" y="105776"/>
                  <a:pt x="147624" y="120886"/>
                  <a:pt x="127287" y="128441"/>
                </a:cubicBezTo>
                <a:cubicBezTo>
                  <a:pt x="117495" y="132220"/>
                  <a:pt x="106952" y="133730"/>
                  <a:pt x="96407" y="132220"/>
                </a:cubicBezTo>
                <a:cubicBezTo>
                  <a:pt x="89628" y="130708"/>
                  <a:pt x="84356" y="137508"/>
                  <a:pt x="85862" y="143552"/>
                </a:cubicBezTo>
                <a:cubicBezTo>
                  <a:pt x="85862" y="145063"/>
                  <a:pt x="86615" y="146575"/>
                  <a:pt x="86615" y="148086"/>
                </a:cubicBezTo>
                <a:cubicBezTo>
                  <a:pt x="88875" y="153374"/>
                  <a:pt x="88875" y="159418"/>
                  <a:pt x="86615" y="165463"/>
                </a:cubicBezTo>
                <a:cubicBezTo>
                  <a:pt x="85862" y="167729"/>
                  <a:pt x="84356" y="169240"/>
                  <a:pt x="82097" y="170751"/>
                </a:cubicBezTo>
                <a:cubicBezTo>
                  <a:pt x="76070" y="174530"/>
                  <a:pt x="71552" y="179818"/>
                  <a:pt x="67033" y="185862"/>
                </a:cubicBezTo>
                <a:cubicBezTo>
                  <a:pt x="63268" y="191907"/>
                  <a:pt x="64021" y="194928"/>
                  <a:pt x="71552" y="196440"/>
                </a:cubicBezTo>
                <a:cubicBezTo>
                  <a:pt x="76070" y="197195"/>
                  <a:pt x="80590" y="197195"/>
                  <a:pt x="85109" y="195684"/>
                </a:cubicBezTo>
                <a:cubicBezTo>
                  <a:pt x="94148" y="193417"/>
                  <a:pt x="103185" y="190396"/>
                  <a:pt x="111470" y="187373"/>
                </a:cubicBezTo>
                <a:cubicBezTo>
                  <a:pt x="116742" y="185106"/>
                  <a:pt x="122015" y="183596"/>
                  <a:pt x="128040" y="183596"/>
                </a:cubicBezTo>
                <a:cubicBezTo>
                  <a:pt x="132560" y="182841"/>
                  <a:pt x="137079" y="181329"/>
                  <a:pt x="140844" y="179062"/>
                </a:cubicBezTo>
                <a:cubicBezTo>
                  <a:pt x="146870" y="176795"/>
                  <a:pt x="152895" y="173774"/>
                  <a:pt x="159675" y="173018"/>
                </a:cubicBezTo>
                <a:cubicBezTo>
                  <a:pt x="161181" y="173018"/>
                  <a:pt x="163440" y="173018"/>
                  <a:pt x="165699" y="173018"/>
                </a:cubicBezTo>
                <a:cubicBezTo>
                  <a:pt x="170218" y="173774"/>
                  <a:pt x="172477" y="178307"/>
                  <a:pt x="170971" y="182085"/>
                </a:cubicBezTo>
                <a:cubicBezTo>
                  <a:pt x="167959" y="188885"/>
                  <a:pt x="164193" y="195684"/>
                  <a:pt x="161181" y="201728"/>
                </a:cubicBezTo>
                <a:cubicBezTo>
                  <a:pt x="158920" y="204751"/>
                  <a:pt x="155908" y="207018"/>
                  <a:pt x="152895" y="209285"/>
                </a:cubicBezTo>
                <a:cubicBezTo>
                  <a:pt x="146117" y="213062"/>
                  <a:pt x="138585" y="216084"/>
                  <a:pt x="131053" y="218351"/>
                </a:cubicBezTo>
                <a:cubicBezTo>
                  <a:pt x="122768" y="220617"/>
                  <a:pt x="113730" y="222884"/>
                  <a:pt x="105446" y="225151"/>
                </a:cubicBezTo>
                <a:cubicBezTo>
                  <a:pt x="102432" y="225906"/>
                  <a:pt x="98666" y="225151"/>
                  <a:pt x="95654" y="225151"/>
                </a:cubicBezTo>
                <a:cubicBezTo>
                  <a:pt x="91888" y="225151"/>
                  <a:pt x="89628" y="225906"/>
                  <a:pt x="87368" y="227416"/>
                </a:cubicBezTo>
                <a:cubicBezTo>
                  <a:pt x="73058" y="237994"/>
                  <a:pt x="55735" y="238750"/>
                  <a:pt x="41425" y="229683"/>
                </a:cubicBezTo>
                <a:cubicBezTo>
                  <a:pt x="38412" y="227416"/>
                  <a:pt x="35400" y="224395"/>
                  <a:pt x="33139" y="220617"/>
                </a:cubicBezTo>
                <a:cubicBezTo>
                  <a:pt x="27868" y="212306"/>
                  <a:pt x="24102" y="203239"/>
                  <a:pt x="20335" y="194173"/>
                </a:cubicBezTo>
                <a:cubicBezTo>
                  <a:pt x="19582" y="192663"/>
                  <a:pt x="19582" y="191907"/>
                  <a:pt x="18829" y="190396"/>
                </a:cubicBezTo>
                <a:cubicBezTo>
                  <a:pt x="15063" y="182085"/>
                  <a:pt x="12804" y="173774"/>
                  <a:pt x="13557" y="163952"/>
                </a:cubicBezTo>
                <a:cubicBezTo>
                  <a:pt x="14310" y="162441"/>
                  <a:pt x="13557" y="160929"/>
                  <a:pt x="13557" y="158662"/>
                </a:cubicBezTo>
                <a:cubicBezTo>
                  <a:pt x="9039" y="141286"/>
                  <a:pt x="4519" y="123153"/>
                  <a:pt x="753" y="105776"/>
                </a:cubicBezTo>
                <a:cubicBezTo>
                  <a:pt x="0" y="104264"/>
                  <a:pt x="0" y="102753"/>
                  <a:pt x="0" y="101242"/>
                </a:cubicBezTo>
                <a:cubicBezTo>
                  <a:pt x="4519" y="80087"/>
                  <a:pt x="9039" y="58932"/>
                  <a:pt x="13557" y="37777"/>
                </a:cubicBezTo>
                <a:cubicBezTo>
                  <a:pt x="16570" y="26444"/>
                  <a:pt x="19582" y="14355"/>
                  <a:pt x="24102" y="3023"/>
                </a:cubicBezTo>
                <a:cubicBezTo>
                  <a:pt x="24855" y="1511"/>
                  <a:pt x="24855" y="756"/>
                  <a:pt x="2560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2120900" y="863600"/>
            <a:ext cx="204765" cy="226855"/>
          </a:xfrm>
          <a:custGeom>
            <a:avLst/>
            <a:gdLst/>
            <a:ahLst/>
            <a:cxnLst/>
            <a:rect l="l" t="t" r="r" b="b"/>
            <a:pathLst>
              <a:path w="204765" h="226855">
                <a:moveTo>
                  <a:pt x="139784" y="77131"/>
                </a:moveTo>
                <a:cubicBezTo>
                  <a:pt x="142051" y="76374"/>
                  <a:pt x="144318" y="74863"/>
                  <a:pt x="146585" y="74106"/>
                </a:cubicBezTo>
                <a:cubicBezTo>
                  <a:pt x="151119" y="71081"/>
                  <a:pt x="155651" y="68812"/>
                  <a:pt x="160941" y="68057"/>
                </a:cubicBezTo>
                <a:cubicBezTo>
                  <a:pt x="166986" y="67300"/>
                  <a:pt x="173030" y="69569"/>
                  <a:pt x="178319" y="72593"/>
                </a:cubicBezTo>
                <a:cubicBezTo>
                  <a:pt x="179075" y="73350"/>
                  <a:pt x="179831" y="74106"/>
                  <a:pt x="180586" y="74863"/>
                </a:cubicBezTo>
                <a:cubicBezTo>
                  <a:pt x="182853" y="77887"/>
                  <a:pt x="182853" y="81667"/>
                  <a:pt x="179075" y="83937"/>
                </a:cubicBezTo>
                <a:cubicBezTo>
                  <a:pt x="166230" y="96035"/>
                  <a:pt x="151119" y="105109"/>
                  <a:pt x="135251" y="111915"/>
                </a:cubicBezTo>
                <a:cubicBezTo>
                  <a:pt x="134496" y="112672"/>
                  <a:pt x="132984" y="112672"/>
                  <a:pt x="132229" y="113428"/>
                </a:cubicBezTo>
                <a:cubicBezTo>
                  <a:pt x="126183" y="115696"/>
                  <a:pt x="123916" y="120233"/>
                  <a:pt x="123161" y="127039"/>
                </a:cubicBezTo>
                <a:cubicBezTo>
                  <a:pt x="123161" y="133844"/>
                  <a:pt x="124672" y="141407"/>
                  <a:pt x="127695" y="147456"/>
                </a:cubicBezTo>
                <a:cubicBezTo>
                  <a:pt x="137517" y="170898"/>
                  <a:pt x="140539" y="195852"/>
                  <a:pt x="139784" y="220806"/>
                </a:cubicBezTo>
                <a:cubicBezTo>
                  <a:pt x="139784" y="225342"/>
                  <a:pt x="138273" y="226855"/>
                  <a:pt x="133740" y="226099"/>
                </a:cubicBezTo>
                <a:cubicBezTo>
                  <a:pt x="129206" y="226099"/>
                  <a:pt x="124672" y="224587"/>
                  <a:pt x="121649" y="220806"/>
                </a:cubicBezTo>
                <a:cubicBezTo>
                  <a:pt x="120139" y="219293"/>
                  <a:pt x="120139" y="217025"/>
                  <a:pt x="120139" y="215513"/>
                </a:cubicBezTo>
                <a:cubicBezTo>
                  <a:pt x="120139" y="214756"/>
                  <a:pt x="120139" y="213243"/>
                  <a:pt x="120139" y="212488"/>
                </a:cubicBezTo>
                <a:cubicBezTo>
                  <a:pt x="120139" y="207194"/>
                  <a:pt x="117873" y="203413"/>
                  <a:pt x="113339" y="201145"/>
                </a:cubicBezTo>
                <a:cubicBezTo>
                  <a:pt x="110316" y="198876"/>
                  <a:pt x="106538" y="198120"/>
                  <a:pt x="102761" y="196607"/>
                </a:cubicBezTo>
                <a:cubicBezTo>
                  <a:pt x="102005" y="196607"/>
                  <a:pt x="101249" y="196607"/>
                  <a:pt x="100494" y="196607"/>
                </a:cubicBezTo>
                <a:cubicBezTo>
                  <a:pt x="97471" y="195095"/>
                  <a:pt x="95204" y="192827"/>
                  <a:pt x="95204" y="190558"/>
                </a:cubicBezTo>
                <a:cubicBezTo>
                  <a:pt x="94449" y="187533"/>
                  <a:pt x="96716" y="184508"/>
                  <a:pt x="99738" y="183752"/>
                </a:cubicBezTo>
                <a:cubicBezTo>
                  <a:pt x="101249" y="182997"/>
                  <a:pt x="102761" y="182997"/>
                  <a:pt x="104272" y="182997"/>
                </a:cubicBezTo>
                <a:cubicBezTo>
                  <a:pt x="108805" y="182240"/>
                  <a:pt x="111072" y="179972"/>
                  <a:pt x="112583" y="175434"/>
                </a:cubicBezTo>
                <a:cubicBezTo>
                  <a:pt x="115606" y="166360"/>
                  <a:pt x="114094" y="157286"/>
                  <a:pt x="108805" y="148968"/>
                </a:cubicBezTo>
                <a:cubicBezTo>
                  <a:pt x="107293" y="147456"/>
                  <a:pt x="106538" y="147456"/>
                  <a:pt x="105026" y="148968"/>
                </a:cubicBezTo>
                <a:cubicBezTo>
                  <a:pt x="104272" y="148968"/>
                  <a:pt x="103516" y="149724"/>
                  <a:pt x="102761" y="150481"/>
                </a:cubicBezTo>
                <a:cubicBezTo>
                  <a:pt x="97471" y="155017"/>
                  <a:pt x="92937" y="158798"/>
                  <a:pt x="88405" y="163336"/>
                </a:cubicBezTo>
                <a:cubicBezTo>
                  <a:pt x="84626" y="166360"/>
                  <a:pt x="81604" y="170141"/>
                  <a:pt x="79337" y="174678"/>
                </a:cubicBezTo>
                <a:cubicBezTo>
                  <a:pt x="78581" y="175434"/>
                  <a:pt x="77826" y="176191"/>
                  <a:pt x="76314" y="177703"/>
                </a:cubicBezTo>
                <a:cubicBezTo>
                  <a:pt x="63470" y="191314"/>
                  <a:pt x="49869" y="204169"/>
                  <a:pt x="36269" y="217781"/>
                </a:cubicBezTo>
                <a:cubicBezTo>
                  <a:pt x="30979" y="223830"/>
                  <a:pt x="26445" y="224587"/>
                  <a:pt x="19646" y="221562"/>
                </a:cubicBezTo>
                <a:cubicBezTo>
                  <a:pt x="15112" y="220049"/>
                  <a:pt x="12089" y="217025"/>
                  <a:pt x="9822" y="213243"/>
                </a:cubicBezTo>
                <a:cubicBezTo>
                  <a:pt x="3023" y="204926"/>
                  <a:pt x="756" y="194339"/>
                  <a:pt x="0" y="183752"/>
                </a:cubicBezTo>
                <a:cubicBezTo>
                  <a:pt x="0" y="181484"/>
                  <a:pt x="756" y="180727"/>
                  <a:pt x="2267" y="180727"/>
                </a:cubicBezTo>
                <a:cubicBezTo>
                  <a:pt x="3778" y="179972"/>
                  <a:pt x="5290" y="179216"/>
                  <a:pt x="6801" y="179216"/>
                </a:cubicBezTo>
                <a:cubicBezTo>
                  <a:pt x="9822" y="177703"/>
                  <a:pt x="12089" y="177703"/>
                  <a:pt x="15112" y="179216"/>
                </a:cubicBezTo>
                <a:cubicBezTo>
                  <a:pt x="18134" y="180727"/>
                  <a:pt x="21157" y="179972"/>
                  <a:pt x="24178" y="176947"/>
                </a:cubicBezTo>
                <a:cubicBezTo>
                  <a:pt x="25690" y="176191"/>
                  <a:pt x="27957" y="174678"/>
                  <a:pt x="29468" y="173923"/>
                </a:cubicBezTo>
                <a:cubicBezTo>
                  <a:pt x="34757" y="170898"/>
                  <a:pt x="39291" y="167872"/>
                  <a:pt x="44580" y="165604"/>
                </a:cubicBezTo>
                <a:cubicBezTo>
                  <a:pt x="45335" y="164849"/>
                  <a:pt x="46846" y="164092"/>
                  <a:pt x="47602" y="163336"/>
                </a:cubicBezTo>
                <a:cubicBezTo>
                  <a:pt x="61203" y="155774"/>
                  <a:pt x="74047" y="147456"/>
                  <a:pt x="87649" y="139894"/>
                </a:cubicBezTo>
                <a:cubicBezTo>
                  <a:pt x="92182" y="136869"/>
                  <a:pt x="96716" y="133844"/>
                  <a:pt x="101249" y="130063"/>
                </a:cubicBezTo>
                <a:cubicBezTo>
                  <a:pt x="105026" y="127039"/>
                  <a:pt x="108049" y="123257"/>
                  <a:pt x="109560" y="117208"/>
                </a:cubicBezTo>
                <a:cubicBezTo>
                  <a:pt x="108049" y="117208"/>
                  <a:pt x="107293" y="116453"/>
                  <a:pt x="105782" y="116453"/>
                </a:cubicBezTo>
                <a:cubicBezTo>
                  <a:pt x="101249" y="114940"/>
                  <a:pt x="99738" y="111915"/>
                  <a:pt x="100494" y="107378"/>
                </a:cubicBezTo>
                <a:cubicBezTo>
                  <a:pt x="101249" y="105866"/>
                  <a:pt x="102005" y="103598"/>
                  <a:pt x="102761" y="102085"/>
                </a:cubicBezTo>
                <a:cubicBezTo>
                  <a:pt x="105026" y="96035"/>
                  <a:pt x="107293" y="89986"/>
                  <a:pt x="109560" y="84692"/>
                </a:cubicBezTo>
                <a:cubicBezTo>
                  <a:pt x="109560" y="83937"/>
                  <a:pt x="110316" y="83180"/>
                  <a:pt x="110316" y="82424"/>
                </a:cubicBezTo>
                <a:cubicBezTo>
                  <a:pt x="111072" y="79399"/>
                  <a:pt x="110316" y="78643"/>
                  <a:pt x="108049" y="78643"/>
                </a:cubicBezTo>
                <a:cubicBezTo>
                  <a:pt x="105782" y="78643"/>
                  <a:pt x="104272" y="78643"/>
                  <a:pt x="102005" y="79399"/>
                </a:cubicBezTo>
                <a:cubicBezTo>
                  <a:pt x="99738" y="80156"/>
                  <a:pt x="96716" y="80912"/>
                  <a:pt x="93693" y="81667"/>
                </a:cubicBezTo>
                <a:cubicBezTo>
                  <a:pt x="92182" y="82424"/>
                  <a:pt x="91426" y="83937"/>
                  <a:pt x="91426" y="85448"/>
                </a:cubicBezTo>
                <a:cubicBezTo>
                  <a:pt x="91426" y="92254"/>
                  <a:pt x="91426" y="99060"/>
                  <a:pt x="91426" y="105866"/>
                </a:cubicBezTo>
                <a:cubicBezTo>
                  <a:pt x="91426" y="107378"/>
                  <a:pt x="90670" y="108890"/>
                  <a:pt x="89915" y="110402"/>
                </a:cubicBezTo>
                <a:cubicBezTo>
                  <a:pt x="81604" y="120989"/>
                  <a:pt x="74047" y="131576"/>
                  <a:pt x="65736" y="142163"/>
                </a:cubicBezTo>
                <a:cubicBezTo>
                  <a:pt x="65736" y="142918"/>
                  <a:pt x="64981" y="142918"/>
                  <a:pt x="64981" y="143675"/>
                </a:cubicBezTo>
                <a:cubicBezTo>
                  <a:pt x="61203" y="139894"/>
                  <a:pt x="58180" y="136869"/>
                  <a:pt x="55159" y="133088"/>
                </a:cubicBezTo>
                <a:cubicBezTo>
                  <a:pt x="52892" y="130820"/>
                  <a:pt x="52136" y="128551"/>
                  <a:pt x="52136" y="125527"/>
                </a:cubicBezTo>
                <a:cubicBezTo>
                  <a:pt x="51380" y="124014"/>
                  <a:pt x="51380" y="121746"/>
                  <a:pt x="50625" y="120233"/>
                </a:cubicBezTo>
                <a:cubicBezTo>
                  <a:pt x="43824" y="104353"/>
                  <a:pt x="43068" y="88473"/>
                  <a:pt x="47602" y="71838"/>
                </a:cubicBezTo>
                <a:cubicBezTo>
                  <a:pt x="50625" y="63519"/>
                  <a:pt x="50625" y="55957"/>
                  <a:pt x="49869" y="47639"/>
                </a:cubicBezTo>
                <a:cubicBezTo>
                  <a:pt x="49869" y="45371"/>
                  <a:pt x="49869" y="43103"/>
                  <a:pt x="49869" y="40834"/>
                </a:cubicBezTo>
                <a:cubicBezTo>
                  <a:pt x="49869" y="37809"/>
                  <a:pt x="51380" y="35541"/>
                  <a:pt x="54403" y="35541"/>
                </a:cubicBezTo>
                <a:cubicBezTo>
                  <a:pt x="56669" y="34784"/>
                  <a:pt x="58936" y="35541"/>
                  <a:pt x="60447" y="36297"/>
                </a:cubicBezTo>
                <a:cubicBezTo>
                  <a:pt x="62714" y="37809"/>
                  <a:pt x="64225" y="39322"/>
                  <a:pt x="66492" y="41590"/>
                </a:cubicBezTo>
                <a:cubicBezTo>
                  <a:pt x="68003" y="43103"/>
                  <a:pt x="68759" y="44615"/>
                  <a:pt x="70270" y="46128"/>
                </a:cubicBezTo>
                <a:cubicBezTo>
                  <a:pt x="74803" y="49908"/>
                  <a:pt x="77826" y="50664"/>
                  <a:pt x="82360" y="47639"/>
                </a:cubicBezTo>
                <a:cubicBezTo>
                  <a:pt x="88405" y="43858"/>
                  <a:pt x="94449" y="40077"/>
                  <a:pt x="100494" y="36297"/>
                </a:cubicBezTo>
                <a:cubicBezTo>
                  <a:pt x="107293" y="31003"/>
                  <a:pt x="114094" y="26467"/>
                  <a:pt x="120894" y="21173"/>
                </a:cubicBezTo>
                <a:cubicBezTo>
                  <a:pt x="123161" y="18904"/>
                  <a:pt x="126183" y="18148"/>
                  <a:pt x="129206" y="17393"/>
                </a:cubicBezTo>
                <a:cubicBezTo>
                  <a:pt x="133740" y="17393"/>
                  <a:pt x="137517" y="15123"/>
                  <a:pt x="141295" y="12099"/>
                </a:cubicBezTo>
                <a:cubicBezTo>
                  <a:pt x="148096" y="4538"/>
                  <a:pt x="157162" y="1513"/>
                  <a:pt x="166986" y="756"/>
                </a:cubicBezTo>
                <a:cubicBezTo>
                  <a:pt x="176052" y="0"/>
                  <a:pt x="185875" y="0"/>
                  <a:pt x="194942" y="3025"/>
                </a:cubicBezTo>
                <a:cubicBezTo>
                  <a:pt x="197209" y="3781"/>
                  <a:pt x="199476" y="5293"/>
                  <a:pt x="201742" y="6806"/>
                </a:cubicBezTo>
                <a:cubicBezTo>
                  <a:pt x="204009" y="7562"/>
                  <a:pt x="204765" y="9830"/>
                  <a:pt x="204765" y="12099"/>
                </a:cubicBezTo>
                <a:cubicBezTo>
                  <a:pt x="204765" y="13612"/>
                  <a:pt x="204765" y="14368"/>
                  <a:pt x="203253" y="15880"/>
                </a:cubicBezTo>
                <a:cubicBezTo>
                  <a:pt x="197965" y="19661"/>
                  <a:pt x="192676" y="23442"/>
                  <a:pt x="187386" y="27979"/>
                </a:cubicBezTo>
                <a:cubicBezTo>
                  <a:pt x="181342" y="32516"/>
                  <a:pt x="175297" y="37809"/>
                  <a:pt x="170763" y="43858"/>
                </a:cubicBezTo>
                <a:cubicBezTo>
                  <a:pt x="168497" y="46883"/>
                  <a:pt x="165475" y="49152"/>
                  <a:pt x="162452" y="50664"/>
                </a:cubicBezTo>
                <a:cubicBezTo>
                  <a:pt x="160941" y="51421"/>
                  <a:pt x="160185" y="52177"/>
                  <a:pt x="159429" y="52932"/>
                </a:cubicBezTo>
                <a:cubicBezTo>
                  <a:pt x="152630" y="59738"/>
                  <a:pt x="146585" y="65789"/>
                  <a:pt x="140539" y="71838"/>
                </a:cubicBezTo>
                <a:cubicBezTo>
                  <a:pt x="139028" y="73350"/>
                  <a:pt x="138273" y="74863"/>
                  <a:pt x="139784" y="7713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2857500" y="939800"/>
            <a:ext cx="211562" cy="134244"/>
          </a:xfrm>
          <a:custGeom>
            <a:avLst/>
            <a:gdLst/>
            <a:ahLst/>
            <a:cxnLst/>
            <a:rect l="l" t="t" r="r" b="b"/>
            <a:pathLst>
              <a:path w="211562" h="134244">
                <a:moveTo>
                  <a:pt x="12089" y="100306"/>
                </a:moveTo>
                <a:cubicBezTo>
                  <a:pt x="13600" y="97290"/>
                  <a:pt x="12089" y="95781"/>
                  <a:pt x="10578" y="93518"/>
                </a:cubicBezTo>
                <a:cubicBezTo>
                  <a:pt x="6800" y="88993"/>
                  <a:pt x="3778" y="83715"/>
                  <a:pt x="1511" y="77681"/>
                </a:cubicBezTo>
                <a:cubicBezTo>
                  <a:pt x="0" y="71647"/>
                  <a:pt x="756" y="66368"/>
                  <a:pt x="4534" y="61088"/>
                </a:cubicBezTo>
                <a:cubicBezTo>
                  <a:pt x="6800" y="58826"/>
                  <a:pt x="9067" y="57318"/>
                  <a:pt x="12089" y="58072"/>
                </a:cubicBezTo>
                <a:cubicBezTo>
                  <a:pt x="13600" y="58072"/>
                  <a:pt x="15112" y="57318"/>
                  <a:pt x="16623" y="58072"/>
                </a:cubicBezTo>
                <a:cubicBezTo>
                  <a:pt x="21911" y="59581"/>
                  <a:pt x="27201" y="57318"/>
                  <a:pt x="30223" y="53547"/>
                </a:cubicBezTo>
                <a:cubicBezTo>
                  <a:pt x="33246" y="50529"/>
                  <a:pt x="37023" y="49022"/>
                  <a:pt x="40801" y="48268"/>
                </a:cubicBezTo>
                <a:cubicBezTo>
                  <a:pt x="43068" y="48268"/>
                  <a:pt x="45335" y="46759"/>
                  <a:pt x="47601" y="46004"/>
                </a:cubicBezTo>
                <a:cubicBezTo>
                  <a:pt x="67246" y="35447"/>
                  <a:pt x="87647" y="26396"/>
                  <a:pt x="108803" y="18854"/>
                </a:cubicBezTo>
                <a:cubicBezTo>
                  <a:pt x="114847" y="16593"/>
                  <a:pt x="121648" y="14329"/>
                  <a:pt x="127692" y="12066"/>
                </a:cubicBezTo>
                <a:cubicBezTo>
                  <a:pt x="131470" y="10559"/>
                  <a:pt x="136004" y="10559"/>
                  <a:pt x="140538" y="9804"/>
                </a:cubicBezTo>
                <a:cubicBezTo>
                  <a:pt x="146582" y="9050"/>
                  <a:pt x="151872" y="8296"/>
                  <a:pt x="157916" y="6788"/>
                </a:cubicBezTo>
                <a:cubicBezTo>
                  <a:pt x="161694" y="6034"/>
                  <a:pt x="165472" y="3771"/>
                  <a:pt x="169249" y="2263"/>
                </a:cubicBezTo>
                <a:cubicBezTo>
                  <a:pt x="171516" y="754"/>
                  <a:pt x="173783" y="0"/>
                  <a:pt x="176050" y="0"/>
                </a:cubicBezTo>
                <a:cubicBezTo>
                  <a:pt x="184361" y="0"/>
                  <a:pt x="192673" y="754"/>
                  <a:pt x="200228" y="3771"/>
                </a:cubicBezTo>
                <a:cubicBezTo>
                  <a:pt x="208539" y="6788"/>
                  <a:pt x="211562" y="14329"/>
                  <a:pt x="207029" y="21871"/>
                </a:cubicBezTo>
                <a:cubicBezTo>
                  <a:pt x="204006" y="28659"/>
                  <a:pt x="198717" y="33938"/>
                  <a:pt x="193429" y="37709"/>
                </a:cubicBezTo>
                <a:cubicBezTo>
                  <a:pt x="190406" y="39972"/>
                  <a:pt x="188139" y="39972"/>
                  <a:pt x="185116" y="39972"/>
                </a:cubicBezTo>
                <a:cubicBezTo>
                  <a:pt x="178317" y="40725"/>
                  <a:pt x="172272" y="41479"/>
                  <a:pt x="166228" y="42234"/>
                </a:cubicBezTo>
                <a:cubicBezTo>
                  <a:pt x="164716" y="42988"/>
                  <a:pt x="162450" y="42988"/>
                  <a:pt x="160938" y="43743"/>
                </a:cubicBezTo>
                <a:cubicBezTo>
                  <a:pt x="157916" y="45251"/>
                  <a:pt x="157160" y="47513"/>
                  <a:pt x="157160" y="50529"/>
                </a:cubicBezTo>
                <a:cubicBezTo>
                  <a:pt x="157160" y="52793"/>
                  <a:pt x="157916" y="55054"/>
                  <a:pt x="158671" y="57318"/>
                </a:cubicBezTo>
                <a:cubicBezTo>
                  <a:pt x="160938" y="61843"/>
                  <a:pt x="162450" y="65613"/>
                  <a:pt x="164716" y="69384"/>
                </a:cubicBezTo>
                <a:cubicBezTo>
                  <a:pt x="166983" y="75418"/>
                  <a:pt x="169249" y="80697"/>
                  <a:pt x="169249" y="86731"/>
                </a:cubicBezTo>
                <a:cubicBezTo>
                  <a:pt x="169249" y="95026"/>
                  <a:pt x="168493" y="102569"/>
                  <a:pt x="166228" y="110110"/>
                </a:cubicBezTo>
                <a:cubicBezTo>
                  <a:pt x="163205" y="118406"/>
                  <a:pt x="157916" y="122177"/>
                  <a:pt x="148849" y="122931"/>
                </a:cubicBezTo>
                <a:cubicBezTo>
                  <a:pt x="146582" y="122931"/>
                  <a:pt x="145071" y="122931"/>
                  <a:pt x="142804" y="122931"/>
                </a:cubicBezTo>
                <a:cubicBezTo>
                  <a:pt x="140538" y="122931"/>
                  <a:pt x="138271" y="122931"/>
                  <a:pt x="136760" y="125948"/>
                </a:cubicBezTo>
                <a:cubicBezTo>
                  <a:pt x="136004" y="126703"/>
                  <a:pt x="135249" y="127456"/>
                  <a:pt x="134493" y="128210"/>
                </a:cubicBezTo>
                <a:cubicBezTo>
                  <a:pt x="129203" y="132735"/>
                  <a:pt x="123915" y="134244"/>
                  <a:pt x="117870" y="131981"/>
                </a:cubicBezTo>
                <a:cubicBezTo>
                  <a:pt x="114093" y="129719"/>
                  <a:pt x="109559" y="127456"/>
                  <a:pt x="105781" y="125194"/>
                </a:cubicBezTo>
                <a:cubicBezTo>
                  <a:pt x="102758" y="122931"/>
                  <a:pt x="99737" y="122177"/>
                  <a:pt x="95203" y="122177"/>
                </a:cubicBezTo>
                <a:cubicBezTo>
                  <a:pt x="93692" y="122177"/>
                  <a:pt x="91425" y="122931"/>
                  <a:pt x="89913" y="120669"/>
                </a:cubicBezTo>
                <a:cubicBezTo>
                  <a:pt x="87647" y="118406"/>
                  <a:pt x="86136" y="116144"/>
                  <a:pt x="85381" y="113127"/>
                </a:cubicBezTo>
                <a:cubicBezTo>
                  <a:pt x="84625" y="111619"/>
                  <a:pt x="85381" y="110865"/>
                  <a:pt x="86892" y="110865"/>
                </a:cubicBezTo>
                <a:cubicBezTo>
                  <a:pt x="88402" y="110865"/>
                  <a:pt x="90669" y="110865"/>
                  <a:pt x="92180" y="110865"/>
                </a:cubicBezTo>
                <a:cubicBezTo>
                  <a:pt x="103514" y="111619"/>
                  <a:pt x="114847" y="110110"/>
                  <a:pt x="125426" y="106340"/>
                </a:cubicBezTo>
                <a:cubicBezTo>
                  <a:pt x="130715" y="104076"/>
                  <a:pt x="135249" y="101060"/>
                  <a:pt x="139783" y="97290"/>
                </a:cubicBezTo>
                <a:cubicBezTo>
                  <a:pt x="142048" y="95026"/>
                  <a:pt x="142804" y="92765"/>
                  <a:pt x="142048" y="90501"/>
                </a:cubicBezTo>
                <a:cubicBezTo>
                  <a:pt x="141293" y="83715"/>
                  <a:pt x="140538" y="76926"/>
                  <a:pt x="139783" y="69384"/>
                </a:cubicBezTo>
                <a:cubicBezTo>
                  <a:pt x="139027" y="65613"/>
                  <a:pt x="139027" y="61843"/>
                  <a:pt x="139027" y="58072"/>
                </a:cubicBezTo>
                <a:cubicBezTo>
                  <a:pt x="139027" y="55054"/>
                  <a:pt x="138271" y="53547"/>
                  <a:pt x="135249" y="53547"/>
                </a:cubicBezTo>
                <a:cubicBezTo>
                  <a:pt x="130715" y="52793"/>
                  <a:pt x="126938" y="52793"/>
                  <a:pt x="123160" y="56563"/>
                </a:cubicBezTo>
                <a:cubicBezTo>
                  <a:pt x="122404" y="57318"/>
                  <a:pt x="120893" y="58072"/>
                  <a:pt x="119381" y="59581"/>
                </a:cubicBezTo>
                <a:cubicBezTo>
                  <a:pt x="116359" y="61088"/>
                  <a:pt x="113337" y="62597"/>
                  <a:pt x="109559" y="61843"/>
                </a:cubicBezTo>
                <a:cubicBezTo>
                  <a:pt x="101247" y="61843"/>
                  <a:pt x="93692" y="64106"/>
                  <a:pt x="87647" y="68631"/>
                </a:cubicBezTo>
                <a:cubicBezTo>
                  <a:pt x="78580" y="75418"/>
                  <a:pt x="69513" y="82206"/>
                  <a:pt x="60447" y="88993"/>
                </a:cubicBezTo>
                <a:cubicBezTo>
                  <a:pt x="53646" y="93518"/>
                  <a:pt x="46846" y="98797"/>
                  <a:pt x="39290" y="101815"/>
                </a:cubicBezTo>
                <a:cubicBezTo>
                  <a:pt x="31735" y="104831"/>
                  <a:pt x="24178" y="105585"/>
                  <a:pt x="16623" y="102569"/>
                </a:cubicBezTo>
                <a:cubicBezTo>
                  <a:pt x="15112" y="102569"/>
                  <a:pt x="14356" y="101815"/>
                  <a:pt x="13600" y="101060"/>
                </a:cubicBezTo>
                <a:cubicBezTo>
                  <a:pt x="12845" y="101060"/>
                  <a:pt x="12845" y="101060"/>
                  <a:pt x="12089" y="10030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2171700" y="762000"/>
            <a:ext cx="160583" cy="85814"/>
          </a:xfrm>
          <a:custGeom>
            <a:avLst/>
            <a:gdLst/>
            <a:ahLst/>
            <a:cxnLst/>
            <a:rect l="l" t="t" r="r" b="b"/>
            <a:pathLst>
              <a:path w="160583" h="85814">
                <a:moveTo>
                  <a:pt x="149221" y="0"/>
                </a:moveTo>
                <a:cubicBezTo>
                  <a:pt x="150736" y="0"/>
                  <a:pt x="153008" y="0"/>
                  <a:pt x="155280" y="0"/>
                </a:cubicBezTo>
                <a:cubicBezTo>
                  <a:pt x="158311" y="753"/>
                  <a:pt x="160583" y="3764"/>
                  <a:pt x="159826" y="6774"/>
                </a:cubicBezTo>
                <a:cubicBezTo>
                  <a:pt x="156795" y="13550"/>
                  <a:pt x="151493" y="18819"/>
                  <a:pt x="144676" y="21830"/>
                </a:cubicBezTo>
                <a:cubicBezTo>
                  <a:pt x="143161" y="21830"/>
                  <a:pt x="142404" y="21830"/>
                  <a:pt x="141647" y="21830"/>
                </a:cubicBezTo>
                <a:cubicBezTo>
                  <a:pt x="137858" y="21077"/>
                  <a:pt x="134830" y="22583"/>
                  <a:pt x="131799" y="24841"/>
                </a:cubicBezTo>
                <a:cubicBezTo>
                  <a:pt x="119680" y="32368"/>
                  <a:pt x="109075" y="40649"/>
                  <a:pt x="99986" y="50434"/>
                </a:cubicBezTo>
                <a:cubicBezTo>
                  <a:pt x="93925" y="56457"/>
                  <a:pt x="87866" y="62479"/>
                  <a:pt x="82564" y="68501"/>
                </a:cubicBezTo>
                <a:cubicBezTo>
                  <a:pt x="74990" y="76780"/>
                  <a:pt x="65142" y="82803"/>
                  <a:pt x="53781" y="84309"/>
                </a:cubicBezTo>
                <a:cubicBezTo>
                  <a:pt x="46205" y="85814"/>
                  <a:pt x="37874" y="84309"/>
                  <a:pt x="30298" y="81298"/>
                </a:cubicBezTo>
                <a:cubicBezTo>
                  <a:pt x="21966" y="78287"/>
                  <a:pt x="14392" y="73770"/>
                  <a:pt x="6817" y="67748"/>
                </a:cubicBezTo>
                <a:cubicBezTo>
                  <a:pt x="6817" y="67748"/>
                  <a:pt x="6817" y="66995"/>
                  <a:pt x="6059" y="66995"/>
                </a:cubicBezTo>
                <a:cubicBezTo>
                  <a:pt x="0" y="60973"/>
                  <a:pt x="1515" y="52692"/>
                  <a:pt x="8332" y="48176"/>
                </a:cubicBezTo>
                <a:cubicBezTo>
                  <a:pt x="9089" y="47423"/>
                  <a:pt x="10604" y="47423"/>
                  <a:pt x="11361" y="46671"/>
                </a:cubicBezTo>
                <a:cubicBezTo>
                  <a:pt x="36359" y="36885"/>
                  <a:pt x="61355" y="27099"/>
                  <a:pt x="86351" y="17314"/>
                </a:cubicBezTo>
                <a:cubicBezTo>
                  <a:pt x="90138" y="15808"/>
                  <a:pt x="94684" y="14303"/>
                  <a:pt x="98471" y="13550"/>
                </a:cubicBezTo>
                <a:cubicBezTo>
                  <a:pt x="107560" y="11292"/>
                  <a:pt x="115893" y="9034"/>
                  <a:pt x="124225" y="5269"/>
                </a:cubicBezTo>
                <a:cubicBezTo>
                  <a:pt x="132556" y="1505"/>
                  <a:pt x="140889" y="0"/>
                  <a:pt x="14922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2222500" y="660400"/>
            <a:ext cx="85814" cy="95160"/>
          </a:xfrm>
          <a:custGeom>
            <a:avLst/>
            <a:gdLst/>
            <a:ahLst/>
            <a:cxnLst/>
            <a:rect l="l" t="t" r="r" b="b"/>
            <a:pathLst>
              <a:path w="85814" h="95160">
                <a:moveTo>
                  <a:pt x="85814" y="52866"/>
                </a:moveTo>
                <a:cubicBezTo>
                  <a:pt x="85814" y="59663"/>
                  <a:pt x="82050" y="64950"/>
                  <a:pt x="76029" y="68726"/>
                </a:cubicBezTo>
                <a:cubicBezTo>
                  <a:pt x="70759" y="71747"/>
                  <a:pt x="64737" y="73259"/>
                  <a:pt x="58715" y="73259"/>
                </a:cubicBezTo>
                <a:cubicBezTo>
                  <a:pt x="48176" y="73259"/>
                  <a:pt x="49682" y="74013"/>
                  <a:pt x="43660" y="80056"/>
                </a:cubicBezTo>
                <a:cubicBezTo>
                  <a:pt x="39143" y="83831"/>
                  <a:pt x="34627" y="87607"/>
                  <a:pt x="30110" y="91384"/>
                </a:cubicBezTo>
                <a:cubicBezTo>
                  <a:pt x="28604" y="92894"/>
                  <a:pt x="26346" y="93650"/>
                  <a:pt x="23335" y="94404"/>
                </a:cubicBezTo>
                <a:cubicBezTo>
                  <a:pt x="21077" y="95160"/>
                  <a:pt x="18819" y="94404"/>
                  <a:pt x="17314" y="92138"/>
                </a:cubicBezTo>
                <a:cubicBezTo>
                  <a:pt x="16561" y="89118"/>
                  <a:pt x="15808" y="86853"/>
                  <a:pt x="17314" y="84587"/>
                </a:cubicBezTo>
                <a:cubicBezTo>
                  <a:pt x="24841" y="74013"/>
                  <a:pt x="24841" y="62685"/>
                  <a:pt x="19572" y="51356"/>
                </a:cubicBezTo>
                <a:cubicBezTo>
                  <a:pt x="17314" y="46069"/>
                  <a:pt x="14303" y="42294"/>
                  <a:pt x="12045" y="37762"/>
                </a:cubicBezTo>
                <a:cubicBezTo>
                  <a:pt x="10538" y="34741"/>
                  <a:pt x="9034" y="32475"/>
                  <a:pt x="8280" y="29454"/>
                </a:cubicBezTo>
                <a:cubicBezTo>
                  <a:pt x="6774" y="24922"/>
                  <a:pt x="5269" y="20391"/>
                  <a:pt x="2258" y="15860"/>
                </a:cubicBezTo>
                <a:cubicBezTo>
                  <a:pt x="0" y="12838"/>
                  <a:pt x="0" y="9063"/>
                  <a:pt x="2258" y="4531"/>
                </a:cubicBezTo>
                <a:cubicBezTo>
                  <a:pt x="3764" y="1510"/>
                  <a:pt x="6022" y="0"/>
                  <a:pt x="9034" y="0"/>
                </a:cubicBezTo>
                <a:cubicBezTo>
                  <a:pt x="10538" y="0"/>
                  <a:pt x="12045" y="756"/>
                  <a:pt x="13550" y="756"/>
                </a:cubicBezTo>
                <a:cubicBezTo>
                  <a:pt x="21830" y="2266"/>
                  <a:pt x="30110" y="5287"/>
                  <a:pt x="37638" y="9063"/>
                </a:cubicBezTo>
                <a:cubicBezTo>
                  <a:pt x="46671" y="14350"/>
                  <a:pt x="55703" y="18881"/>
                  <a:pt x="64737" y="23412"/>
                </a:cubicBezTo>
                <a:cubicBezTo>
                  <a:pt x="70759" y="27188"/>
                  <a:pt x="76029" y="30965"/>
                  <a:pt x="79792" y="36251"/>
                </a:cubicBezTo>
                <a:cubicBezTo>
                  <a:pt x="83556" y="40782"/>
                  <a:pt x="85814" y="46069"/>
                  <a:pt x="85814" y="528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2870200" y="749300"/>
            <a:ext cx="84115" cy="113852"/>
          </a:xfrm>
          <a:custGeom>
            <a:avLst/>
            <a:gdLst/>
            <a:ahLst/>
            <a:cxnLst/>
            <a:rect l="l" t="t" r="r" b="b"/>
            <a:pathLst>
              <a:path w="84115" h="113852">
                <a:moveTo>
                  <a:pt x="84115" y="89563"/>
                </a:moveTo>
                <a:cubicBezTo>
                  <a:pt x="83358" y="91082"/>
                  <a:pt x="82600" y="93359"/>
                  <a:pt x="81841" y="94877"/>
                </a:cubicBezTo>
                <a:cubicBezTo>
                  <a:pt x="78053" y="99431"/>
                  <a:pt x="75021" y="103226"/>
                  <a:pt x="71233" y="107780"/>
                </a:cubicBezTo>
                <a:cubicBezTo>
                  <a:pt x="68202" y="110816"/>
                  <a:pt x="65170" y="112334"/>
                  <a:pt x="60623" y="113094"/>
                </a:cubicBezTo>
                <a:cubicBezTo>
                  <a:pt x="56835" y="113852"/>
                  <a:pt x="55319" y="113094"/>
                  <a:pt x="54560" y="109297"/>
                </a:cubicBezTo>
                <a:cubicBezTo>
                  <a:pt x="53045" y="102467"/>
                  <a:pt x="51530" y="95636"/>
                  <a:pt x="50014" y="88805"/>
                </a:cubicBezTo>
                <a:cubicBezTo>
                  <a:pt x="48499" y="81973"/>
                  <a:pt x="47741" y="75142"/>
                  <a:pt x="44710" y="68311"/>
                </a:cubicBezTo>
                <a:cubicBezTo>
                  <a:pt x="43194" y="64516"/>
                  <a:pt x="40921" y="60721"/>
                  <a:pt x="37889" y="56926"/>
                </a:cubicBezTo>
                <a:cubicBezTo>
                  <a:pt x="30311" y="47818"/>
                  <a:pt x="21976" y="38710"/>
                  <a:pt x="14398" y="30361"/>
                </a:cubicBezTo>
                <a:cubicBezTo>
                  <a:pt x="11366" y="26566"/>
                  <a:pt x="8336" y="23529"/>
                  <a:pt x="4547" y="20494"/>
                </a:cubicBezTo>
                <a:cubicBezTo>
                  <a:pt x="758" y="16698"/>
                  <a:pt x="0" y="12903"/>
                  <a:pt x="0" y="7590"/>
                </a:cubicBezTo>
                <a:cubicBezTo>
                  <a:pt x="0" y="6831"/>
                  <a:pt x="0" y="6831"/>
                  <a:pt x="0" y="6072"/>
                </a:cubicBezTo>
                <a:cubicBezTo>
                  <a:pt x="1515" y="759"/>
                  <a:pt x="2273" y="0"/>
                  <a:pt x="6820" y="1518"/>
                </a:cubicBezTo>
                <a:cubicBezTo>
                  <a:pt x="9093" y="3037"/>
                  <a:pt x="11366" y="3795"/>
                  <a:pt x="13640" y="5314"/>
                </a:cubicBezTo>
                <a:cubicBezTo>
                  <a:pt x="15913" y="7590"/>
                  <a:pt x="18186" y="9108"/>
                  <a:pt x="20461" y="11386"/>
                </a:cubicBezTo>
                <a:cubicBezTo>
                  <a:pt x="24249" y="15180"/>
                  <a:pt x="28796" y="18217"/>
                  <a:pt x="33343" y="19735"/>
                </a:cubicBezTo>
                <a:cubicBezTo>
                  <a:pt x="46225" y="25047"/>
                  <a:pt x="56077" y="32638"/>
                  <a:pt x="64412" y="43264"/>
                </a:cubicBezTo>
                <a:cubicBezTo>
                  <a:pt x="74263" y="55408"/>
                  <a:pt x="81084" y="69830"/>
                  <a:pt x="83358" y="86528"/>
                </a:cubicBezTo>
                <a:cubicBezTo>
                  <a:pt x="83358" y="87287"/>
                  <a:pt x="83358" y="88045"/>
                  <a:pt x="83358" y="88805"/>
                </a:cubicBezTo>
                <a:cubicBezTo>
                  <a:pt x="83358" y="88805"/>
                  <a:pt x="83358" y="89563"/>
                  <a:pt x="84115" y="8956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2286000" y="965200"/>
            <a:ext cx="61175" cy="74769"/>
          </a:xfrm>
          <a:custGeom>
            <a:avLst/>
            <a:gdLst/>
            <a:ahLst/>
            <a:cxnLst/>
            <a:rect l="l" t="t" r="r" b="b"/>
            <a:pathLst>
              <a:path w="61175" h="74769">
                <a:moveTo>
                  <a:pt x="0" y="13594"/>
                </a:moveTo>
                <a:cubicBezTo>
                  <a:pt x="756" y="11328"/>
                  <a:pt x="756" y="9063"/>
                  <a:pt x="756" y="6797"/>
                </a:cubicBezTo>
                <a:cubicBezTo>
                  <a:pt x="1510" y="3021"/>
                  <a:pt x="3776" y="756"/>
                  <a:pt x="8307" y="756"/>
                </a:cubicBezTo>
                <a:cubicBezTo>
                  <a:pt x="18881" y="0"/>
                  <a:pt x="29454" y="1510"/>
                  <a:pt x="37762" y="9063"/>
                </a:cubicBezTo>
                <a:cubicBezTo>
                  <a:pt x="46825" y="15860"/>
                  <a:pt x="52866" y="24168"/>
                  <a:pt x="58908" y="33231"/>
                </a:cubicBezTo>
                <a:cubicBezTo>
                  <a:pt x="59663" y="34741"/>
                  <a:pt x="60419" y="37007"/>
                  <a:pt x="60419" y="38518"/>
                </a:cubicBezTo>
                <a:cubicBezTo>
                  <a:pt x="61175" y="46069"/>
                  <a:pt x="60419" y="52868"/>
                  <a:pt x="58153" y="59665"/>
                </a:cubicBezTo>
                <a:cubicBezTo>
                  <a:pt x="55888" y="67216"/>
                  <a:pt x="43048" y="74769"/>
                  <a:pt x="32475" y="69482"/>
                </a:cubicBezTo>
                <a:cubicBezTo>
                  <a:pt x="28699" y="67216"/>
                  <a:pt x="24922" y="64950"/>
                  <a:pt x="22657" y="61175"/>
                </a:cubicBezTo>
                <a:cubicBezTo>
                  <a:pt x="18125" y="55888"/>
                  <a:pt x="13594" y="50601"/>
                  <a:pt x="9063" y="45315"/>
                </a:cubicBezTo>
                <a:cubicBezTo>
                  <a:pt x="3021" y="37007"/>
                  <a:pt x="1510" y="27944"/>
                  <a:pt x="756" y="18125"/>
                </a:cubicBezTo>
                <a:cubicBezTo>
                  <a:pt x="756" y="16615"/>
                  <a:pt x="756" y="15105"/>
                  <a:pt x="756" y="13594"/>
                </a:cubicBezTo>
                <a:cubicBezTo>
                  <a:pt x="756" y="13594"/>
                  <a:pt x="756" y="13594"/>
                  <a:pt x="0" y="1359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2679700" y="939800"/>
            <a:ext cx="65423" cy="75620"/>
          </a:xfrm>
          <a:custGeom>
            <a:avLst/>
            <a:gdLst/>
            <a:ahLst/>
            <a:cxnLst/>
            <a:rect l="l" t="t" r="r" b="b"/>
            <a:pathLst>
              <a:path w="65423" h="75620">
                <a:moveTo>
                  <a:pt x="28575" y="75620"/>
                </a:moveTo>
                <a:cubicBezTo>
                  <a:pt x="25568" y="74863"/>
                  <a:pt x="23312" y="74863"/>
                  <a:pt x="20303" y="74107"/>
                </a:cubicBezTo>
                <a:cubicBezTo>
                  <a:pt x="18048" y="73350"/>
                  <a:pt x="16544" y="71082"/>
                  <a:pt x="16544" y="68814"/>
                </a:cubicBezTo>
                <a:cubicBezTo>
                  <a:pt x="17296" y="61251"/>
                  <a:pt x="15039" y="55202"/>
                  <a:pt x="12784" y="49153"/>
                </a:cubicBezTo>
                <a:cubicBezTo>
                  <a:pt x="8272" y="37054"/>
                  <a:pt x="3007" y="24954"/>
                  <a:pt x="752" y="12099"/>
                </a:cubicBezTo>
                <a:cubicBezTo>
                  <a:pt x="0" y="9074"/>
                  <a:pt x="0" y="6049"/>
                  <a:pt x="0" y="3025"/>
                </a:cubicBezTo>
                <a:cubicBezTo>
                  <a:pt x="0" y="1513"/>
                  <a:pt x="1504" y="0"/>
                  <a:pt x="3007" y="0"/>
                </a:cubicBezTo>
                <a:cubicBezTo>
                  <a:pt x="5264" y="0"/>
                  <a:pt x="7520" y="0"/>
                  <a:pt x="9023" y="0"/>
                </a:cubicBezTo>
                <a:cubicBezTo>
                  <a:pt x="11280" y="756"/>
                  <a:pt x="13536" y="1513"/>
                  <a:pt x="15039" y="3025"/>
                </a:cubicBezTo>
                <a:cubicBezTo>
                  <a:pt x="18048" y="5293"/>
                  <a:pt x="21055" y="6806"/>
                  <a:pt x="23312" y="9074"/>
                </a:cubicBezTo>
                <a:cubicBezTo>
                  <a:pt x="31584" y="16636"/>
                  <a:pt x="40607" y="23442"/>
                  <a:pt x="48880" y="31003"/>
                </a:cubicBezTo>
                <a:cubicBezTo>
                  <a:pt x="52639" y="34028"/>
                  <a:pt x="55648" y="38566"/>
                  <a:pt x="58655" y="42347"/>
                </a:cubicBezTo>
                <a:cubicBezTo>
                  <a:pt x="65423" y="52177"/>
                  <a:pt x="63919" y="58983"/>
                  <a:pt x="54896" y="65789"/>
                </a:cubicBezTo>
                <a:cubicBezTo>
                  <a:pt x="48127" y="71838"/>
                  <a:pt x="37600" y="75620"/>
                  <a:pt x="28575" y="756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2870200" y="838200"/>
            <a:ext cx="33986" cy="65423"/>
          </a:xfrm>
          <a:custGeom>
            <a:avLst/>
            <a:gdLst/>
            <a:ahLst/>
            <a:cxnLst/>
            <a:rect l="l" t="t" r="r" b="b"/>
            <a:pathLst>
              <a:path w="33986" h="65423">
                <a:moveTo>
                  <a:pt x="4634" y="42864"/>
                </a:moveTo>
                <a:cubicBezTo>
                  <a:pt x="5406" y="29328"/>
                  <a:pt x="3862" y="17296"/>
                  <a:pt x="1544" y="6016"/>
                </a:cubicBezTo>
                <a:cubicBezTo>
                  <a:pt x="772" y="4512"/>
                  <a:pt x="0" y="2256"/>
                  <a:pt x="2318" y="1504"/>
                </a:cubicBezTo>
                <a:cubicBezTo>
                  <a:pt x="3862" y="0"/>
                  <a:pt x="5406" y="0"/>
                  <a:pt x="7724" y="1504"/>
                </a:cubicBezTo>
                <a:cubicBezTo>
                  <a:pt x="9268" y="2256"/>
                  <a:pt x="10814" y="3007"/>
                  <a:pt x="11586" y="4512"/>
                </a:cubicBezTo>
                <a:cubicBezTo>
                  <a:pt x="15448" y="8272"/>
                  <a:pt x="19310" y="12784"/>
                  <a:pt x="22400" y="16544"/>
                </a:cubicBezTo>
                <a:cubicBezTo>
                  <a:pt x="25489" y="20303"/>
                  <a:pt x="27807" y="24064"/>
                  <a:pt x="30124" y="27071"/>
                </a:cubicBezTo>
                <a:cubicBezTo>
                  <a:pt x="32441" y="30832"/>
                  <a:pt x="33986" y="34591"/>
                  <a:pt x="33213" y="39103"/>
                </a:cubicBezTo>
                <a:cubicBezTo>
                  <a:pt x="32441" y="44367"/>
                  <a:pt x="31669" y="50383"/>
                  <a:pt x="29351" y="55648"/>
                </a:cubicBezTo>
                <a:cubicBezTo>
                  <a:pt x="25489" y="62415"/>
                  <a:pt x="20855" y="65423"/>
                  <a:pt x="12358" y="65423"/>
                </a:cubicBezTo>
                <a:cubicBezTo>
                  <a:pt x="9268" y="65423"/>
                  <a:pt x="7724" y="63919"/>
                  <a:pt x="6180" y="60910"/>
                </a:cubicBezTo>
                <a:cubicBezTo>
                  <a:pt x="4634" y="57151"/>
                  <a:pt x="4634" y="53391"/>
                  <a:pt x="4634" y="48880"/>
                </a:cubicBezTo>
                <a:cubicBezTo>
                  <a:pt x="4634" y="46623"/>
                  <a:pt x="4634" y="44367"/>
                  <a:pt x="4634" y="428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876300" y="609600"/>
            <a:ext cx="664422" cy="662874"/>
          </a:xfrm>
          <a:custGeom>
            <a:avLst/>
            <a:gdLst/>
            <a:ahLst/>
            <a:cxnLst/>
            <a:rect l="l" t="t" r="r" b="b"/>
            <a:pathLst>
              <a:path w="664422" h="662874">
                <a:moveTo>
                  <a:pt x="0" y="320079"/>
                </a:moveTo>
                <a:cubicBezTo>
                  <a:pt x="0" y="317326"/>
                  <a:pt x="688" y="314573"/>
                  <a:pt x="688" y="311819"/>
                </a:cubicBezTo>
                <a:cubicBezTo>
                  <a:pt x="2065" y="295987"/>
                  <a:pt x="4131" y="280156"/>
                  <a:pt x="6885" y="264324"/>
                </a:cubicBezTo>
                <a:cubicBezTo>
                  <a:pt x="13082" y="236790"/>
                  <a:pt x="22033" y="210633"/>
                  <a:pt x="34426" y="185165"/>
                </a:cubicBezTo>
                <a:cubicBezTo>
                  <a:pt x="61279" y="130785"/>
                  <a:pt x="100524" y="87419"/>
                  <a:pt x="151474" y="53691"/>
                </a:cubicBezTo>
                <a:cubicBezTo>
                  <a:pt x="182458" y="33040"/>
                  <a:pt x="216884" y="18585"/>
                  <a:pt x="253375" y="9637"/>
                </a:cubicBezTo>
                <a:cubicBezTo>
                  <a:pt x="274030" y="4130"/>
                  <a:pt x="295375" y="1377"/>
                  <a:pt x="316031" y="688"/>
                </a:cubicBezTo>
                <a:cubicBezTo>
                  <a:pt x="317407" y="688"/>
                  <a:pt x="318785" y="0"/>
                  <a:pt x="320162" y="0"/>
                </a:cubicBezTo>
                <a:cubicBezTo>
                  <a:pt x="327736" y="0"/>
                  <a:pt x="335309" y="0"/>
                  <a:pt x="342883" y="0"/>
                </a:cubicBezTo>
                <a:cubicBezTo>
                  <a:pt x="344260" y="0"/>
                  <a:pt x="344949" y="688"/>
                  <a:pt x="346325" y="688"/>
                </a:cubicBezTo>
                <a:cubicBezTo>
                  <a:pt x="407604" y="3442"/>
                  <a:pt x="463373" y="21339"/>
                  <a:pt x="513636" y="55067"/>
                </a:cubicBezTo>
                <a:cubicBezTo>
                  <a:pt x="579045" y="98433"/>
                  <a:pt x="623800" y="157630"/>
                  <a:pt x="647898" y="232660"/>
                </a:cubicBezTo>
                <a:cubicBezTo>
                  <a:pt x="655471" y="256752"/>
                  <a:pt x="660291" y="282221"/>
                  <a:pt x="662357" y="307689"/>
                </a:cubicBezTo>
                <a:cubicBezTo>
                  <a:pt x="664422" y="346236"/>
                  <a:pt x="660979" y="384095"/>
                  <a:pt x="650651" y="421265"/>
                </a:cubicBezTo>
                <a:cubicBezTo>
                  <a:pt x="638259" y="463942"/>
                  <a:pt x="617602" y="503179"/>
                  <a:pt x="590062" y="538284"/>
                </a:cubicBezTo>
                <a:cubicBezTo>
                  <a:pt x="563898" y="570636"/>
                  <a:pt x="532915" y="596793"/>
                  <a:pt x="497111" y="617444"/>
                </a:cubicBezTo>
                <a:cubicBezTo>
                  <a:pt x="467505" y="635340"/>
                  <a:pt x="435834" y="647042"/>
                  <a:pt x="402096" y="654614"/>
                </a:cubicBezTo>
                <a:cubicBezTo>
                  <a:pt x="383506" y="658744"/>
                  <a:pt x="364915" y="660809"/>
                  <a:pt x="345637" y="662186"/>
                </a:cubicBezTo>
                <a:cubicBezTo>
                  <a:pt x="344260" y="662186"/>
                  <a:pt x="342883" y="662186"/>
                  <a:pt x="342195" y="662874"/>
                </a:cubicBezTo>
                <a:cubicBezTo>
                  <a:pt x="335309" y="662874"/>
                  <a:pt x="327736" y="662874"/>
                  <a:pt x="320850" y="662874"/>
                </a:cubicBezTo>
                <a:cubicBezTo>
                  <a:pt x="316719" y="662186"/>
                  <a:pt x="313277" y="661497"/>
                  <a:pt x="309146" y="661497"/>
                </a:cubicBezTo>
                <a:cubicBezTo>
                  <a:pt x="281605" y="659432"/>
                  <a:pt x="254753" y="654614"/>
                  <a:pt x="228589" y="645665"/>
                </a:cubicBezTo>
                <a:cubicBezTo>
                  <a:pt x="141835" y="616067"/>
                  <a:pt x="77114" y="560311"/>
                  <a:pt x="35114" y="478398"/>
                </a:cubicBezTo>
                <a:cubicBezTo>
                  <a:pt x="20655" y="450176"/>
                  <a:pt x="11016" y="419889"/>
                  <a:pt x="5508" y="388225"/>
                </a:cubicBezTo>
                <a:cubicBezTo>
                  <a:pt x="2755" y="375835"/>
                  <a:pt x="1377" y="363445"/>
                  <a:pt x="688" y="351055"/>
                </a:cubicBezTo>
                <a:cubicBezTo>
                  <a:pt x="688" y="348301"/>
                  <a:pt x="0" y="344860"/>
                  <a:pt x="0" y="342106"/>
                </a:cubicBezTo>
                <a:cubicBezTo>
                  <a:pt x="0" y="334535"/>
                  <a:pt x="0" y="326963"/>
                  <a:pt x="0" y="320079"/>
                </a:cubicBezTo>
                <a:close/>
                <a:moveTo>
                  <a:pt x="331178" y="651172"/>
                </a:moveTo>
                <a:cubicBezTo>
                  <a:pt x="508128" y="651172"/>
                  <a:pt x="651340" y="506621"/>
                  <a:pt x="651340" y="331093"/>
                </a:cubicBezTo>
                <a:cubicBezTo>
                  <a:pt x="652028" y="156942"/>
                  <a:pt x="509505" y="11702"/>
                  <a:pt x="331866" y="11702"/>
                </a:cubicBezTo>
                <a:cubicBezTo>
                  <a:pt x="155605" y="11013"/>
                  <a:pt x="11704" y="154876"/>
                  <a:pt x="11704" y="330404"/>
                </a:cubicBezTo>
                <a:cubicBezTo>
                  <a:pt x="11016" y="506621"/>
                  <a:pt x="154917" y="650484"/>
                  <a:pt x="331178" y="651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965200" y="698500"/>
            <a:ext cx="490184" cy="489412"/>
          </a:xfrm>
          <a:custGeom>
            <a:avLst/>
            <a:gdLst/>
            <a:ahLst/>
            <a:cxnLst/>
            <a:rect l="l" t="t" r="r" b="b"/>
            <a:pathLst>
              <a:path w="490184" h="489412">
                <a:moveTo>
                  <a:pt x="490184" y="245050"/>
                </a:moveTo>
                <a:cubicBezTo>
                  <a:pt x="490184" y="379965"/>
                  <a:pt x="379876" y="489412"/>
                  <a:pt x="244748" y="489412"/>
                </a:cubicBezTo>
                <a:cubicBezTo>
                  <a:pt x="109620" y="489412"/>
                  <a:pt x="690" y="379277"/>
                  <a:pt x="0" y="245739"/>
                </a:cubicBezTo>
                <a:cubicBezTo>
                  <a:pt x="0" y="111511"/>
                  <a:pt x="108930" y="1377"/>
                  <a:pt x="244058" y="688"/>
                </a:cubicBezTo>
                <a:cubicBezTo>
                  <a:pt x="379876" y="0"/>
                  <a:pt x="490184" y="109446"/>
                  <a:pt x="490184" y="245050"/>
                </a:cubicBezTo>
                <a:close/>
                <a:moveTo>
                  <a:pt x="244748" y="481841"/>
                </a:moveTo>
                <a:cubicBezTo>
                  <a:pt x="375740" y="482529"/>
                  <a:pt x="482601" y="375835"/>
                  <a:pt x="482601" y="245050"/>
                </a:cubicBezTo>
                <a:cubicBezTo>
                  <a:pt x="482601" y="114264"/>
                  <a:pt x="375740" y="8260"/>
                  <a:pt x="244748" y="8260"/>
                </a:cubicBezTo>
                <a:cubicBezTo>
                  <a:pt x="114446" y="8260"/>
                  <a:pt x="7583" y="114264"/>
                  <a:pt x="7583" y="245050"/>
                </a:cubicBezTo>
                <a:cubicBezTo>
                  <a:pt x="7583" y="375147"/>
                  <a:pt x="114446" y="481841"/>
                  <a:pt x="244748" y="48184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409700" y="749300"/>
            <a:ext cx="54207" cy="65048"/>
          </a:xfrm>
          <a:custGeom>
            <a:avLst/>
            <a:gdLst/>
            <a:ahLst/>
            <a:cxnLst/>
            <a:rect l="l" t="t" r="r" b="b"/>
            <a:pathLst>
              <a:path w="54207" h="65048">
                <a:moveTo>
                  <a:pt x="25389" y="28372"/>
                </a:moveTo>
                <a:cubicBezTo>
                  <a:pt x="21957" y="31833"/>
                  <a:pt x="17840" y="34600"/>
                  <a:pt x="14409" y="38061"/>
                </a:cubicBezTo>
                <a:cubicBezTo>
                  <a:pt x="12351" y="39444"/>
                  <a:pt x="12351" y="41520"/>
                  <a:pt x="13037" y="42904"/>
                </a:cubicBezTo>
                <a:cubicBezTo>
                  <a:pt x="13724" y="44287"/>
                  <a:pt x="13724" y="44980"/>
                  <a:pt x="13724" y="45672"/>
                </a:cubicBezTo>
                <a:cubicBezTo>
                  <a:pt x="11665" y="44980"/>
                  <a:pt x="2059" y="32523"/>
                  <a:pt x="0" y="27680"/>
                </a:cubicBezTo>
                <a:cubicBezTo>
                  <a:pt x="1373" y="28372"/>
                  <a:pt x="1373" y="28372"/>
                  <a:pt x="2059" y="29064"/>
                </a:cubicBezTo>
                <a:cubicBezTo>
                  <a:pt x="4803" y="30448"/>
                  <a:pt x="6176" y="30448"/>
                  <a:pt x="8233" y="29064"/>
                </a:cubicBezTo>
                <a:cubicBezTo>
                  <a:pt x="16468" y="22144"/>
                  <a:pt x="24702" y="15223"/>
                  <a:pt x="32936" y="8305"/>
                </a:cubicBezTo>
                <a:cubicBezTo>
                  <a:pt x="35681" y="6228"/>
                  <a:pt x="35681" y="4844"/>
                  <a:pt x="34308" y="1384"/>
                </a:cubicBezTo>
                <a:cubicBezTo>
                  <a:pt x="34308" y="692"/>
                  <a:pt x="34308" y="692"/>
                  <a:pt x="34308" y="0"/>
                </a:cubicBezTo>
                <a:cubicBezTo>
                  <a:pt x="34995" y="692"/>
                  <a:pt x="35681" y="692"/>
                  <a:pt x="35681" y="1384"/>
                </a:cubicBezTo>
                <a:cubicBezTo>
                  <a:pt x="39798" y="6920"/>
                  <a:pt x="43914" y="12456"/>
                  <a:pt x="48031" y="17992"/>
                </a:cubicBezTo>
                <a:cubicBezTo>
                  <a:pt x="50090" y="20759"/>
                  <a:pt x="51463" y="24220"/>
                  <a:pt x="52835" y="27680"/>
                </a:cubicBezTo>
                <a:cubicBezTo>
                  <a:pt x="54207" y="31140"/>
                  <a:pt x="54207" y="34600"/>
                  <a:pt x="51463" y="37368"/>
                </a:cubicBezTo>
                <a:cubicBezTo>
                  <a:pt x="48717" y="41520"/>
                  <a:pt x="43914" y="42904"/>
                  <a:pt x="39111" y="40828"/>
                </a:cubicBezTo>
                <a:cubicBezTo>
                  <a:pt x="37739" y="40136"/>
                  <a:pt x="36366" y="39444"/>
                  <a:pt x="34308" y="38752"/>
                </a:cubicBezTo>
                <a:cubicBezTo>
                  <a:pt x="32249" y="47748"/>
                  <a:pt x="28819" y="56051"/>
                  <a:pt x="27446" y="65048"/>
                </a:cubicBezTo>
                <a:cubicBezTo>
                  <a:pt x="27446" y="65048"/>
                  <a:pt x="26760" y="64356"/>
                  <a:pt x="26074" y="63664"/>
                </a:cubicBezTo>
                <a:cubicBezTo>
                  <a:pt x="24702" y="61587"/>
                  <a:pt x="22643" y="58820"/>
                  <a:pt x="21271" y="56744"/>
                </a:cubicBezTo>
                <a:cubicBezTo>
                  <a:pt x="19898" y="55361"/>
                  <a:pt x="19898" y="53976"/>
                  <a:pt x="19898" y="51900"/>
                </a:cubicBezTo>
                <a:cubicBezTo>
                  <a:pt x="22643" y="45672"/>
                  <a:pt x="24702" y="38752"/>
                  <a:pt x="26074" y="32523"/>
                </a:cubicBezTo>
                <a:cubicBezTo>
                  <a:pt x="26760" y="31140"/>
                  <a:pt x="27446" y="29756"/>
                  <a:pt x="25389" y="28372"/>
                </a:cubicBezTo>
                <a:close/>
                <a:moveTo>
                  <a:pt x="27446" y="26988"/>
                </a:moveTo>
                <a:cubicBezTo>
                  <a:pt x="28819" y="28372"/>
                  <a:pt x="29505" y="29756"/>
                  <a:pt x="30878" y="31140"/>
                </a:cubicBezTo>
                <a:cubicBezTo>
                  <a:pt x="34308" y="34600"/>
                  <a:pt x="37739" y="34600"/>
                  <a:pt x="41857" y="31140"/>
                </a:cubicBezTo>
                <a:cubicBezTo>
                  <a:pt x="43228" y="31140"/>
                  <a:pt x="43914" y="30448"/>
                  <a:pt x="44601" y="29756"/>
                </a:cubicBezTo>
                <a:cubicBezTo>
                  <a:pt x="48717" y="25604"/>
                  <a:pt x="48717" y="21452"/>
                  <a:pt x="44601" y="16608"/>
                </a:cubicBezTo>
                <a:cubicBezTo>
                  <a:pt x="43228" y="15223"/>
                  <a:pt x="42542" y="14533"/>
                  <a:pt x="40484" y="16608"/>
                </a:cubicBezTo>
                <a:cubicBezTo>
                  <a:pt x="37054" y="18684"/>
                  <a:pt x="34308" y="21452"/>
                  <a:pt x="30878" y="24220"/>
                </a:cubicBezTo>
                <a:cubicBezTo>
                  <a:pt x="30192" y="24912"/>
                  <a:pt x="28819" y="26297"/>
                  <a:pt x="27446" y="269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914400" y="876300"/>
            <a:ext cx="51885" cy="55756"/>
          </a:xfrm>
          <a:custGeom>
            <a:avLst/>
            <a:gdLst/>
            <a:ahLst/>
            <a:cxnLst/>
            <a:rect l="l" t="t" r="r" b="b"/>
            <a:pathLst>
              <a:path w="51885" h="55756">
                <a:moveTo>
                  <a:pt x="0" y="47393"/>
                </a:moveTo>
                <a:cubicBezTo>
                  <a:pt x="1365" y="39726"/>
                  <a:pt x="2730" y="32757"/>
                  <a:pt x="3414" y="25090"/>
                </a:cubicBezTo>
                <a:cubicBezTo>
                  <a:pt x="4096" y="25090"/>
                  <a:pt x="4096" y="25090"/>
                  <a:pt x="4779" y="25090"/>
                </a:cubicBezTo>
                <a:cubicBezTo>
                  <a:pt x="4779" y="25787"/>
                  <a:pt x="4779" y="26485"/>
                  <a:pt x="4779" y="27181"/>
                </a:cubicBezTo>
                <a:cubicBezTo>
                  <a:pt x="5461" y="29969"/>
                  <a:pt x="6144" y="31363"/>
                  <a:pt x="8875" y="32060"/>
                </a:cubicBezTo>
                <a:cubicBezTo>
                  <a:pt x="13654" y="33453"/>
                  <a:pt x="18433" y="34150"/>
                  <a:pt x="23894" y="34848"/>
                </a:cubicBezTo>
                <a:cubicBezTo>
                  <a:pt x="23212" y="34150"/>
                  <a:pt x="23212" y="33453"/>
                  <a:pt x="22529" y="32757"/>
                </a:cubicBezTo>
                <a:cubicBezTo>
                  <a:pt x="19115" y="27181"/>
                  <a:pt x="15702" y="22302"/>
                  <a:pt x="12289" y="16727"/>
                </a:cubicBezTo>
                <a:cubicBezTo>
                  <a:pt x="12289" y="16727"/>
                  <a:pt x="11605" y="16030"/>
                  <a:pt x="11605" y="15333"/>
                </a:cubicBezTo>
                <a:cubicBezTo>
                  <a:pt x="9558" y="13242"/>
                  <a:pt x="8193" y="13940"/>
                  <a:pt x="6826" y="16030"/>
                </a:cubicBezTo>
                <a:cubicBezTo>
                  <a:pt x="6826" y="17423"/>
                  <a:pt x="6144" y="18120"/>
                  <a:pt x="5461" y="20212"/>
                </a:cubicBezTo>
                <a:cubicBezTo>
                  <a:pt x="4779" y="16727"/>
                  <a:pt x="6826" y="2788"/>
                  <a:pt x="8193" y="0"/>
                </a:cubicBezTo>
                <a:cubicBezTo>
                  <a:pt x="8875" y="0"/>
                  <a:pt x="8875" y="697"/>
                  <a:pt x="8875" y="697"/>
                </a:cubicBezTo>
                <a:cubicBezTo>
                  <a:pt x="8875" y="5575"/>
                  <a:pt x="10923" y="9757"/>
                  <a:pt x="12971" y="13242"/>
                </a:cubicBezTo>
                <a:cubicBezTo>
                  <a:pt x="15019" y="17423"/>
                  <a:pt x="17750" y="20908"/>
                  <a:pt x="19798" y="24393"/>
                </a:cubicBezTo>
                <a:cubicBezTo>
                  <a:pt x="21163" y="24393"/>
                  <a:pt x="21845" y="23697"/>
                  <a:pt x="22529" y="23697"/>
                </a:cubicBezTo>
                <a:cubicBezTo>
                  <a:pt x="30721" y="18818"/>
                  <a:pt x="38913" y="13940"/>
                  <a:pt x="47106" y="9060"/>
                </a:cubicBezTo>
                <a:cubicBezTo>
                  <a:pt x="48471" y="8363"/>
                  <a:pt x="49836" y="6970"/>
                  <a:pt x="51201" y="5575"/>
                </a:cubicBezTo>
                <a:cubicBezTo>
                  <a:pt x="51885" y="8363"/>
                  <a:pt x="50518" y="10455"/>
                  <a:pt x="50518" y="12545"/>
                </a:cubicBezTo>
                <a:cubicBezTo>
                  <a:pt x="49836" y="15333"/>
                  <a:pt x="49836" y="18120"/>
                  <a:pt x="49153" y="20908"/>
                </a:cubicBezTo>
                <a:cubicBezTo>
                  <a:pt x="48471" y="23000"/>
                  <a:pt x="48471" y="25787"/>
                  <a:pt x="47788" y="27878"/>
                </a:cubicBezTo>
                <a:cubicBezTo>
                  <a:pt x="47106" y="27878"/>
                  <a:pt x="47106" y="27878"/>
                  <a:pt x="47106" y="27878"/>
                </a:cubicBezTo>
                <a:cubicBezTo>
                  <a:pt x="46422" y="26485"/>
                  <a:pt x="46422" y="24393"/>
                  <a:pt x="46422" y="22302"/>
                </a:cubicBezTo>
                <a:cubicBezTo>
                  <a:pt x="45057" y="22302"/>
                  <a:pt x="44375" y="23000"/>
                  <a:pt x="43692" y="23000"/>
                </a:cubicBezTo>
                <a:cubicBezTo>
                  <a:pt x="37548" y="26485"/>
                  <a:pt x="32087" y="29969"/>
                  <a:pt x="26624" y="33453"/>
                </a:cubicBezTo>
                <a:cubicBezTo>
                  <a:pt x="26624" y="34848"/>
                  <a:pt x="27308" y="35545"/>
                  <a:pt x="28673" y="35545"/>
                </a:cubicBezTo>
                <a:cubicBezTo>
                  <a:pt x="32769" y="36938"/>
                  <a:pt x="36866" y="37635"/>
                  <a:pt x="40961" y="38332"/>
                </a:cubicBezTo>
                <a:cubicBezTo>
                  <a:pt x="43009" y="38332"/>
                  <a:pt x="43692" y="37635"/>
                  <a:pt x="45057" y="35545"/>
                </a:cubicBezTo>
                <a:cubicBezTo>
                  <a:pt x="45057" y="34848"/>
                  <a:pt x="45740" y="34150"/>
                  <a:pt x="46422" y="33453"/>
                </a:cubicBezTo>
                <a:cubicBezTo>
                  <a:pt x="45740" y="40423"/>
                  <a:pt x="44375" y="48090"/>
                  <a:pt x="43009" y="55756"/>
                </a:cubicBezTo>
                <a:cubicBezTo>
                  <a:pt x="43009" y="55756"/>
                  <a:pt x="43009" y="55756"/>
                  <a:pt x="42327" y="55756"/>
                </a:cubicBezTo>
                <a:cubicBezTo>
                  <a:pt x="42327" y="55060"/>
                  <a:pt x="42327" y="54362"/>
                  <a:pt x="42327" y="53665"/>
                </a:cubicBezTo>
                <a:cubicBezTo>
                  <a:pt x="41643" y="50180"/>
                  <a:pt x="40961" y="49483"/>
                  <a:pt x="37548" y="48787"/>
                </a:cubicBezTo>
                <a:cubicBezTo>
                  <a:pt x="27308" y="46695"/>
                  <a:pt x="17750" y="44605"/>
                  <a:pt x="7510" y="43210"/>
                </a:cubicBezTo>
                <a:cubicBezTo>
                  <a:pt x="4096" y="42515"/>
                  <a:pt x="3414" y="43210"/>
                  <a:pt x="2049" y="45998"/>
                </a:cubicBezTo>
                <a:cubicBezTo>
                  <a:pt x="1365" y="46695"/>
                  <a:pt x="1365" y="47393"/>
                  <a:pt x="683" y="47393"/>
                </a:cubicBezTo>
                <a:cubicBezTo>
                  <a:pt x="683" y="47393"/>
                  <a:pt x="683" y="47393"/>
                  <a:pt x="0" y="473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358900" y="698500"/>
            <a:ext cx="56530" cy="60402"/>
          </a:xfrm>
          <a:custGeom>
            <a:avLst/>
            <a:gdLst/>
            <a:ahLst/>
            <a:cxnLst/>
            <a:rect l="l" t="t" r="r" b="b"/>
            <a:pathLst>
              <a:path w="56530" h="60402">
                <a:moveTo>
                  <a:pt x="42052" y="25688"/>
                </a:moveTo>
                <a:cubicBezTo>
                  <a:pt x="41364" y="28466"/>
                  <a:pt x="31712" y="43045"/>
                  <a:pt x="28955" y="45128"/>
                </a:cubicBezTo>
                <a:cubicBezTo>
                  <a:pt x="29644" y="43045"/>
                  <a:pt x="29644" y="41656"/>
                  <a:pt x="30333" y="40963"/>
                </a:cubicBezTo>
                <a:cubicBezTo>
                  <a:pt x="31712" y="36102"/>
                  <a:pt x="30333" y="31937"/>
                  <a:pt x="25508" y="29159"/>
                </a:cubicBezTo>
                <a:cubicBezTo>
                  <a:pt x="25508" y="29159"/>
                  <a:pt x="24818" y="29854"/>
                  <a:pt x="24818" y="30549"/>
                </a:cubicBezTo>
                <a:cubicBezTo>
                  <a:pt x="22060" y="34714"/>
                  <a:pt x="19303" y="38185"/>
                  <a:pt x="16546" y="42351"/>
                </a:cubicBezTo>
                <a:cubicBezTo>
                  <a:pt x="15166" y="44433"/>
                  <a:pt x="15166" y="45822"/>
                  <a:pt x="17235" y="47211"/>
                </a:cubicBezTo>
                <a:cubicBezTo>
                  <a:pt x="22750" y="52765"/>
                  <a:pt x="28955" y="55542"/>
                  <a:pt x="37228" y="51377"/>
                </a:cubicBezTo>
                <a:cubicBezTo>
                  <a:pt x="38605" y="50682"/>
                  <a:pt x="38605" y="50682"/>
                  <a:pt x="40674" y="50682"/>
                </a:cubicBezTo>
                <a:cubicBezTo>
                  <a:pt x="39295" y="52765"/>
                  <a:pt x="34469" y="58320"/>
                  <a:pt x="31022" y="60402"/>
                </a:cubicBezTo>
                <a:cubicBezTo>
                  <a:pt x="24818" y="56930"/>
                  <a:pt x="1379" y="38880"/>
                  <a:pt x="0" y="36102"/>
                </a:cubicBezTo>
                <a:cubicBezTo>
                  <a:pt x="1379" y="36797"/>
                  <a:pt x="2068" y="36797"/>
                  <a:pt x="2757" y="37490"/>
                </a:cubicBezTo>
                <a:cubicBezTo>
                  <a:pt x="5516" y="38185"/>
                  <a:pt x="6894" y="37490"/>
                  <a:pt x="8273" y="35408"/>
                </a:cubicBezTo>
                <a:cubicBezTo>
                  <a:pt x="14477" y="26383"/>
                  <a:pt x="20682" y="17357"/>
                  <a:pt x="26886" y="8331"/>
                </a:cubicBezTo>
                <a:cubicBezTo>
                  <a:pt x="28955" y="5554"/>
                  <a:pt x="28265" y="4166"/>
                  <a:pt x="26886" y="2083"/>
                </a:cubicBezTo>
                <a:cubicBezTo>
                  <a:pt x="26196" y="1388"/>
                  <a:pt x="26196" y="695"/>
                  <a:pt x="25508" y="0"/>
                </a:cubicBezTo>
                <a:cubicBezTo>
                  <a:pt x="27576" y="695"/>
                  <a:pt x="52394" y="18745"/>
                  <a:pt x="56530" y="22911"/>
                </a:cubicBezTo>
                <a:cubicBezTo>
                  <a:pt x="54461" y="26383"/>
                  <a:pt x="50325" y="31937"/>
                  <a:pt x="48257" y="33325"/>
                </a:cubicBezTo>
                <a:cubicBezTo>
                  <a:pt x="48257" y="32631"/>
                  <a:pt x="48257" y="31937"/>
                  <a:pt x="48257" y="31937"/>
                </a:cubicBezTo>
                <a:cubicBezTo>
                  <a:pt x="51015" y="24994"/>
                  <a:pt x="49637" y="20828"/>
                  <a:pt x="44811" y="16662"/>
                </a:cubicBezTo>
                <a:cubicBezTo>
                  <a:pt x="43431" y="15274"/>
                  <a:pt x="42052" y="13885"/>
                  <a:pt x="39985" y="13191"/>
                </a:cubicBezTo>
                <a:cubicBezTo>
                  <a:pt x="38605" y="11802"/>
                  <a:pt x="37228" y="12497"/>
                  <a:pt x="36538" y="13885"/>
                </a:cubicBezTo>
                <a:cubicBezTo>
                  <a:pt x="33781" y="17357"/>
                  <a:pt x="31022" y="20828"/>
                  <a:pt x="28265" y="24994"/>
                </a:cubicBezTo>
                <a:cubicBezTo>
                  <a:pt x="28265" y="25688"/>
                  <a:pt x="27576" y="26383"/>
                  <a:pt x="27576" y="27076"/>
                </a:cubicBezTo>
                <a:cubicBezTo>
                  <a:pt x="29644" y="29159"/>
                  <a:pt x="31712" y="30549"/>
                  <a:pt x="35159" y="29854"/>
                </a:cubicBezTo>
                <a:cubicBezTo>
                  <a:pt x="37228" y="29159"/>
                  <a:pt x="39985" y="27076"/>
                  <a:pt x="42052" y="256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914400" y="952500"/>
            <a:ext cx="48786" cy="46463"/>
          </a:xfrm>
          <a:custGeom>
            <a:avLst/>
            <a:gdLst/>
            <a:ahLst/>
            <a:cxnLst/>
            <a:rect l="l" t="t" r="r" b="b"/>
            <a:pathLst>
              <a:path w="48786" h="46463">
                <a:moveTo>
                  <a:pt x="33669" y="13665"/>
                </a:moveTo>
                <a:cubicBezTo>
                  <a:pt x="30234" y="15032"/>
                  <a:pt x="26798" y="16398"/>
                  <a:pt x="25424" y="19815"/>
                </a:cubicBezTo>
                <a:cubicBezTo>
                  <a:pt x="24737" y="21864"/>
                  <a:pt x="24737" y="23915"/>
                  <a:pt x="26111" y="26648"/>
                </a:cubicBezTo>
                <a:cubicBezTo>
                  <a:pt x="27485" y="25965"/>
                  <a:pt x="28859" y="25965"/>
                  <a:pt x="30234" y="25965"/>
                </a:cubicBezTo>
                <a:cubicBezTo>
                  <a:pt x="33669" y="25282"/>
                  <a:pt x="37104" y="24599"/>
                  <a:pt x="41228" y="24599"/>
                </a:cubicBezTo>
                <a:cubicBezTo>
                  <a:pt x="43289" y="23915"/>
                  <a:pt x="43976" y="23232"/>
                  <a:pt x="44663" y="20498"/>
                </a:cubicBezTo>
                <a:cubicBezTo>
                  <a:pt x="44663" y="12299"/>
                  <a:pt x="40541" y="5466"/>
                  <a:pt x="32982" y="2733"/>
                </a:cubicBezTo>
                <a:cubicBezTo>
                  <a:pt x="32295" y="2050"/>
                  <a:pt x="30921" y="2050"/>
                  <a:pt x="30234" y="0"/>
                </a:cubicBezTo>
                <a:cubicBezTo>
                  <a:pt x="35043" y="0"/>
                  <a:pt x="39167" y="683"/>
                  <a:pt x="43289" y="683"/>
                </a:cubicBezTo>
                <a:cubicBezTo>
                  <a:pt x="44663" y="3416"/>
                  <a:pt x="48786" y="36897"/>
                  <a:pt x="48099" y="40314"/>
                </a:cubicBezTo>
                <a:cubicBezTo>
                  <a:pt x="47412" y="38947"/>
                  <a:pt x="47412" y="38264"/>
                  <a:pt x="46725" y="37581"/>
                </a:cubicBezTo>
                <a:cubicBezTo>
                  <a:pt x="46038" y="35531"/>
                  <a:pt x="44663" y="34848"/>
                  <a:pt x="42602" y="34848"/>
                </a:cubicBezTo>
                <a:cubicBezTo>
                  <a:pt x="31608" y="36214"/>
                  <a:pt x="21300" y="37581"/>
                  <a:pt x="10994" y="39630"/>
                </a:cubicBezTo>
                <a:cubicBezTo>
                  <a:pt x="8246" y="39630"/>
                  <a:pt x="6871" y="40997"/>
                  <a:pt x="6184" y="44413"/>
                </a:cubicBezTo>
                <a:cubicBezTo>
                  <a:pt x="6184" y="45096"/>
                  <a:pt x="6184" y="45780"/>
                  <a:pt x="6184" y="46463"/>
                </a:cubicBezTo>
                <a:cubicBezTo>
                  <a:pt x="4809" y="44413"/>
                  <a:pt x="0" y="11615"/>
                  <a:pt x="687" y="7516"/>
                </a:cubicBezTo>
                <a:cubicBezTo>
                  <a:pt x="4809" y="6833"/>
                  <a:pt x="8246" y="6149"/>
                  <a:pt x="12369" y="6149"/>
                </a:cubicBezTo>
                <a:cubicBezTo>
                  <a:pt x="12369" y="6149"/>
                  <a:pt x="13056" y="6149"/>
                  <a:pt x="13056" y="6833"/>
                </a:cubicBezTo>
                <a:cubicBezTo>
                  <a:pt x="12369" y="6833"/>
                  <a:pt x="12369" y="7516"/>
                  <a:pt x="11681" y="7516"/>
                </a:cubicBezTo>
                <a:cubicBezTo>
                  <a:pt x="5497" y="9566"/>
                  <a:pt x="3435" y="14348"/>
                  <a:pt x="4122" y="20498"/>
                </a:cubicBezTo>
                <a:cubicBezTo>
                  <a:pt x="4122" y="21864"/>
                  <a:pt x="4122" y="23915"/>
                  <a:pt x="4809" y="25965"/>
                </a:cubicBezTo>
                <a:cubicBezTo>
                  <a:pt x="4809" y="28698"/>
                  <a:pt x="5497" y="29381"/>
                  <a:pt x="8933" y="28698"/>
                </a:cubicBezTo>
                <a:cubicBezTo>
                  <a:pt x="13743" y="28015"/>
                  <a:pt x="17865" y="27332"/>
                  <a:pt x="22675" y="26648"/>
                </a:cubicBezTo>
                <a:cubicBezTo>
                  <a:pt x="23363" y="23232"/>
                  <a:pt x="22675" y="20498"/>
                  <a:pt x="19926" y="19131"/>
                </a:cubicBezTo>
                <a:cubicBezTo>
                  <a:pt x="17865" y="17765"/>
                  <a:pt x="15117" y="17082"/>
                  <a:pt x="12369" y="16398"/>
                </a:cubicBezTo>
                <a:cubicBezTo>
                  <a:pt x="12369" y="15715"/>
                  <a:pt x="13056" y="15715"/>
                  <a:pt x="13056" y="15032"/>
                </a:cubicBezTo>
                <a:cubicBezTo>
                  <a:pt x="19926" y="14348"/>
                  <a:pt x="26798" y="13665"/>
                  <a:pt x="33669" y="12299"/>
                </a:cubicBezTo>
                <a:cubicBezTo>
                  <a:pt x="33669" y="12982"/>
                  <a:pt x="33669" y="12982"/>
                  <a:pt x="33669" y="1366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155700" y="1193800"/>
            <a:ext cx="34073" cy="48786"/>
          </a:xfrm>
          <a:custGeom>
            <a:avLst/>
            <a:gdLst/>
            <a:ahLst/>
            <a:cxnLst/>
            <a:rect l="l" t="t" r="r" b="b"/>
            <a:pathLst>
              <a:path w="34073" h="48786">
                <a:moveTo>
                  <a:pt x="11585" y="24393"/>
                </a:moveTo>
                <a:cubicBezTo>
                  <a:pt x="10222" y="23000"/>
                  <a:pt x="8178" y="20908"/>
                  <a:pt x="6815" y="18818"/>
                </a:cubicBezTo>
                <a:cubicBezTo>
                  <a:pt x="4770" y="15333"/>
                  <a:pt x="4088" y="11848"/>
                  <a:pt x="5452" y="7667"/>
                </a:cubicBezTo>
                <a:cubicBezTo>
                  <a:pt x="6815" y="4182"/>
                  <a:pt x="9540" y="2090"/>
                  <a:pt x="12948" y="697"/>
                </a:cubicBezTo>
                <a:cubicBezTo>
                  <a:pt x="17718" y="0"/>
                  <a:pt x="22488" y="0"/>
                  <a:pt x="26577" y="2090"/>
                </a:cubicBezTo>
                <a:cubicBezTo>
                  <a:pt x="29303" y="3485"/>
                  <a:pt x="31347" y="5575"/>
                  <a:pt x="32710" y="8363"/>
                </a:cubicBezTo>
                <a:cubicBezTo>
                  <a:pt x="34073" y="12545"/>
                  <a:pt x="32710" y="16727"/>
                  <a:pt x="28621" y="18818"/>
                </a:cubicBezTo>
                <a:cubicBezTo>
                  <a:pt x="26577" y="19515"/>
                  <a:pt x="25215" y="20211"/>
                  <a:pt x="23170" y="20908"/>
                </a:cubicBezTo>
                <a:cubicBezTo>
                  <a:pt x="23851" y="21605"/>
                  <a:pt x="24533" y="22302"/>
                  <a:pt x="25215" y="23000"/>
                </a:cubicBezTo>
                <a:cubicBezTo>
                  <a:pt x="27258" y="25787"/>
                  <a:pt x="29303" y="27878"/>
                  <a:pt x="29985" y="30665"/>
                </a:cubicBezTo>
                <a:cubicBezTo>
                  <a:pt x="32710" y="38332"/>
                  <a:pt x="28621" y="45998"/>
                  <a:pt x="20443" y="48089"/>
                </a:cubicBezTo>
                <a:cubicBezTo>
                  <a:pt x="15673" y="48786"/>
                  <a:pt x="10903" y="48089"/>
                  <a:pt x="6133" y="45301"/>
                </a:cubicBezTo>
                <a:cubicBezTo>
                  <a:pt x="2045" y="43210"/>
                  <a:pt x="0" y="39726"/>
                  <a:pt x="682" y="35543"/>
                </a:cubicBezTo>
                <a:cubicBezTo>
                  <a:pt x="682" y="30665"/>
                  <a:pt x="3407" y="27878"/>
                  <a:pt x="7496" y="26483"/>
                </a:cubicBezTo>
                <a:cubicBezTo>
                  <a:pt x="8860" y="25787"/>
                  <a:pt x="10222" y="25090"/>
                  <a:pt x="11585" y="24393"/>
                </a:cubicBezTo>
                <a:close/>
                <a:moveTo>
                  <a:pt x="13630" y="26483"/>
                </a:moveTo>
                <a:cubicBezTo>
                  <a:pt x="8860" y="30665"/>
                  <a:pt x="6815" y="37635"/>
                  <a:pt x="9540" y="42513"/>
                </a:cubicBezTo>
                <a:cubicBezTo>
                  <a:pt x="10222" y="45301"/>
                  <a:pt x="12266" y="46695"/>
                  <a:pt x="14992" y="46695"/>
                </a:cubicBezTo>
                <a:cubicBezTo>
                  <a:pt x="17718" y="46695"/>
                  <a:pt x="19080" y="44605"/>
                  <a:pt x="20443" y="42513"/>
                </a:cubicBezTo>
                <a:cubicBezTo>
                  <a:pt x="22488" y="36938"/>
                  <a:pt x="19762" y="30665"/>
                  <a:pt x="13630" y="26483"/>
                </a:cubicBezTo>
                <a:close/>
                <a:moveTo>
                  <a:pt x="21125" y="18818"/>
                </a:moveTo>
                <a:cubicBezTo>
                  <a:pt x="25215" y="16030"/>
                  <a:pt x="26577" y="9757"/>
                  <a:pt x="24533" y="5575"/>
                </a:cubicBezTo>
                <a:cubicBezTo>
                  <a:pt x="23851" y="2788"/>
                  <a:pt x="21807" y="2090"/>
                  <a:pt x="19080" y="2090"/>
                </a:cubicBezTo>
                <a:cubicBezTo>
                  <a:pt x="17037" y="2090"/>
                  <a:pt x="15673" y="3485"/>
                  <a:pt x="14310" y="5575"/>
                </a:cubicBezTo>
                <a:cubicBezTo>
                  <a:pt x="13630" y="7667"/>
                  <a:pt x="13630" y="10455"/>
                  <a:pt x="14992" y="12545"/>
                </a:cubicBezTo>
                <a:cubicBezTo>
                  <a:pt x="16355" y="15333"/>
                  <a:pt x="18400" y="17423"/>
                  <a:pt x="21125" y="1881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927100" y="1041400"/>
            <a:ext cx="50335" cy="43365"/>
          </a:xfrm>
          <a:custGeom>
            <a:avLst/>
            <a:gdLst/>
            <a:ahLst/>
            <a:cxnLst/>
            <a:rect l="l" t="t" r="r" b="b"/>
            <a:pathLst>
              <a:path w="50335" h="43365">
                <a:moveTo>
                  <a:pt x="10883" y="43365"/>
                </a:moveTo>
                <a:cubicBezTo>
                  <a:pt x="10203" y="42677"/>
                  <a:pt x="9522" y="41989"/>
                  <a:pt x="9522" y="41300"/>
                </a:cubicBezTo>
                <a:cubicBezTo>
                  <a:pt x="6802" y="35105"/>
                  <a:pt x="4761" y="28910"/>
                  <a:pt x="2041" y="23404"/>
                </a:cubicBezTo>
                <a:cubicBezTo>
                  <a:pt x="681" y="19962"/>
                  <a:pt x="0" y="15832"/>
                  <a:pt x="0" y="12390"/>
                </a:cubicBezTo>
                <a:cubicBezTo>
                  <a:pt x="0" y="7572"/>
                  <a:pt x="1360" y="4130"/>
                  <a:pt x="5442" y="2065"/>
                </a:cubicBezTo>
                <a:cubicBezTo>
                  <a:pt x="9522" y="0"/>
                  <a:pt x="12924" y="688"/>
                  <a:pt x="17005" y="2753"/>
                </a:cubicBezTo>
                <a:cubicBezTo>
                  <a:pt x="19046" y="4130"/>
                  <a:pt x="21086" y="6883"/>
                  <a:pt x="22447" y="8948"/>
                </a:cubicBezTo>
                <a:cubicBezTo>
                  <a:pt x="23807" y="11702"/>
                  <a:pt x="24487" y="15143"/>
                  <a:pt x="25848" y="17897"/>
                </a:cubicBezTo>
                <a:cubicBezTo>
                  <a:pt x="27208" y="17208"/>
                  <a:pt x="27888" y="17208"/>
                  <a:pt x="28569" y="17208"/>
                </a:cubicBezTo>
                <a:cubicBezTo>
                  <a:pt x="31289" y="15832"/>
                  <a:pt x="34690" y="14455"/>
                  <a:pt x="37412" y="13078"/>
                </a:cubicBezTo>
                <a:cubicBezTo>
                  <a:pt x="41492" y="11013"/>
                  <a:pt x="42173" y="10325"/>
                  <a:pt x="41492" y="6195"/>
                </a:cubicBezTo>
                <a:cubicBezTo>
                  <a:pt x="41492" y="5507"/>
                  <a:pt x="41492" y="4818"/>
                  <a:pt x="41492" y="4130"/>
                </a:cubicBezTo>
                <a:cubicBezTo>
                  <a:pt x="43533" y="6195"/>
                  <a:pt x="43533" y="8948"/>
                  <a:pt x="44893" y="11013"/>
                </a:cubicBezTo>
                <a:cubicBezTo>
                  <a:pt x="45574" y="13767"/>
                  <a:pt x="46934" y="15832"/>
                  <a:pt x="47614" y="18585"/>
                </a:cubicBezTo>
                <a:cubicBezTo>
                  <a:pt x="48294" y="20650"/>
                  <a:pt x="50335" y="22715"/>
                  <a:pt x="49654" y="26157"/>
                </a:cubicBezTo>
                <a:cubicBezTo>
                  <a:pt x="48975" y="24780"/>
                  <a:pt x="48294" y="24092"/>
                  <a:pt x="47614" y="23404"/>
                </a:cubicBezTo>
                <a:cubicBezTo>
                  <a:pt x="46253" y="22027"/>
                  <a:pt x="44893" y="21339"/>
                  <a:pt x="43533" y="22027"/>
                </a:cubicBezTo>
                <a:cubicBezTo>
                  <a:pt x="42173" y="22715"/>
                  <a:pt x="40813" y="23404"/>
                  <a:pt x="39451" y="24092"/>
                </a:cubicBezTo>
                <a:cubicBezTo>
                  <a:pt x="31289" y="27534"/>
                  <a:pt x="23127" y="30975"/>
                  <a:pt x="14964" y="34417"/>
                </a:cubicBezTo>
                <a:cubicBezTo>
                  <a:pt x="10883" y="36482"/>
                  <a:pt x="10883" y="37170"/>
                  <a:pt x="10883" y="41989"/>
                </a:cubicBezTo>
                <a:cubicBezTo>
                  <a:pt x="10883" y="42677"/>
                  <a:pt x="10883" y="42677"/>
                  <a:pt x="10883" y="43365"/>
                </a:cubicBezTo>
                <a:close/>
                <a:moveTo>
                  <a:pt x="24487" y="18585"/>
                </a:moveTo>
                <a:cubicBezTo>
                  <a:pt x="23127" y="17208"/>
                  <a:pt x="23127" y="15143"/>
                  <a:pt x="21767" y="13767"/>
                </a:cubicBezTo>
                <a:cubicBezTo>
                  <a:pt x="19726" y="11013"/>
                  <a:pt x="17005" y="9637"/>
                  <a:pt x="14284" y="11013"/>
                </a:cubicBezTo>
                <a:cubicBezTo>
                  <a:pt x="11563" y="11702"/>
                  <a:pt x="8843" y="13078"/>
                  <a:pt x="6802" y="14455"/>
                </a:cubicBezTo>
                <a:cubicBezTo>
                  <a:pt x="3401" y="16520"/>
                  <a:pt x="2720" y="20650"/>
                  <a:pt x="4761" y="24092"/>
                </a:cubicBezTo>
                <a:cubicBezTo>
                  <a:pt x="6121" y="26157"/>
                  <a:pt x="6802" y="26845"/>
                  <a:pt x="8843" y="26157"/>
                </a:cubicBezTo>
                <a:cubicBezTo>
                  <a:pt x="13604" y="23404"/>
                  <a:pt x="19046" y="21339"/>
                  <a:pt x="24487" y="1858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952500" y="736600"/>
            <a:ext cx="59628" cy="65048"/>
          </a:xfrm>
          <a:custGeom>
            <a:avLst/>
            <a:gdLst/>
            <a:ahLst/>
            <a:cxnLst/>
            <a:rect l="l" t="t" r="r" b="b"/>
            <a:pathLst>
              <a:path w="59628" h="65048">
                <a:moveTo>
                  <a:pt x="0" y="34920"/>
                </a:moveTo>
                <a:cubicBezTo>
                  <a:pt x="1370" y="33551"/>
                  <a:pt x="3426" y="31497"/>
                  <a:pt x="4112" y="29442"/>
                </a:cubicBezTo>
                <a:cubicBezTo>
                  <a:pt x="6854" y="25334"/>
                  <a:pt x="10281" y="23965"/>
                  <a:pt x="15079" y="24649"/>
                </a:cubicBezTo>
                <a:cubicBezTo>
                  <a:pt x="23303" y="24649"/>
                  <a:pt x="32212" y="24649"/>
                  <a:pt x="40437" y="24649"/>
                </a:cubicBezTo>
                <a:cubicBezTo>
                  <a:pt x="41808" y="24649"/>
                  <a:pt x="42493" y="24649"/>
                  <a:pt x="43865" y="24649"/>
                </a:cubicBezTo>
                <a:cubicBezTo>
                  <a:pt x="43179" y="23965"/>
                  <a:pt x="43179" y="23280"/>
                  <a:pt x="42493" y="22596"/>
                </a:cubicBezTo>
                <a:cubicBezTo>
                  <a:pt x="38381" y="19172"/>
                  <a:pt x="34268" y="15748"/>
                  <a:pt x="30156" y="12325"/>
                </a:cubicBezTo>
                <a:cubicBezTo>
                  <a:pt x="26044" y="8217"/>
                  <a:pt x="25359" y="8217"/>
                  <a:pt x="20561" y="10955"/>
                </a:cubicBezTo>
                <a:cubicBezTo>
                  <a:pt x="20561" y="11640"/>
                  <a:pt x="20561" y="10955"/>
                  <a:pt x="19876" y="10955"/>
                </a:cubicBezTo>
                <a:cubicBezTo>
                  <a:pt x="20561" y="8901"/>
                  <a:pt x="26044" y="2054"/>
                  <a:pt x="28786" y="0"/>
                </a:cubicBezTo>
                <a:cubicBezTo>
                  <a:pt x="28786" y="1369"/>
                  <a:pt x="28786" y="1369"/>
                  <a:pt x="28786" y="2054"/>
                </a:cubicBezTo>
                <a:cubicBezTo>
                  <a:pt x="27415" y="4793"/>
                  <a:pt x="28100" y="6847"/>
                  <a:pt x="30156" y="8901"/>
                </a:cubicBezTo>
                <a:cubicBezTo>
                  <a:pt x="37010" y="14379"/>
                  <a:pt x="43865" y="20541"/>
                  <a:pt x="50717" y="26020"/>
                </a:cubicBezTo>
                <a:cubicBezTo>
                  <a:pt x="53459" y="28758"/>
                  <a:pt x="56201" y="31497"/>
                  <a:pt x="59628" y="34235"/>
                </a:cubicBezTo>
                <a:cubicBezTo>
                  <a:pt x="58257" y="34920"/>
                  <a:pt x="57572" y="35606"/>
                  <a:pt x="56887" y="35606"/>
                </a:cubicBezTo>
                <a:cubicBezTo>
                  <a:pt x="55516" y="35606"/>
                  <a:pt x="54145" y="35606"/>
                  <a:pt x="52774" y="35606"/>
                </a:cubicBezTo>
                <a:cubicBezTo>
                  <a:pt x="41123" y="35606"/>
                  <a:pt x="28786" y="35606"/>
                  <a:pt x="17135" y="34920"/>
                </a:cubicBezTo>
                <a:cubicBezTo>
                  <a:pt x="15763" y="34920"/>
                  <a:pt x="15079" y="34920"/>
                  <a:pt x="13023" y="34920"/>
                </a:cubicBezTo>
                <a:cubicBezTo>
                  <a:pt x="13707" y="36290"/>
                  <a:pt x="14393" y="36975"/>
                  <a:pt x="15079" y="37659"/>
                </a:cubicBezTo>
                <a:cubicBezTo>
                  <a:pt x="20561" y="42452"/>
                  <a:pt x="26730" y="47245"/>
                  <a:pt x="32212" y="52723"/>
                </a:cubicBezTo>
                <a:cubicBezTo>
                  <a:pt x="34954" y="55462"/>
                  <a:pt x="37696" y="56831"/>
                  <a:pt x="41808" y="53407"/>
                </a:cubicBezTo>
                <a:cubicBezTo>
                  <a:pt x="41808" y="52723"/>
                  <a:pt x="41808" y="52723"/>
                  <a:pt x="41808" y="52723"/>
                </a:cubicBezTo>
                <a:cubicBezTo>
                  <a:pt x="41808" y="54778"/>
                  <a:pt x="35640" y="62993"/>
                  <a:pt x="32898" y="65048"/>
                </a:cubicBezTo>
                <a:cubicBezTo>
                  <a:pt x="32898" y="63679"/>
                  <a:pt x="32898" y="62993"/>
                  <a:pt x="33584" y="62309"/>
                </a:cubicBezTo>
                <a:cubicBezTo>
                  <a:pt x="34954" y="59571"/>
                  <a:pt x="34268" y="58200"/>
                  <a:pt x="32212" y="56147"/>
                </a:cubicBezTo>
                <a:cubicBezTo>
                  <a:pt x="28100" y="52723"/>
                  <a:pt x="23988" y="49300"/>
                  <a:pt x="20561" y="45876"/>
                </a:cubicBezTo>
                <a:cubicBezTo>
                  <a:pt x="17135" y="42452"/>
                  <a:pt x="13707" y="39713"/>
                  <a:pt x="10281" y="36975"/>
                </a:cubicBezTo>
                <a:cubicBezTo>
                  <a:pt x="8225" y="34920"/>
                  <a:pt x="6854" y="34920"/>
                  <a:pt x="4798" y="34920"/>
                </a:cubicBezTo>
                <a:cubicBezTo>
                  <a:pt x="3426" y="35606"/>
                  <a:pt x="2056" y="35606"/>
                  <a:pt x="686" y="35606"/>
                </a:cubicBezTo>
                <a:cubicBezTo>
                  <a:pt x="0" y="35606"/>
                  <a:pt x="0" y="35606"/>
                  <a:pt x="0" y="349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308100" y="1181100"/>
            <a:ext cx="41817" cy="48012"/>
          </a:xfrm>
          <a:custGeom>
            <a:avLst/>
            <a:gdLst/>
            <a:ahLst/>
            <a:cxnLst/>
            <a:rect l="l" t="t" r="r" b="b"/>
            <a:pathLst>
              <a:path w="41817" h="48012">
                <a:moveTo>
                  <a:pt x="24679" y="17833"/>
                </a:moveTo>
                <a:cubicBezTo>
                  <a:pt x="27421" y="18519"/>
                  <a:pt x="29478" y="19205"/>
                  <a:pt x="31534" y="19891"/>
                </a:cubicBezTo>
                <a:cubicBezTo>
                  <a:pt x="37018" y="21262"/>
                  <a:pt x="40446" y="25377"/>
                  <a:pt x="41131" y="30865"/>
                </a:cubicBezTo>
                <a:cubicBezTo>
                  <a:pt x="41817" y="34980"/>
                  <a:pt x="40446" y="37724"/>
                  <a:pt x="37704" y="40467"/>
                </a:cubicBezTo>
                <a:cubicBezTo>
                  <a:pt x="34276" y="44582"/>
                  <a:pt x="28792" y="47327"/>
                  <a:pt x="23308" y="47327"/>
                </a:cubicBezTo>
                <a:cubicBezTo>
                  <a:pt x="19195" y="48012"/>
                  <a:pt x="16453" y="45955"/>
                  <a:pt x="14395" y="42525"/>
                </a:cubicBezTo>
                <a:cubicBezTo>
                  <a:pt x="11654" y="39096"/>
                  <a:pt x="11654" y="34980"/>
                  <a:pt x="14395" y="31551"/>
                </a:cubicBezTo>
                <a:cubicBezTo>
                  <a:pt x="15081" y="30179"/>
                  <a:pt x="16453" y="28807"/>
                  <a:pt x="17823" y="26750"/>
                </a:cubicBezTo>
                <a:cubicBezTo>
                  <a:pt x="15767" y="26750"/>
                  <a:pt x="13711" y="26064"/>
                  <a:pt x="11654" y="25377"/>
                </a:cubicBezTo>
                <a:cubicBezTo>
                  <a:pt x="2056" y="21948"/>
                  <a:pt x="0" y="11660"/>
                  <a:pt x="7541" y="5488"/>
                </a:cubicBezTo>
                <a:cubicBezTo>
                  <a:pt x="10969" y="2743"/>
                  <a:pt x="15081" y="686"/>
                  <a:pt x="19195" y="0"/>
                </a:cubicBezTo>
                <a:cubicBezTo>
                  <a:pt x="23308" y="0"/>
                  <a:pt x="26736" y="1372"/>
                  <a:pt x="28792" y="4801"/>
                </a:cubicBezTo>
                <a:cubicBezTo>
                  <a:pt x="30848" y="8231"/>
                  <a:pt x="29478" y="11660"/>
                  <a:pt x="27421" y="14403"/>
                </a:cubicBezTo>
                <a:cubicBezTo>
                  <a:pt x="26736" y="15776"/>
                  <a:pt x="26050" y="16462"/>
                  <a:pt x="24679" y="17833"/>
                </a:cubicBezTo>
                <a:close/>
                <a:moveTo>
                  <a:pt x="19881" y="27436"/>
                </a:moveTo>
                <a:cubicBezTo>
                  <a:pt x="19881" y="29493"/>
                  <a:pt x="19195" y="31551"/>
                  <a:pt x="19195" y="32922"/>
                </a:cubicBezTo>
                <a:cubicBezTo>
                  <a:pt x="19881" y="37038"/>
                  <a:pt x="21937" y="40467"/>
                  <a:pt x="25364" y="43210"/>
                </a:cubicBezTo>
                <a:cubicBezTo>
                  <a:pt x="27421" y="44582"/>
                  <a:pt x="29478" y="45268"/>
                  <a:pt x="31534" y="43896"/>
                </a:cubicBezTo>
                <a:cubicBezTo>
                  <a:pt x="34276" y="42525"/>
                  <a:pt x="34962" y="39781"/>
                  <a:pt x="34276" y="37724"/>
                </a:cubicBezTo>
                <a:cubicBezTo>
                  <a:pt x="33590" y="33608"/>
                  <a:pt x="31534" y="30865"/>
                  <a:pt x="28106" y="29493"/>
                </a:cubicBezTo>
                <a:cubicBezTo>
                  <a:pt x="25364" y="28122"/>
                  <a:pt x="23308" y="28122"/>
                  <a:pt x="19881" y="27436"/>
                </a:cubicBezTo>
                <a:close/>
                <a:moveTo>
                  <a:pt x="22623" y="17833"/>
                </a:moveTo>
                <a:cubicBezTo>
                  <a:pt x="23993" y="12346"/>
                  <a:pt x="22623" y="8231"/>
                  <a:pt x="19195" y="4801"/>
                </a:cubicBezTo>
                <a:cubicBezTo>
                  <a:pt x="17823" y="3429"/>
                  <a:pt x="16453" y="3429"/>
                  <a:pt x="15081" y="3429"/>
                </a:cubicBezTo>
                <a:cubicBezTo>
                  <a:pt x="12339" y="3429"/>
                  <a:pt x="10969" y="4801"/>
                  <a:pt x="9597" y="6859"/>
                </a:cubicBezTo>
                <a:cubicBezTo>
                  <a:pt x="8912" y="8917"/>
                  <a:pt x="9597" y="10974"/>
                  <a:pt x="10969" y="13031"/>
                </a:cubicBezTo>
                <a:cubicBezTo>
                  <a:pt x="14395" y="16462"/>
                  <a:pt x="17823" y="17148"/>
                  <a:pt x="22623" y="178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16000" y="685800"/>
            <a:ext cx="56530" cy="54981"/>
          </a:xfrm>
          <a:custGeom>
            <a:avLst/>
            <a:gdLst/>
            <a:ahLst/>
            <a:cxnLst/>
            <a:rect l="l" t="t" r="r" b="b"/>
            <a:pathLst>
              <a:path w="56530" h="54981">
                <a:moveTo>
                  <a:pt x="30333" y="0"/>
                </a:moveTo>
                <a:cubicBezTo>
                  <a:pt x="32402" y="1374"/>
                  <a:pt x="38605" y="9622"/>
                  <a:pt x="39295" y="13058"/>
                </a:cubicBezTo>
                <a:cubicBezTo>
                  <a:pt x="38605" y="13745"/>
                  <a:pt x="37916" y="12371"/>
                  <a:pt x="36538" y="12371"/>
                </a:cubicBezTo>
                <a:cubicBezTo>
                  <a:pt x="33091" y="10309"/>
                  <a:pt x="29644" y="9622"/>
                  <a:pt x="26196" y="9622"/>
                </a:cubicBezTo>
                <a:cubicBezTo>
                  <a:pt x="17925" y="9622"/>
                  <a:pt x="12409" y="15806"/>
                  <a:pt x="14477" y="24054"/>
                </a:cubicBezTo>
                <a:cubicBezTo>
                  <a:pt x="17235" y="32988"/>
                  <a:pt x="22750" y="41236"/>
                  <a:pt x="30333" y="46733"/>
                </a:cubicBezTo>
                <a:cubicBezTo>
                  <a:pt x="35848" y="50857"/>
                  <a:pt x="41364" y="50170"/>
                  <a:pt x="46189" y="45359"/>
                </a:cubicBezTo>
                <a:cubicBezTo>
                  <a:pt x="48257" y="43298"/>
                  <a:pt x="48947" y="41236"/>
                  <a:pt x="46878" y="38486"/>
                </a:cubicBezTo>
                <a:cubicBezTo>
                  <a:pt x="45500" y="37112"/>
                  <a:pt x="44121" y="35051"/>
                  <a:pt x="42742" y="32988"/>
                </a:cubicBezTo>
                <a:cubicBezTo>
                  <a:pt x="40674" y="30240"/>
                  <a:pt x="39985" y="30240"/>
                  <a:pt x="36538" y="31614"/>
                </a:cubicBezTo>
                <a:cubicBezTo>
                  <a:pt x="35848" y="32301"/>
                  <a:pt x="35159" y="32301"/>
                  <a:pt x="34469" y="32301"/>
                </a:cubicBezTo>
                <a:cubicBezTo>
                  <a:pt x="35848" y="30240"/>
                  <a:pt x="37916" y="28865"/>
                  <a:pt x="39985" y="27490"/>
                </a:cubicBezTo>
                <a:cubicBezTo>
                  <a:pt x="42052" y="26116"/>
                  <a:pt x="44121" y="24054"/>
                  <a:pt x="46189" y="22680"/>
                </a:cubicBezTo>
                <a:cubicBezTo>
                  <a:pt x="48257" y="21306"/>
                  <a:pt x="49637" y="19930"/>
                  <a:pt x="51704" y="18556"/>
                </a:cubicBezTo>
                <a:cubicBezTo>
                  <a:pt x="52394" y="18556"/>
                  <a:pt x="52394" y="18556"/>
                  <a:pt x="52394" y="19243"/>
                </a:cubicBezTo>
                <a:cubicBezTo>
                  <a:pt x="52394" y="19243"/>
                  <a:pt x="51704" y="19930"/>
                  <a:pt x="51704" y="19930"/>
                </a:cubicBezTo>
                <a:cubicBezTo>
                  <a:pt x="49637" y="23367"/>
                  <a:pt x="48947" y="24741"/>
                  <a:pt x="51704" y="27490"/>
                </a:cubicBezTo>
                <a:cubicBezTo>
                  <a:pt x="53083" y="30240"/>
                  <a:pt x="55151" y="32301"/>
                  <a:pt x="56530" y="34364"/>
                </a:cubicBezTo>
                <a:cubicBezTo>
                  <a:pt x="56530" y="35051"/>
                  <a:pt x="56530" y="35051"/>
                  <a:pt x="56530" y="35738"/>
                </a:cubicBezTo>
                <a:cubicBezTo>
                  <a:pt x="51015" y="43985"/>
                  <a:pt x="44121" y="50857"/>
                  <a:pt x="33781" y="53607"/>
                </a:cubicBezTo>
                <a:cubicBezTo>
                  <a:pt x="29644" y="54981"/>
                  <a:pt x="25508" y="54294"/>
                  <a:pt x="21372" y="52233"/>
                </a:cubicBezTo>
                <a:cubicBezTo>
                  <a:pt x="7583" y="45359"/>
                  <a:pt x="0" y="24054"/>
                  <a:pt x="16546" y="10309"/>
                </a:cubicBezTo>
                <a:cubicBezTo>
                  <a:pt x="18613" y="8934"/>
                  <a:pt x="22060" y="8247"/>
                  <a:pt x="24818" y="6873"/>
                </a:cubicBezTo>
                <a:cubicBezTo>
                  <a:pt x="25508" y="6185"/>
                  <a:pt x="26196" y="6185"/>
                  <a:pt x="26886" y="6185"/>
                </a:cubicBezTo>
                <a:cubicBezTo>
                  <a:pt x="30333" y="4811"/>
                  <a:pt x="30333" y="4811"/>
                  <a:pt x="30333" y="1374"/>
                </a:cubicBezTo>
                <a:cubicBezTo>
                  <a:pt x="30333" y="1374"/>
                  <a:pt x="30333" y="1374"/>
                  <a:pt x="30333" y="687"/>
                </a:cubicBezTo>
                <a:cubicBezTo>
                  <a:pt x="30333" y="687"/>
                  <a:pt x="30333" y="687"/>
                  <a:pt x="30333"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181100" y="635000"/>
            <a:ext cx="44914" cy="48786"/>
          </a:xfrm>
          <a:custGeom>
            <a:avLst/>
            <a:gdLst/>
            <a:ahLst/>
            <a:cxnLst/>
            <a:rect l="l" t="t" r="r" b="b"/>
            <a:pathLst>
              <a:path w="44914" h="48786">
                <a:moveTo>
                  <a:pt x="40077" y="48089"/>
                </a:moveTo>
                <a:cubicBezTo>
                  <a:pt x="37313" y="48786"/>
                  <a:pt x="37313" y="47393"/>
                  <a:pt x="36622" y="45998"/>
                </a:cubicBezTo>
                <a:cubicBezTo>
                  <a:pt x="29713" y="38332"/>
                  <a:pt x="23494" y="29968"/>
                  <a:pt x="17275" y="21605"/>
                </a:cubicBezTo>
                <a:cubicBezTo>
                  <a:pt x="14511" y="18818"/>
                  <a:pt x="11746" y="15333"/>
                  <a:pt x="8983" y="11848"/>
                </a:cubicBezTo>
                <a:cubicBezTo>
                  <a:pt x="8983" y="13242"/>
                  <a:pt x="8292" y="13938"/>
                  <a:pt x="8292" y="14635"/>
                </a:cubicBezTo>
                <a:cubicBezTo>
                  <a:pt x="8292" y="23000"/>
                  <a:pt x="8292" y="30665"/>
                  <a:pt x="8292" y="39028"/>
                </a:cubicBezTo>
                <a:cubicBezTo>
                  <a:pt x="8292" y="43908"/>
                  <a:pt x="8983" y="44605"/>
                  <a:pt x="13820" y="45998"/>
                </a:cubicBezTo>
                <a:cubicBezTo>
                  <a:pt x="13820" y="46695"/>
                  <a:pt x="14511" y="46695"/>
                  <a:pt x="14511" y="47393"/>
                </a:cubicBezTo>
                <a:cubicBezTo>
                  <a:pt x="12437" y="48089"/>
                  <a:pt x="3454" y="48089"/>
                  <a:pt x="0" y="47393"/>
                </a:cubicBezTo>
                <a:cubicBezTo>
                  <a:pt x="691" y="46695"/>
                  <a:pt x="1382" y="45998"/>
                  <a:pt x="2073" y="45998"/>
                </a:cubicBezTo>
                <a:cubicBezTo>
                  <a:pt x="4837" y="45301"/>
                  <a:pt x="6219" y="43908"/>
                  <a:pt x="6219" y="40423"/>
                </a:cubicBezTo>
                <a:cubicBezTo>
                  <a:pt x="6219" y="30665"/>
                  <a:pt x="6219" y="20211"/>
                  <a:pt x="6219" y="9757"/>
                </a:cubicBezTo>
                <a:cubicBezTo>
                  <a:pt x="6219" y="7667"/>
                  <a:pt x="4837" y="6273"/>
                  <a:pt x="4145" y="5575"/>
                </a:cubicBezTo>
                <a:cubicBezTo>
                  <a:pt x="2764" y="4182"/>
                  <a:pt x="1382" y="2788"/>
                  <a:pt x="0" y="1394"/>
                </a:cubicBezTo>
                <a:cubicBezTo>
                  <a:pt x="2764" y="697"/>
                  <a:pt x="4837" y="1394"/>
                  <a:pt x="6910" y="697"/>
                </a:cubicBezTo>
                <a:cubicBezTo>
                  <a:pt x="12437" y="0"/>
                  <a:pt x="15202" y="2090"/>
                  <a:pt x="18656" y="6273"/>
                </a:cubicBezTo>
                <a:cubicBezTo>
                  <a:pt x="23494" y="13242"/>
                  <a:pt x="29021" y="20211"/>
                  <a:pt x="34549" y="27181"/>
                </a:cubicBezTo>
                <a:cubicBezTo>
                  <a:pt x="35240" y="27878"/>
                  <a:pt x="35931" y="28575"/>
                  <a:pt x="37313" y="29272"/>
                </a:cubicBezTo>
                <a:cubicBezTo>
                  <a:pt x="37313" y="28575"/>
                  <a:pt x="37313" y="27181"/>
                  <a:pt x="37313" y="26483"/>
                </a:cubicBezTo>
                <a:cubicBezTo>
                  <a:pt x="37313" y="20908"/>
                  <a:pt x="37313" y="16030"/>
                  <a:pt x="37313" y="10455"/>
                </a:cubicBezTo>
                <a:cubicBezTo>
                  <a:pt x="37313" y="6273"/>
                  <a:pt x="36622" y="2788"/>
                  <a:pt x="31786" y="2090"/>
                </a:cubicBezTo>
                <a:cubicBezTo>
                  <a:pt x="31786" y="2090"/>
                  <a:pt x="31095" y="2090"/>
                  <a:pt x="31095" y="2090"/>
                </a:cubicBezTo>
                <a:cubicBezTo>
                  <a:pt x="33167" y="697"/>
                  <a:pt x="42150" y="697"/>
                  <a:pt x="44914" y="1394"/>
                </a:cubicBezTo>
                <a:cubicBezTo>
                  <a:pt x="44223" y="2090"/>
                  <a:pt x="44223" y="2090"/>
                  <a:pt x="43532" y="2788"/>
                </a:cubicBezTo>
                <a:cubicBezTo>
                  <a:pt x="40768" y="3485"/>
                  <a:pt x="39387" y="5575"/>
                  <a:pt x="40077" y="8363"/>
                </a:cubicBezTo>
                <a:cubicBezTo>
                  <a:pt x="40077" y="11848"/>
                  <a:pt x="40077" y="15333"/>
                  <a:pt x="40077" y="18120"/>
                </a:cubicBezTo>
                <a:cubicBezTo>
                  <a:pt x="40077" y="27181"/>
                  <a:pt x="40077" y="35543"/>
                  <a:pt x="40077" y="44605"/>
                </a:cubicBezTo>
                <a:cubicBezTo>
                  <a:pt x="40077" y="45998"/>
                  <a:pt x="40077" y="46695"/>
                  <a:pt x="40077" y="480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231900" y="1193800"/>
            <a:ext cx="34848" cy="49560"/>
          </a:xfrm>
          <a:custGeom>
            <a:avLst/>
            <a:gdLst/>
            <a:ahLst/>
            <a:cxnLst/>
            <a:rect l="l" t="t" r="r" b="b"/>
            <a:pathLst>
              <a:path w="34848" h="49560">
                <a:moveTo>
                  <a:pt x="6273" y="49560"/>
                </a:moveTo>
                <a:cubicBezTo>
                  <a:pt x="15333" y="46071"/>
                  <a:pt x="20211" y="38392"/>
                  <a:pt x="21605" y="28619"/>
                </a:cubicBezTo>
                <a:cubicBezTo>
                  <a:pt x="19515" y="29318"/>
                  <a:pt x="18120" y="30016"/>
                  <a:pt x="16030" y="30714"/>
                </a:cubicBezTo>
                <a:cubicBezTo>
                  <a:pt x="9757" y="32109"/>
                  <a:pt x="4878" y="29318"/>
                  <a:pt x="2090" y="23035"/>
                </a:cubicBezTo>
                <a:cubicBezTo>
                  <a:pt x="0" y="18150"/>
                  <a:pt x="697" y="13263"/>
                  <a:pt x="2090" y="9074"/>
                </a:cubicBezTo>
                <a:cubicBezTo>
                  <a:pt x="4878" y="3490"/>
                  <a:pt x="9060" y="698"/>
                  <a:pt x="14635" y="698"/>
                </a:cubicBezTo>
                <a:cubicBezTo>
                  <a:pt x="20211" y="0"/>
                  <a:pt x="25090" y="2094"/>
                  <a:pt x="28575" y="7678"/>
                </a:cubicBezTo>
                <a:cubicBezTo>
                  <a:pt x="34848" y="18150"/>
                  <a:pt x="32756" y="32808"/>
                  <a:pt x="23696" y="41185"/>
                </a:cubicBezTo>
                <a:cubicBezTo>
                  <a:pt x="19515" y="45373"/>
                  <a:pt x="11848" y="48863"/>
                  <a:pt x="6273" y="49560"/>
                </a:cubicBezTo>
                <a:close/>
                <a:moveTo>
                  <a:pt x="21605" y="22337"/>
                </a:moveTo>
                <a:cubicBezTo>
                  <a:pt x="21605" y="22337"/>
                  <a:pt x="21605" y="22337"/>
                  <a:pt x="22302" y="22337"/>
                </a:cubicBezTo>
                <a:cubicBezTo>
                  <a:pt x="20908" y="17451"/>
                  <a:pt x="20211" y="13263"/>
                  <a:pt x="19515" y="8377"/>
                </a:cubicBezTo>
                <a:cubicBezTo>
                  <a:pt x="18818" y="6980"/>
                  <a:pt x="18120" y="5584"/>
                  <a:pt x="17423" y="4188"/>
                </a:cubicBezTo>
                <a:cubicBezTo>
                  <a:pt x="16727" y="2793"/>
                  <a:pt x="15333" y="2094"/>
                  <a:pt x="13242" y="2094"/>
                </a:cubicBezTo>
                <a:cubicBezTo>
                  <a:pt x="11848" y="2793"/>
                  <a:pt x="10455" y="3490"/>
                  <a:pt x="10455" y="5584"/>
                </a:cubicBezTo>
                <a:cubicBezTo>
                  <a:pt x="10455" y="6283"/>
                  <a:pt x="9757" y="6980"/>
                  <a:pt x="9757" y="6980"/>
                </a:cubicBezTo>
                <a:cubicBezTo>
                  <a:pt x="10455" y="12565"/>
                  <a:pt x="11151" y="17451"/>
                  <a:pt x="12545" y="22337"/>
                </a:cubicBezTo>
                <a:cubicBezTo>
                  <a:pt x="13242" y="23734"/>
                  <a:pt x="13938" y="24431"/>
                  <a:pt x="14635" y="25828"/>
                </a:cubicBezTo>
                <a:cubicBezTo>
                  <a:pt x="16030" y="27224"/>
                  <a:pt x="17423" y="27224"/>
                  <a:pt x="20211" y="27224"/>
                </a:cubicBezTo>
                <a:cubicBezTo>
                  <a:pt x="22302" y="26525"/>
                  <a:pt x="21605" y="24431"/>
                  <a:pt x="21605" y="23035"/>
                </a:cubicBezTo>
                <a:cubicBezTo>
                  <a:pt x="21605" y="23035"/>
                  <a:pt x="21605" y="22337"/>
                  <a:pt x="21605" y="2233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104900" y="647700"/>
            <a:ext cx="46463" cy="52658"/>
          </a:xfrm>
          <a:custGeom>
            <a:avLst/>
            <a:gdLst/>
            <a:ahLst/>
            <a:cxnLst/>
            <a:rect l="l" t="t" r="r" b="b"/>
            <a:pathLst>
              <a:path w="46463" h="52658">
                <a:moveTo>
                  <a:pt x="28698" y="4787"/>
                </a:moveTo>
                <a:cubicBezTo>
                  <a:pt x="30748" y="2736"/>
                  <a:pt x="38947" y="683"/>
                  <a:pt x="42363" y="0"/>
                </a:cubicBezTo>
                <a:cubicBezTo>
                  <a:pt x="41680" y="683"/>
                  <a:pt x="41680" y="1368"/>
                  <a:pt x="40997" y="2051"/>
                </a:cubicBezTo>
                <a:cubicBezTo>
                  <a:pt x="38947" y="3419"/>
                  <a:pt x="38264" y="5471"/>
                  <a:pt x="38947" y="8207"/>
                </a:cubicBezTo>
                <a:cubicBezTo>
                  <a:pt x="40997" y="14361"/>
                  <a:pt x="43047" y="21200"/>
                  <a:pt x="44413" y="27355"/>
                </a:cubicBezTo>
                <a:cubicBezTo>
                  <a:pt x="45096" y="30775"/>
                  <a:pt x="45780" y="34193"/>
                  <a:pt x="45780" y="37612"/>
                </a:cubicBezTo>
                <a:cubicBezTo>
                  <a:pt x="46463" y="41716"/>
                  <a:pt x="45096" y="44451"/>
                  <a:pt x="42363" y="46504"/>
                </a:cubicBezTo>
                <a:cubicBezTo>
                  <a:pt x="36897" y="50607"/>
                  <a:pt x="30065" y="52658"/>
                  <a:pt x="23232" y="51975"/>
                </a:cubicBezTo>
                <a:cubicBezTo>
                  <a:pt x="19131" y="51290"/>
                  <a:pt x="16398" y="49239"/>
                  <a:pt x="14348" y="45136"/>
                </a:cubicBezTo>
                <a:cubicBezTo>
                  <a:pt x="13665" y="43768"/>
                  <a:pt x="12982" y="42400"/>
                  <a:pt x="12982" y="41032"/>
                </a:cubicBezTo>
                <a:cubicBezTo>
                  <a:pt x="10932" y="33510"/>
                  <a:pt x="8882" y="25987"/>
                  <a:pt x="6833" y="18465"/>
                </a:cubicBezTo>
                <a:cubicBezTo>
                  <a:pt x="6833" y="18465"/>
                  <a:pt x="6149" y="17780"/>
                  <a:pt x="6149" y="17097"/>
                </a:cubicBezTo>
                <a:cubicBezTo>
                  <a:pt x="5466" y="15046"/>
                  <a:pt x="4100" y="13678"/>
                  <a:pt x="1367" y="13678"/>
                </a:cubicBezTo>
                <a:cubicBezTo>
                  <a:pt x="683" y="13678"/>
                  <a:pt x="683" y="13678"/>
                  <a:pt x="0" y="12993"/>
                </a:cubicBezTo>
                <a:cubicBezTo>
                  <a:pt x="5466" y="10258"/>
                  <a:pt x="12299" y="8890"/>
                  <a:pt x="18448" y="6839"/>
                </a:cubicBezTo>
                <a:cubicBezTo>
                  <a:pt x="19131" y="6839"/>
                  <a:pt x="19815" y="6839"/>
                  <a:pt x="20498" y="6839"/>
                </a:cubicBezTo>
                <a:cubicBezTo>
                  <a:pt x="20498" y="6839"/>
                  <a:pt x="20498" y="6839"/>
                  <a:pt x="20498" y="7522"/>
                </a:cubicBezTo>
                <a:cubicBezTo>
                  <a:pt x="19815" y="7522"/>
                  <a:pt x="19131" y="8207"/>
                  <a:pt x="18448" y="8207"/>
                </a:cubicBezTo>
                <a:cubicBezTo>
                  <a:pt x="16398" y="9575"/>
                  <a:pt x="15715" y="10942"/>
                  <a:pt x="16398" y="13678"/>
                </a:cubicBezTo>
                <a:cubicBezTo>
                  <a:pt x="18448" y="22568"/>
                  <a:pt x="21181" y="31458"/>
                  <a:pt x="23232" y="40348"/>
                </a:cubicBezTo>
                <a:cubicBezTo>
                  <a:pt x="23915" y="41032"/>
                  <a:pt x="23915" y="41032"/>
                  <a:pt x="23915" y="41716"/>
                </a:cubicBezTo>
                <a:cubicBezTo>
                  <a:pt x="25965" y="46504"/>
                  <a:pt x="29381" y="48555"/>
                  <a:pt x="34164" y="47871"/>
                </a:cubicBezTo>
                <a:cubicBezTo>
                  <a:pt x="40314" y="46504"/>
                  <a:pt x="43730" y="43083"/>
                  <a:pt x="43730" y="37612"/>
                </a:cubicBezTo>
                <a:cubicBezTo>
                  <a:pt x="43730" y="34878"/>
                  <a:pt x="43047" y="32826"/>
                  <a:pt x="43047" y="30775"/>
                </a:cubicBezTo>
                <a:cubicBezTo>
                  <a:pt x="40997" y="23936"/>
                  <a:pt x="38947" y="17097"/>
                  <a:pt x="36897" y="10258"/>
                </a:cubicBezTo>
                <a:cubicBezTo>
                  <a:pt x="35531" y="5471"/>
                  <a:pt x="34848" y="4787"/>
                  <a:pt x="30065" y="4787"/>
                </a:cubicBezTo>
                <a:cubicBezTo>
                  <a:pt x="29381" y="4787"/>
                  <a:pt x="29381" y="4787"/>
                  <a:pt x="28698" y="478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447800" y="825500"/>
            <a:ext cx="54207" cy="43365"/>
          </a:xfrm>
          <a:custGeom>
            <a:avLst/>
            <a:gdLst/>
            <a:ahLst/>
            <a:cxnLst/>
            <a:rect l="l" t="t" r="r" b="b"/>
            <a:pathLst>
              <a:path w="54207" h="43365">
                <a:moveTo>
                  <a:pt x="0" y="15143"/>
                </a:moveTo>
                <a:cubicBezTo>
                  <a:pt x="4803" y="13078"/>
                  <a:pt x="9606" y="11013"/>
                  <a:pt x="13724" y="8948"/>
                </a:cubicBezTo>
                <a:cubicBezTo>
                  <a:pt x="15095" y="10325"/>
                  <a:pt x="14409" y="11013"/>
                  <a:pt x="13724" y="11702"/>
                </a:cubicBezTo>
                <a:cubicBezTo>
                  <a:pt x="11665" y="13767"/>
                  <a:pt x="9606" y="15832"/>
                  <a:pt x="8233" y="17897"/>
                </a:cubicBezTo>
                <a:cubicBezTo>
                  <a:pt x="5489" y="22715"/>
                  <a:pt x="6176" y="26845"/>
                  <a:pt x="8920" y="31664"/>
                </a:cubicBezTo>
                <a:cubicBezTo>
                  <a:pt x="10979" y="34417"/>
                  <a:pt x="13037" y="35105"/>
                  <a:pt x="16468" y="34417"/>
                </a:cubicBezTo>
                <a:cubicBezTo>
                  <a:pt x="19213" y="33729"/>
                  <a:pt x="21271" y="31664"/>
                  <a:pt x="21957" y="28910"/>
                </a:cubicBezTo>
                <a:cubicBezTo>
                  <a:pt x="21957" y="27534"/>
                  <a:pt x="21957" y="25469"/>
                  <a:pt x="21957" y="24092"/>
                </a:cubicBezTo>
                <a:cubicBezTo>
                  <a:pt x="22643" y="19274"/>
                  <a:pt x="22643" y="14455"/>
                  <a:pt x="24016" y="9637"/>
                </a:cubicBezTo>
                <a:cubicBezTo>
                  <a:pt x="25389" y="4130"/>
                  <a:pt x="29505" y="1377"/>
                  <a:pt x="34995" y="688"/>
                </a:cubicBezTo>
                <a:cubicBezTo>
                  <a:pt x="39111" y="0"/>
                  <a:pt x="42542" y="2065"/>
                  <a:pt x="45287" y="4818"/>
                </a:cubicBezTo>
                <a:cubicBezTo>
                  <a:pt x="48031" y="8260"/>
                  <a:pt x="49404" y="12390"/>
                  <a:pt x="50090" y="16520"/>
                </a:cubicBezTo>
                <a:cubicBezTo>
                  <a:pt x="50090" y="17897"/>
                  <a:pt x="50090" y="18585"/>
                  <a:pt x="50090" y="19274"/>
                </a:cubicBezTo>
                <a:cubicBezTo>
                  <a:pt x="50090" y="20650"/>
                  <a:pt x="50776" y="22027"/>
                  <a:pt x="52149" y="22027"/>
                </a:cubicBezTo>
                <a:cubicBezTo>
                  <a:pt x="52835" y="22027"/>
                  <a:pt x="53520" y="22715"/>
                  <a:pt x="54207" y="23404"/>
                </a:cubicBezTo>
                <a:cubicBezTo>
                  <a:pt x="51463" y="25469"/>
                  <a:pt x="43228" y="28910"/>
                  <a:pt x="40484" y="28910"/>
                </a:cubicBezTo>
                <a:cubicBezTo>
                  <a:pt x="41170" y="27534"/>
                  <a:pt x="41857" y="26845"/>
                  <a:pt x="42542" y="26157"/>
                </a:cubicBezTo>
                <a:cubicBezTo>
                  <a:pt x="44601" y="23404"/>
                  <a:pt x="46660" y="21339"/>
                  <a:pt x="47346" y="17897"/>
                </a:cubicBezTo>
                <a:cubicBezTo>
                  <a:pt x="48031" y="14455"/>
                  <a:pt x="47346" y="11013"/>
                  <a:pt x="44601" y="8260"/>
                </a:cubicBezTo>
                <a:cubicBezTo>
                  <a:pt x="41857" y="4818"/>
                  <a:pt x="36366" y="5507"/>
                  <a:pt x="34308" y="9637"/>
                </a:cubicBezTo>
                <a:cubicBezTo>
                  <a:pt x="33622" y="11013"/>
                  <a:pt x="33622" y="13078"/>
                  <a:pt x="33622" y="14455"/>
                </a:cubicBezTo>
                <a:cubicBezTo>
                  <a:pt x="32936" y="18585"/>
                  <a:pt x="33622" y="22715"/>
                  <a:pt x="32936" y="26845"/>
                </a:cubicBezTo>
                <a:cubicBezTo>
                  <a:pt x="32249" y="28910"/>
                  <a:pt x="32249" y="31664"/>
                  <a:pt x="30878" y="34417"/>
                </a:cubicBezTo>
                <a:cubicBezTo>
                  <a:pt x="26760" y="41300"/>
                  <a:pt x="16468" y="43365"/>
                  <a:pt x="10292" y="36482"/>
                </a:cubicBezTo>
                <a:cubicBezTo>
                  <a:pt x="7548" y="32352"/>
                  <a:pt x="5489" y="28222"/>
                  <a:pt x="4803" y="23404"/>
                </a:cubicBezTo>
                <a:cubicBezTo>
                  <a:pt x="3430" y="18585"/>
                  <a:pt x="3430" y="18585"/>
                  <a:pt x="0" y="151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447800" y="1028700"/>
            <a:ext cx="53433" cy="49560"/>
          </a:xfrm>
          <a:custGeom>
            <a:avLst/>
            <a:gdLst/>
            <a:ahLst/>
            <a:cxnLst/>
            <a:rect l="l" t="t" r="r" b="b"/>
            <a:pathLst>
              <a:path w="53433" h="49560">
                <a:moveTo>
                  <a:pt x="44412" y="27534"/>
                </a:moveTo>
                <a:cubicBezTo>
                  <a:pt x="45105" y="26845"/>
                  <a:pt x="45105" y="26157"/>
                  <a:pt x="45105" y="25469"/>
                </a:cubicBezTo>
                <a:cubicBezTo>
                  <a:pt x="46493" y="21339"/>
                  <a:pt x="45800" y="20650"/>
                  <a:pt x="40942" y="20650"/>
                </a:cubicBezTo>
                <a:cubicBezTo>
                  <a:pt x="37473" y="21339"/>
                  <a:pt x="34696" y="21339"/>
                  <a:pt x="31227" y="22027"/>
                </a:cubicBezTo>
                <a:cubicBezTo>
                  <a:pt x="29145" y="22027"/>
                  <a:pt x="27757" y="22027"/>
                  <a:pt x="25676" y="22027"/>
                </a:cubicBezTo>
                <a:cubicBezTo>
                  <a:pt x="24982" y="22715"/>
                  <a:pt x="24287" y="22715"/>
                  <a:pt x="22899" y="22715"/>
                </a:cubicBezTo>
                <a:cubicBezTo>
                  <a:pt x="24287" y="24780"/>
                  <a:pt x="25676" y="26845"/>
                  <a:pt x="27064" y="28222"/>
                </a:cubicBezTo>
                <a:cubicBezTo>
                  <a:pt x="28452" y="30975"/>
                  <a:pt x="30533" y="33040"/>
                  <a:pt x="32615" y="35794"/>
                </a:cubicBezTo>
                <a:cubicBezTo>
                  <a:pt x="33308" y="36482"/>
                  <a:pt x="34003" y="37859"/>
                  <a:pt x="34696" y="38547"/>
                </a:cubicBezTo>
                <a:cubicBezTo>
                  <a:pt x="36778" y="39924"/>
                  <a:pt x="38166" y="39924"/>
                  <a:pt x="39554" y="37859"/>
                </a:cubicBezTo>
                <a:cubicBezTo>
                  <a:pt x="40249" y="37170"/>
                  <a:pt x="40942" y="36482"/>
                  <a:pt x="41636" y="35105"/>
                </a:cubicBezTo>
                <a:cubicBezTo>
                  <a:pt x="41636" y="37859"/>
                  <a:pt x="38861" y="46807"/>
                  <a:pt x="36778" y="49560"/>
                </a:cubicBezTo>
                <a:cubicBezTo>
                  <a:pt x="36778" y="48872"/>
                  <a:pt x="36085" y="48872"/>
                  <a:pt x="36085" y="48872"/>
                </a:cubicBezTo>
                <a:cubicBezTo>
                  <a:pt x="36085" y="46119"/>
                  <a:pt x="34696" y="44054"/>
                  <a:pt x="33308" y="41300"/>
                </a:cubicBezTo>
                <a:cubicBezTo>
                  <a:pt x="29145" y="36482"/>
                  <a:pt x="25676" y="30975"/>
                  <a:pt x="21513" y="25469"/>
                </a:cubicBezTo>
                <a:cubicBezTo>
                  <a:pt x="20818" y="24092"/>
                  <a:pt x="20124" y="23404"/>
                  <a:pt x="18043" y="22715"/>
                </a:cubicBezTo>
                <a:cubicBezTo>
                  <a:pt x="15267" y="21339"/>
                  <a:pt x="11797" y="19962"/>
                  <a:pt x="9021" y="18585"/>
                </a:cubicBezTo>
                <a:cubicBezTo>
                  <a:pt x="4858" y="17208"/>
                  <a:pt x="4163" y="17208"/>
                  <a:pt x="1388" y="21339"/>
                </a:cubicBezTo>
                <a:cubicBezTo>
                  <a:pt x="1388" y="21339"/>
                  <a:pt x="693" y="21339"/>
                  <a:pt x="693" y="22027"/>
                </a:cubicBezTo>
                <a:cubicBezTo>
                  <a:pt x="693" y="21339"/>
                  <a:pt x="0" y="21339"/>
                  <a:pt x="0" y="20650"/>
                </a:cubicBezTo>
                <a:cubicBezTo>
                  <a:pt x="2776" y="13767"/>
                  <a:pt x="5551" y="7572"/>
                  <a:pt x="8327" y="688"/>
                </a:cubicBezTo>
                <a:cubicBezTo>
                  <a:pt x="8327" y="688"/>
                  <a:pt x="8327" y="0"/>
                  <a:pt x="9021" y="0"/>
                </a:cubicBezTo>
                <a:cubicBezTo>
                  <a:pt x="9021" y="688"/>
                  <a:pt x="9021" y="1377"/>
                  <a:pt x="9021" y="2065"/>
                </a:cubicBezTo>
                <a:cubicBezTo>
                  <a:pt x="8327" y="5507"/>
                  <a:pt x="9021" y="6883"/>
                  <a:pt x="12490" y="8260"/>
                </a:cubicBezTo>
                <a:cubicBezTo>
                  <a:pt x="15267" y="9637"/>
                  <a:pt x="18043" y="11013"/>
                  <a:pt x="20818" y="11702"/>
                </a:cubicBezTo>
                <a:cubicBezTo>
                  <a:pt x="21513" y="12390"/>
                  <a:pt x="22899" y="12390"/>
                  <a:pt x="23594" y="12390"/>
                </a:cubicBezTo>
                <a:cubicBezTo>
                  <a:pt x="31227" y="11702"/>
                  <a:pt x="38861" y="10325"/>
                  <a:pt x="46493" y="9637"/>
                </a:cubicBezTo>
                <a:cubicBezTo>
                  <a:pt x="48575" y="8948"/>
                  <a:pt x="51351" y="8260"/>
                  <a:pt x="52739" y="5507"/>
                </a:cubicBezTo>
                <a:cubicBezTo>
                  <a:pt x="53433" y="6195"/>
                  <a:pt x="53433" y="6883"/>
                  <a:pt x="53433" y="6883"/>
                </a:cubicBezTo>
                <a:cubicBezTo>
                  <a:pt x="51351" y="13767"/>
                  <a:pt x="48575" y="19962"/>
                  <a:pt x="45800" y="26845"/>
                </a:cubicBezTo>
                <a:cubicBezTo>
                  <a:pt x="45800" y="26845"/>
                  <a:pt x="45800" y="26845"/>
                  <a:pt x="44412" y="275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473200" y="952500"/>
            <a:ext cx="47236" cy="41817"/>
          </a:xfrm>
          <a:custGeom>
            <a:avLst/>
            <a:gdLst/>
            <a:ahLst/>
            <a:cxnLst/>
            <a:rect l="l" t="t" r="r" b="b"/>
            <a:pathLst>
              <a:path w="47236" h="41817">
                <a:moveTo>
                  <a:pt x="3473" y="6855"/>
                </a:moveTo>
                <a:cubicBezTo>
                  <a:pt x="3473" y="7541"/>
                  <a:pt x="3473" y="8226"/>
                  <a:pt x="3473" y="8912"/>
                </a:cubicBezTo>
                <a:cubicBezTo>
                  <a:pt x="4168" y="11654"/>
                  <a:pt x="5558" y="13025"/>
                  <a:pt x="8336" y="13711"/>
                </a:cubicBezTo>
                <a:cubicBezTo>
                  <a:pt x="13894" y="13711"/>
                  <a:pt x="20145" y="14395"/>
                  <a:pt x="25702" y="15081"/>
                </a:cubicBezTo>
                <a:cubicBezTo>
                  <a:pt x="31260" y="15081"/>
                  <a:pt x="36817" y="15767"/>
                  <a:pt x="42375" y="15767"/>
                </a:cubicBezTo>
                <a:cubicBezTo>
                  <a:pt x="43070" y="15767"/>
                  <a:pt x="43764" y="15767"/>
                  <a:pt x="44459" y="15767"/>
                </a:cubicBezTo>
                <a:cubicBezTo>
                  <a:pt x="45154" y="13711"/>
                  <a:pt x="44459" y="11654"/>
                  <a:pt x="43764" y="9597"/>
                </a:cubicBezTo>
                <a:cubicBezTo>
                  <a:pt x="43070" y="6855"/>
                  <a:pt x="42375" y="5484"/>
                  <a:pt x="40291" y="4114"/>
                </a:cubicBezTo>
                <a:cubicBezTo>
                  <a:pt x="38207" y="2742"/>
                  <a:pt x="36123" y="2056"/>
                  <a:pt x="34733" y="686"/>
                </a:cubicBezTo>
                <a:cubicBezTo>
                  <a:pt x="38901" y="0"/>
                  <a:pt x="43070" y="686"/>
                  <a:pt x="47236" y="1372"/>
                </a:cubicBezTo>
                <a:cubicBezTo>
                  <a:pt x="46543" y="14395"/>
                  <a:pt x="45154" y="28106"/>
                  <a:pt x="44459" y="41817"/>
                </a:cubicBezTo>
                <a:cubicBezTo>
                  <a:pt x="40291" y="41817"/>
                  <a:pt x="36123" y="41817"/>
                  <a:pt x="31954" y="41131"/>
                </a:cubicBezTo>
                <a:cubicBezTo>
                  <a:pt x="31954" y="40446"/>
                  <a:pt x="31954" y="39760"/>
                  <a:pt x="32649" y="39075"/>
                </a:cubicBezTo>
                <a:cubicBezTo>
                  <a:pt x="32649" y="39075"/>
                  <a:pt x="33344" y="39075"/>
                  <a:pt x="34039" y="39075"/>
                </a:cubicBezTo>
                <a:cubicBezTo>
                  <a:pt x="40291" y="37704"/>
                  <a:pt x="43764" y="34276"/>
                  <a:pt x="43764" y="27421"/>
                </a:cubicBezTo>
                <a:cubicBezTo>
                  <a:pt x="43070" y="26736"/>
                  <a:pt x="42375" y="26736"/>
                  <a:pt x="41680" y="26736"/>
                </a:cubicBezTo>
                <a:cubicBezTo>
                  <a:pt x="31954" y="26050"/>
                  <a:pt x="21534" y="25364"/>
                  <a:pt x="11810" y="24679"/>
                </a:cubicBezTo>
                <a:cubicBezTo>
                  <a:pt x="10420" y="24679"/>
                  <a:pt x="9031" y="23993"/>
                  <a:pt x="8336" y="23993"/>
                </a:cubicBezTo>
                <a:cubicBezTo>
                  <a:pt x="4863" y="23993"/>
                  <a:pt x="2779" y="24679"/>
                  <a:pt x="2084" y="28106"/>
                </a:cubicBezTo>
                <a:cubicBezTo>
                  <a:pt x="2084" y="28792"/>
                  <a:pt x="2084" y="29478"/>
                  <a:pt x="1389" y="30848"/>
                </a:cubicBezTo>
                <a:cubicBezTo>
                  <a:pt x="0" y="28106"/>
                  <a:pt x="1389" y="26050"/>
                  <a:pt x="1389" y="24679"/>
                </a:cubicBezTo>
                <a:cubicBezTo>
                  <a:pt x="1389" y="22623"/>
                  <a:pt x="1389" y="20565"/>
                  <a:pt x="1389" y="18509"/>
                </a:cubicBezTo>
                <a:cubicBezTo>
                  <a:pt x="1389" y="16453"/>
                  <a:pt x="1389" y="14395"/>
                  <a:pt x="2084" y="12339"/>
                </a:cubicBezTo>
                <a:cubicBezTo>
                  <a:pt x="2084" y="10283"/>
                  <a:pt x="1389" y="8226"/>
                  <a:pt x="2779" y="6170"/>
                </a:cubicBezTo>
                <a:cubicBezTo>
                  <a:pt x="2779" y="6170"/>
                  <a:pt x="2779" y="6855"/>
                  <a:pt x="3473" y="685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320800" y="660400"/>
            <a:ext cx="42591" cy="53433"/>
          </a:xfrm>
          <a:custGeom>
            <a:avLst/>
            <a:gdLst/>
            <a:ahLst/>
            <a:cxnLst/>
            <a:rect l="l" t="t" r="r" b="b"/>
            <a:pathLst>
              <a:path w="42591" h="53433">
                <a:moveTo>
                  <a:pt x="4190" y="53433"/>
                </a:moveTo>
                <a:cubicBezTo>
                  <a:pt x="3491" y="51351"/>
                  <a:pt x="3491" y="50658"/>
                  <a:pt x="3491" y="49270"/>
                </a:cubicBezTo>
                <a:cubicBezTo>
                  <a:pt x="3491" y="36085"/>
                  <a:pt x="3491" y="22899"/>
                  <a:pt x="3491" y="9716"/>
                </a:cubicBezTo>
                <a:cubicBezTo>
                  <a:pt x="3491" y="6246"/>
                  <a:pt x="3491" y="2776"/>
                  <a:pt x="0" y="693"/>
                </a:cubicBezTo>
                <a:cubicBezTo>
                  <a:pt x="2793" y="0"/>
                  <a:pt x="18153" y="6939"/>
                  <a:pt x="20248" y="9716"/>
                </a:cubicBezTo>
                <a:cubicBezTo>
                  <a:pt x="19550" y="9021"/>
                  <a:pt x="18852" y="9021"/>
                  <a:pt x="17455" y="9021"/>
                </a:cubicBezTo>
                <a:cubicBezTo>
                  <a:pt x="15361" y="8327"/>
                  <a:pt x="14662" y="9021"/>
                  <a:pt x="13964" y="11102"/>
                </a:cubicBezTo>
                <a:cubicBezTo>
                  <a:pt x="13964" y="11797"/>
                  <a:pt x="13964" y="12490"/>
                  <a:pt x="13964" y="13185"/>
                </a:cubicBezTo>
                <a:cubicBezTo>
                  <a:pt x="13266" y="21513"/>
                  <a:pt x="13266" y="29839"/>
                  <a:pt x="13266" y="38166"/>
                </a:cubicBezTo>
                <a:cubicBezTo>
                  <a:pt x="13266" y="38166"/>
                  <a:pt x="13266" y="38861"/>
                  <a:pt x="13964" y="39554"/>
                </a:cubicBezTo>
                <a:cubicBezTo>
                  <a:pt x="13964" y="39554"/>
                  <a:pt x="14662" y="39554"/>
                  <a:pt x="14662" y="39554"/>
                </a:cubicBezTo>
                <a:cubicBezTo>
                  <a:pt x="20248" y="33308"/>
                  <a:pt x="25834" y="27757"/>
                  <a:pt x="31420" y="21513"/>
                </a:cubicBezTo>
                <a:cubicBezTo>
                  <a:pt x="31420" y="21513"/>
                  <a:pt x="31420" y="21513"/>
                  <a:pt x="31420" y="21513"/>
                </a:cubicBezTo>
                <a:cubicBezTo>
                  <a:pt x="34213" y="18043"/>
                  <a:pt x="34213" y="16655"/>
                  <a:pt x="30721" y="14573"/>
                </a:cubicBezTo>
                <a:cubicBezTo>
                  <a:pt x="30023" y="13879"/>
                  <a:pt x="30023" y="13879"/>
                  <a:pt x="30023" y="13185"/>
                </a:cubicBezTo>
                <a:cubicBezTo>
                  <a:pt x="34213" y="13879"/>
                  <a:pt x="38402" y="15960"/>
                  <a:pt x="42591" y="18043"/>
                </a:cubicBezTo>
                <a:cubicBezTo>
                  <a:pt x="41892" y="18736"/>
                  <a:pt x="41892" y="18736"/>
                  <a:pt x="41195" y="18736"/>
                </a:cubicBezTo>
                <a:cubicBezTo>
                  <a:pt x="38402" y="18736"/>
                  <a:pt x="36307" y="20124"/>
                  <a:pt x="34213" y="22206"/>
                </a:cubicBezTo>
                <a:cubicBezTo>
                  <a:pt x="25136" y="31921"/>
                  <a:pt x="16059" y="41636"/>
                  <a:pt x="6982" y="50658"/>
                </a:cubicBezTo>
                <a:cubicBezTo>
                  <a:pt x="6284" y="51351"/>
                  <a:pt x="5585" y="52045"/>
                  <a:pt x="4190" y="534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927100" y="812800"/>
            <a:ext cx="48786" cy="42591"/>
          </a:xfrm>
          <a:custGeom>
            <a:avLst/>
            <a:gdLst/>
            <a:ahLst/>
            <a:cxnLst/>
            <a:rect l="l" t="t" r="r" b="b"/>
            <a:pathLst>
              <a:path w="48786" h="42591">
                <a:moveTo>
                  <a:pt x="0" y="22343"/>
                </a:moveTo>
                <a:cubicBezTo>
                  <a:pt x="0" y="18852"/>
                  <a:pt x="7558" y="2793"/>
                  <a:pt x="10307" y="0"/>
                </a:cubicBezTo>
                <a:cubicBezTo>
                  <a:pt x="9620" y="699"/>
                  <a:pt x="9620" y="1397"/>
                  <a:pt x="9620" y="2094"/>
                </a:cubicBezTo>
                <a:cubicBezTo>
                  <a:pt x="8933" y="6284"/>
                  <a:pt x="9620" y="7681"/>
                  <a:pt x="13056" y="9077"/>
                </a:cubicBezTo>
                <a:cubicBezTo>
                  <a:pt x="21988" y="13964"/>
                  <a:pt x="30921" y="18852"/>
                  <a:pt x="39854" y="23042"/>
                </a:cubicBezTo>
                <a:cubicBezTo>
                  <a:pt x="43289" y="25136"/>
                  <a:pt x="44663" y="24437"/>
                  <a:pt x="46725" y="21645"/>
                </a:cubicBezTo>
                <a:cubicBezTo>
                  <a:pt x="47412" y="20946"/>
                  <a:pt x="48099" y="20248"/>
                  <a:pt x="48786" y="19550"/>
                </a:cubicBezTo>
                <a:cubicBezTo>
                  <a:pt x="48099" y="22343"/>
                  <a:pt x="41228" y="39099"/>
                  <a:pt x="38480" y="42591"/>
                </a:cubicBezTo>
                <a:cubicBezTo>
                  <a:pt x="38480" y="41195"/>
                  <a:pt x="38480" y="40496"/>
                  <a:pt x="38480" y="39798"/>
                </a:cubicBezTo>
                <a:cubicBezTo>
                  <a:pt x="39167" y="36307"/>
                  <a:pt x="38480" y="34911"/>
                  <a:pt x="35730" y="32816"/>
                </a:cubicBezTo>
                <a:cubicBezTo>
                  <a:pt x="26798" y="28627"/>
                  <a:pt x="17865" y="23739"/>
                  <a:pt x="8933" y="19550"/>
                </a:cubicBezTo>
                <a:cubicBezTo>
                  <a:pt x="4809" y="17455"/>
                  <a:pt x="4122" y="17455"/>
                  <a:pt x="687" y="20946"/>
                </a:cubicBezTo>
                <a:cubicBezTo>
                  <a:pt x="687" y="21645"/>
                  <a:pt x="687" y="21645"/>
                  <a:pt x="0" y="223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473200" y="889000"/>
            <a:ext cx="47236" cy="30975"/>
          </a:xfrm>
          <a:custGeom>
            <a:avLst/>
            <a:gdLst/>
            <a:ahLst/>
            <a:cxnLst/>
            <a:rect l="l" t="t" r="r" b="b"/>
            <a:pathLst>
              <a:path w="47236" h="30975">
                <a:moveTo>
                  <a:pt x="3423" y="30975"/>
                </a:moveTo>
                <a:cubicBezTo>
                  <a:pt x="2054" y="24092"/>
                  <a:pt x="1369" y="16520"/>
                  <a:pt x="0" y="8948"/>
                </a:cubicBezTo>
                <a:cubicBezTo>
                  <a:pt x="0" y="8948"/>
                  <a:pt x="0" y="8260"/>
                  <a:pt x="685" y="7572"/>
                </a:cubicBezTo>
                <a:cubicBezTo>
                  <a:pt x="1369" y="8948"/>
                  <a:pt x="1369" y="9637"/>
                  <a:pt x="2054" y="10325"/>
                </a:cubicBezTo>
                <a:cubicBezTo>
                  <a:pt x="3423" y="13078"/>
                  <a:pt x="4107" y="13767"/>
                  <a:pt x="7531" y="13078"/>
                </a:cubicBezTo>
                <a:cubicBezTo>
                  <a:pt x="15745" y="11702"/>
                  <a:pt x="23961" y="10325"/>
                  <a:pt x="32175" y="8948"/>
                </a:cubicBezTo>
                <a:cubicBezTo>
                  <a:pt x="34230" y="8948"/>
                  <a:pt x="35599" y="8260"/>
                  <a:pt x="37653" y="8260"/>
                </a:cubicBezTo>
                <a:cubicBezTo>
                  <a:pt x="41076" y="7572"/>
                  <a:pt x="41760" y="6195"/>
                  <a:pt x="42445" y="3442"/>
                </a:cubicBezTo>
                <a:cubicBezTo>
                  <a:pt x="42445" y="2753"/>
                  <a:pt x="42445" y="2065"/>
                  <a:pt x="42445" y="0"/>
                </a:cubicBezTo>
                <a:cubicBezTo>
                  <a:pt x="43129" y="1377"/>
                  <a:pt x="43814" y="2065"/>
                  <a:pt x="43814" y="2065"/>
                </a:cubicBezTo>
                <a:cubicBezTo>
                  <a:pt x="44498" y="9637"/>
                  <a:pt x="45867" y="16520"/>
                  <a:pt x="47236" y="24092"/>
                </a:cubicBezTo>
                <a:cubicBezTo>
                  <a:pt x="46552" y="24092"/>
                  <a:pt x="46552" y="24092"/>
                  <a:pt x="45867" y="24092"/>
                </a:cubicBezTo>
                <a:cubicBezTo>
                  <a:pt x="45867" y="24092"/>
                  <a:pt x="45183" y="23404"/>
                  <a:pt x="45183" y="22715"/>
                </a:cubicBezTo>
                <a:cubicBezTo>
                  <a:pt x="43814" y="19274"/>
                  <a:pt x="42445" y="18585"/>
                  <a:pt x="39022" y="18585"/>
                </a:cubicBezTo>
                <a:cubicBezTo>
                  <a:pt x="29437" y="20650"/>
                  <a:pt x="19168" y="22027"/>
                  <a:pt x="9585" y="24092"/>
                </a:cubicBezTo>
                <a:cubicBezTo>
                  <a:pt x="6161" y="24092"/>
                  <a:pt x="4792" y="25469"/>
                  <a:pt x="4792" y="28910"/>
                </a:cubicBezTo>
                <a:cubicBezTo>
                  <a:pt x="4792" y="29599"/>
                  <a:pt x="4107" y="30287"/>
                  <a:pt x="4107" y="30975"/>
                </a:cubicBezTo>
                <a:cubicBezTo>
                  <a:pt x="4107" y="30975"/>
                  <a:pt x="3423" y="30975"/>
                  <a:pt x="3423" y="3097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257300" y="647700"/>
            <a:ext cx="28652" cy="48012"/>
          </a:xfrm>
          <a:custGeom>
            <a:avLst/>
            <a:gdLst/>
            <a:ahLst/>
            <a:cxnLst/>
            <a:rect l="l" t="t" r="r" b="b"/>
            <a:pathLst>
              <a:path w="28652" h="48012">
                <a:moveTo>
                  <a:pt x="682" y="43896"/>
                </a:moveTo>
                <a:cubicBezTo>
                  <a:pt x="1364" y="43896"/>
                  <a:pt x="2046" y="43896"/>
                  <a:pt x="2729" y="43896"/>
                </a:cubicBezTo>
                <a:cubicBezTo>
                  <a:pt x="5457" y="43210"/>
                  <a:pt x="6822" y="42525"/>
                  <a:pt x="6822" y="39096"/>
                </a:cubicBezTo>
                <a:cubicBezTo>
                  <a:pt x="7504" y="35667"/>
                  <a:pt x="8186" y="32236"/>
                  <a:pt x="8868" y="28122"/>
                </a:cubicBezTo>
                <a:cubicBezTo>
                  <a:pt x="9550" y="21948"/>
                  <a:pt x="10232" y="15776"/>
                  <a:pt x="10916" y="9602"/>
                </a:cubicBezTo>
                <a:cubicBezTo>
                  <a:pt x="10916" y="8917"/>
                  <a:pt x="11598" y="8231"/>
                  <a:pt x="11598" y="6859"/>
                </a:cubicBezTo>
                <a:cubicBezTo>
                  <a:pt x="11598" y="3429"/>
                  <a:pt x="10916" y="2743"/>
                  <a:pt x="7504" y="1372"/>
                </a:cubicBezTo>
                <a:cubicBezTo>
                  <a:pt x="6822" y="686"/>
                  <a:pt x="6822" y="686"/>
                  <a:pt x="6139" y="0"/>
                </a:cubicBezTo>
                <a:cubicBezTo>
                  <a:pt x="13644" y="686"/>
                  <a:pt x="21148" y="1372"/>
                  <a:pt x="28652" y="2743"/>
                </a:cubicBezTo>
                <a:cubicBezTo>
                  <a:pt x="28652" y="3429"/>
                  <a:pt x="28652" y="3429"/>
                  <a:pt x="28652" y="3429"/>
                </a:cubicBezTo>
                <a:cubicBezTo>
                  <a:pt x="27969" y="3429"/>
                  <a:pt x="27287" y="4115"/>
                  <a:pt x="26605" y="4115"/>
                </a:cubicBezTo>
                <a:cubicBezTo>
                  <a:pt x="23194" y="4115"/>
                  <a:pt x="21830" y="4801"/>
                  <a:pt x="21830" y="8917"/>
                </a:cubicBezTo>
                <a:cubicBezTo>
                  <a:pt x="20466" y="16462"/>
                  <a:pt x="19101" y="24691"/>
                  <a:pt x="18419" y="32236"/>
                </a:cubicBezTo>
                <a:cubicBezTo>
                  <a:pt x="17737" y="34980"/>
                  <a:pt x="17737" y="37724"/>
                  <a:pt x="17055" y="39781"/>
                </a:cubicBezTo>
                <a:cubicBezTo>
                  <a:pt x="17055" y="43896"/>
                  <a:pt x="17737" y="45268"/>
                  <a:pt x="21148" y="46641"/>
                </a:cubicBezTo>
                <a:cubicBezTo>
                  <a:pt x="21830" y="46641"/>
                  <a:pt x="21830" y="47327"/>
                  <a:pt x="22512" y="47327"/>
                </a:cubicBezTo>
                <a:cubicBezTo>
                  <a:pt x="22512" y="47327"/>
                  <a:pt x="22512" y="47327"/>
                  <a:pt x="22512" y="48012"/>
                </a:cubicBezTo>
                <a:cubicBezTo>
                  <a:pt x="15008" y="47327"/>
                  <a:pt x="7504" y="46641"/>
                  <a:pt x="0" y="45268"/>
                </a:cubicBezTo>
                <a:cubicBezTo>
                  <a:pt x="682" y="44582"/>
                  <a:pt x="682" y="44582"/>
                  <a:pt x="682" y="438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79500" y="1181100"/>
            <a:ext cx="35622" cy="46463"/>
          </a:xfrm>
          <a:custGeom>
            <a:avLst/>
            <a:gdLst/>
            <a:ahLst/>
            <a:cxnLst/>
            <a:rect l="l" t="t" r="r" b="b"/>
            <a:pathLst>
              <a:path w="35622" h="46463">
                <a:moveTo>
                  <a:pt x="685" y="35367"/>
                </a:moveTo>
                <a:cubicBezTo>
                  <a:pt x="1370" y="35367"/>
                  <a:pt x="2741" y="35367"/>
                  <a:pt x="3425" y="36060"/>
                </a:cubicBezTo>
                <a:cubicBezTo>
                  <a:pt x="6850" y="36754"/>
                  <a:pt x="8905" y="36060"/>
                  <a:pt x="10960" y="32593"/>
                </a:cubicBezTo>
                <a:cubicBezTo>
                  <a:pt x="14385" y="24272"/>
                  <a:pt x="18496" y="15950"/>
                  <a:pt x="21921" y="8322"/>
                </a:cubicBezTo>
                <a:cubicBezTo>
                  <a:pt x="22606" y="7628"/>
                  <a:pt x="22606" y="6934"/>
                  <a:pt x="22606" y="6241"/>
                </a:cubicBezTo>
                <a:cubicBezTo>
                  <a:pt x="23292" y="3467"/>
                  <a:pt x="22606" y="2080"/>
                  <a:pt x="19867" y="1387"/>
                </a:cubicBezTo>
                <a:cubicBezTo>
                  <a:pt x="19181" y="1387"/>
                  <a:pt x="17810" y="1387"/>
                  <a:pt x="15756" y="693"/>
                </a:cubicBezTo>
                <a:cubicBezTo>
                  <a:pt x="18496" y="0"/>
                  <a:pt x="30142" y="0"/>
                  <a:pt x="35622" y="693"/>
                </a:cubicBezTo>
                <a:cubicBezTo>
                  <a:pt x="35622" y="1387"/>
                  <a:pt x="35622" y="2080"/>
                  <a:pt x="34936" y="2774"/>
                </a:cubicBezTo>
                <a:cubicBezTo>
                  <a:pt x="30142" y="13870"/>
                  <a:pt x="25347" y="24966"/>
                  <a:pt x="19867" y="36060"/>
                </a:cubicBezTo>
                <a:cubicBezTo>
                  <a:pt x="17810" y="40916"/>
                  <a:pt x="17810" y="42302"/>
                  <a:pt x="22606" y="45076"/>
                </a:cubicBezTo>
                <a:cubicBezTo>
                  <a:pt x="22606" y="45076"/>
                  <a:pt x="23292" y="45770"/>
                  <a:pt x="23292" y="45770"/>
                </a:cubicBezTo>
                <a:cubicBezTo>
                  <a:pt x="23292" y="45770"/>
                  <a:pt x="23292" y="46463"/>
                  <a:pt x="23292" y="46463"/>
                </a:cubicBezTo>
                <a:cubicBezTo>
                  <a:pt x="23292" y="46463"/>
                  <a:pt x="22606" y="46463"/>
                  <a:pt x="22606" y="46463"/>
                </a:cubicBezTo>
                <a:cubicBezTo>
                  <a:pt x="15756" y="42996"/>
                  <a:pt x="8905" y="40222"/>
                  <a:pt x="1370" y="36754"/>
                </a:cubicBezTo>
                <a:cubicBezTo>
                  <a:pt x="685" y="36754"/>
                  <a:pt x="685" y="36060"/>
                  <a:pt x="0" y="36060"/>
                </a:cubicBezTo>
                <a:cubicBezTo>
                  <a:pt x="685" y="35367"/>
                  <a:pt x="685" y="35367"/>
                  <a:pt x="685" y="35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990600" y="723900"/>
            <a:ext cx="449143" cy="448368"/>
          </a:xfrm>
          <a:custGeom>
            <a:avLst/>
            <a:gdLst/>
            <a:ahLst/>
            <a:cxnLst/>
            <a:rect l="l" t="t" r="r" b="b"/>
            <a:pathLst>
              <a:path w="449143" h="448368">
                <a:moveTo>
                  <a:pt x="449143" y="224184"/>
                </a:moveTo>
                <a:cubicBezTo>
                  <a:pt x="449143" y="347280"/>
                  <a:pt x="348568" y="448368"/>
                  <a:pt x="224572" y="448368"/>
                </a:cubicBezTo>
                <a:cubicBezTo>
                  <a:pt x="101263" y="448368"/>
                  <a:pt x="0" y="348656"/>
                  <a:pt x="0" y="224184"/>
                </a:cubicBezTo>
                <a:cubicBezTo>
                  <a:pt x="0" y="100401"/>
                  <a:pt x="100575" y="0"/>
                  <a:pt x="224572" y="0"/>
                </a:cubicBezTo>
                <a:cubicBezTo>
                  <a:pt x="348568" y="0"/>
                  <a:pt x="449143" y="101089"/>
                  <a:pt x="449143" y="224184"/>
                </a:cubicBezTo>
                <a:close/>
                <a:moveTo>
                  <a:pt x="206661" y="253067"/>
                </a:moveTo>
                <a:cubicBezTo>
                  <a:pt x="206661" y="254442"/>
                  <a:pt x="206661" y="255130"/>
                  <a:pt x="206661" y="256506"/>
                </a:cubicBezTo>
                <a:cubicBezTo>
                  <a:pt x="206661" y="264758"/>
                  <a:pt x="206661" y="272322"/>
                  <a:pt x="206661" y="280575"/>
                </a:cubicBezTo>
                <a:cubicBezTo>
                  <a:pt x="206661" y="281262"/>
                  <a:pt x="206661" y="281950"/>
                  <a:pt x="206661" y="282637"/>
                </a:cubicBezTo>
                <a:cubicBezTo>
                  <a:pt x="206661" y="286763"/>
                  <a:pt x="204594" y="290203"/>
                  <a:pt x="201150" y="292265"/>
                </a:cubicBezTo>
                <a:cubicBezTo>
                  <a:pt x="199772" y="292952"/>
                  <a:pt x="198394" y="294328"/>
                  <a:pt x="196328" y="295016"/>
                </a:cubicBezTo>
                <a:cubicBezTo>
                  <a:pt x="183928" y="303268"/>
                  <a:pt x="173595" y="314270"/>
                  <a:pt x="164640" y="326649"/>
                </a:cubicBezTo>
                <a:cubicBezTo>
                  <a:pt x="154996" y="341090"/>
                  <a:pt x="148796" y="357595"/>
                  <a:pt x="144663" y="374099"/>
                </a:cubicBezTo>
                <a:cubicBezTo>
                  <a:pt x="143974" y="377538"/>
                  <a:pt x="143285" y="380289"/>
                  <a:pt x="143285" y="383727"/>
                </a:cubicBezTo>
                <a:cubicBezTo>
                  <a:pt x="142596" y="392666"/>
                  <a:pt x="148107" y="399543"/>
                  <a:pt x="157062" y="400919"/>
                </a:cubicBezTo>
                <a:cubicBezTo>
                  <a:pt x="164640" y="402294"/>
                  <a:pt x="173595" y="399543"/>
                  <a:pt x="176351" y="389228"/>
                </a:cubicBezTo>
                <a:cubicBezTo>
                  <a:pt x="176351" y="388540"/>
                  <a:pt x="177039" y="387166"/>
                  <a:pt x="177039" y="386478"/>
                </a:cubicBezTo>
                <a:cubicBezTo>
                  <a:pt x="179106" y="381664"/>
                  <a:pt x="180484" y="376163"/>
                  <a:pt x="181861" y="371348"/>
                </a:cubicBezTo>
                <a:cubicBezTo>
                  <a:pt x="185995" y="359658"/>
                  <a:pt x="191506" y="349343"/>
                  <a:pt x="199084" y="339028"/>
                </a:cubicBezTo>
                <a:cubicBezTo>
                  <a:pt x="203217" y="333526"/>
                  <a:pt x="208727" y="328713"/>
                  <a:pt x="214927" y="325274"/>
                </a:cubicBezTo>
                <a:cubicBezTo>
                  <a:pt x="221127" y="321836"/>
                  <a:pt x="227327" y="321836"/>
                  <a:pt x="233526" y="325274"/>
                </a:cubicBezTo>
                <a:cubicBezTo>
                  <a:pt x="234904" y="325962"/>
                  <a:pt x="236971" y="326649"/>
                  <a:pt x="238349" y="328024"/>
                </a:cubicBezTo>
                <a:cubicBezTo>
                  <a:pt x="244549" y="332151"/>
                  <a:pt x="249371" y="337652"/>
                  <a:pt x="253503" y="343841"/>
                </a:cubicBezTo>
                <a:cubicBezTo>
                  <a:pt x="260393" y="354844"/>
                  <a:pt x="265215" y="366535"/>
                  <a:pt x="268660" y="378225"/>
                </a:cubicBezTo>
                <a:cubicBezTo>
                  <a:pt x="270036" y="382351"/>
                  <a:pt x="271414" y="387166"/>
                  <a:pt x="272792" y="391291"/>
                </a:cubicBezTo>
                <a:cubicBezTo>
                  <a:pt x="274858" y="396105"/>
                  <a:pt x="277614" y="398856"/>
                  <a:pt x="282437" y="400232"/>
                </a:cubicBezTo>
                <a:cubicBezTo>
                  <a:pt x="292769" y="404358"/>
                  <a:pt x="307236" y="396792"/>
                  <a:pt x="305170" y="381664"/>
                </a:cubicBezTo>
                <a:cubicBezTo>
                  <a:pt x="304480" y="376850"/>
                  <a:pt x="303102" y="372723"/>
                  <a:pt x="302414" y="368598"/>
                </a:cubicBezTo>
                <a:cubicBezTo>
                  <a:pt x="298281" y="354156"/>
                  <a:pt x="293459" y="341090"/>
                  <a:pt x="285192" y="328713"/>
                </a:cubicBezTo>
                <a:cubicBezTo>
                  <a:pt x="275548" y="313583"/>
                  <a:pt x="263148" y="301893"/>
                  <a:pt x="247993" y="292265"/>
                </a:cubicBezTo>
                <a:cubicBezTo>
                  <a:pt x="243860" y="290203"/>
                  <a:pt x="241793" y="286763"/>
                  <a:pt x="241793" y="281950"/>
                </a:cubicBezTo>
                <a:cubicBezTo>
                  <a:pt x="241793" y="273009"/>
                  <a:pt x="241793" y="264758"/>
                  <a:pt x="241793" y="255817"/>
                </a:cubicBezTo>
                <a:cubicBezTo>
                  <a:pt x="241793" y="255130"/>
                  <a:pt x="241793" y="254442"/>
                  <a:pt x="242482" y="253067"/>
                </a:cubicBezTo>
                <a:cubicBezTo>
                  <a:pt x="243860" y="253067"/>
                  <a:pt x="244549" y="253755"/>
                  <a:pt x="245927" y="253755"/>
                </a:cubicBezTo>
                <a:cubicBezTo>
                  <a:pt x="259015" y="258568"/>
                  <a:pt x="270036" y="265445"/>
                  <a:pt x="279681" y="275073"/>
                </a:cubicBezTo>
                <a:cubicBezTo>
                  <a:pt x="292769" y="286763"/>
                  <a:pt x="302414" y="300518"/>
                  <a:pt x="312058" y="315646"/>
                </a:cubicBezTo>
                <a:cubicBezTo>
                  <a:pt x="318258" y="326649"/>
                  <a:pt x="324457" y="338339"/>
                  <a:pt x="329969" y="350030"/>
                </a:cubicBezTo>
                <a:cubicBezTo>
                  <a:pt x="331347" y="353469"/>
                  <a:pt x="333413" y="356220"/>
                  <a:pt x="336857" y="358971"/>
                </a:cubicBezTo>
                <a:cubicBezTo>
                  <a:pt x="340302" y="361721"/>
                  <a:pt x="345124" y="363784"/>
                  <a:pt x="349946" y="362408"/>
                </a:cubicBezTo>
                <a:cubicBezTo>
                  <a:pt x="356834" y="360346"/>
                  <a:pt x="360968" y="356220"/>
                  <a:pt x="362345" y="349343"/>
                </a:cubicBezTo>
                <a:cubicBezTo>
                  <a:pt x="363723" y="343841"/>
                  <a:pt x="363035" y="339028"/>
                  <a:pt x="360968" y="334213"/>
                </a:cubicBezTo>
                <a:cubicBezTo>
                  <a:pt x="358212" y="328024"/>
                  <a:pt x="355456" y="322523"/>
                  <a:pt x="352702" y="316334"/>
                </a:cubicBezTo>
                <a:cubicBezTo>
                  <a:pt x="343057" y="295016"/>
                  <a:pt x="330657" y="275073"/>
                  <a:pt x="314124" y="257881"/>
                </a:cubicBezTo>
                <a:cubicBezTo>
                  <a:pt x="297591" y="241376"/>
                  <a:pt x="278992" y="228999"/>
                  <a:pt x="256949" y="221433"/>
                </a:cubicBezTo>
                <a:cubicBezTo>
                  <a:pt x="252127" y="220058"/>
                  <a:pt x="247305" y="218683"/>
                  <a:pt x="241793" y="217307"/>
                </a:cubicBezTo>
                <a:cubicBezTo>
                  <a:pt x="241793" y="214556"/>
                  <a:pt x="241793" y="211807"/>
                  <a:pt x="241793" y="209056"/>
                </a:cubicBezTo>
                <a:cubicBezTo>
                  <a:pt x="241104" y="204930"/>
                  <a:pt x="240416" y="200115"/>
                  <a:pt x="237660" y="196677"/>
                </a:cubicBezTo>
                <a:cubicBezTo>
                  <a:pt x="230772" y="186362"/>
                  <a:pt x="217683" y="186362"/>
                  <a:pt x="210795" y="196677"/>
                </a:cubicBezTo>
                <a:cubicBezTo>
                  <a:pt x="208039" y="200804"/>
                  <a:pt x="207350" y="205617"/>
                  <a:pt x="207350" y="209743"/>
                </a:cubicBezTo>
                <a:cubicBezTo>
                  <a:pt x="206661" y="212494"/>
                  <a:pt x="206661" y="214556"/>
                  <a:pt x="206661" y="217307"/>
                </a:cubicBezTo>
                <a:cubicBezTo>
                  <a:pt x="205972" y="217995"/>
                  <a:pt x="205283" y="217995"/>
                  <a:pt x="203905" y="217995"/>
                </a:cubicBezTo>
                <a:cubicBezTo>
                  <a:pt x="181861" y="223497"/>
                  <a:pt x="161884" y="233124"/>
                  <a:pt x="144663" y="248253"/>
                </a:cubicBezTo>
                <a:cubicBezTo>
                  <a:pt x="131575" y="259944"/>
                  <a:pt x="120552" y="273698"/>
                  <a:pt x="110908" y="288827"/>
                </a:cubicBezTo>
                <a:cubicBezTo>
                  <a:pt x="101953" y="302580"/>
                  <a:pt x="95065" y="317710"/>
                  <a:pt x="88175" y="332151"/>
                </a:cubicBezTo>
                <a:cubicBezTo>
                  <a:pt x="86798" y="336964"/>
                  <a:pt x="85420" y="341779"/>
                  <a:pt x="86109" y="346592"/>
                </a:cubicBezTo>
                <a:cubicBezTo>
                  <a:pt x="86798" y="354156"/>
                  <a:pt x="89553" y="358971"/>
                  <a:pt x="96441" y="361721"/>
                </a:cubicBezTo>
                <a:cubicBezTo>
                  <a:pt x="103331" y="364472"/>
                  <a:pt x="109530" y="361721"/>
                  <a:pt x="113664" y="356907"/>
                </a:cubicBezTo>
                <a:cubicBezTo>
                  <a:pt x="115730" y="354844"/>
                  <a:pt x="117108" y="352094"/>
                  <a:pt x="118486" y="350030"/>
                </a:cubicBezTo>
                <a:cubicBezTo>
                  <a:pt x="124685" y="339028"/>
                  <a:pt x="130197" y="327337"/>
                  <a:pt x="136397" y="317021"/>
                </a:cubicBezTo>
                <a:cubicBezTo>
                  <a:pt x="145352" y="301205"/>
                  <a:pt x="156374" y="286763"/>
                  <a:pt x="169462" y="274385"/>
                </a:cubicBezTo>
                <a:cubicBezTo>
                  <a:pt x="179106" y="265445"/>
                  <a:pt x="190128" y="258568"/>
                  <a:pt x="202528" y="254442"/>
                </a:cubicBezTo>
                <a:cubicBezTo>
                  <a:pt x="203905" y="253755"/>
                  <a:pt x="205283" y="253067"/>
                  <a:pt x="206661" y="253067"/>
                </a:cubicBezTo>
                <a:close/>
                <a:moveTo>
                  <a:pt x="174285" y="77020"/>
                </a:moveTo>
                <a:cubicBezTo>
                  <a:pt x="173595" y="77707"/>
                  <a:pt x="172217" y="77707"/>
                  <a:pt x="171529" y="78396"/>
                </a:cubicBezTo>
                <a:cubicBezTo>
                  <a:pt x="165329" y="80458"/>
                  <a:pt x="159128" y="81834"/>
                  <a:pt x="152930" y="83897"/>
                </a:cubicBezTo>
                <a:cubicBezTo>
                  <a:pt x="128819" y="92150"/>
                  <a:pt x="106086" y="102465"/>
                  <a:pt x="84731" y="116219"/>
                </a:cubicBezTo>
                <a:cubicBezTo>
                  <a:pt x="75776" y="122408"/>
                  <a:pt x="66820" y="129285"/>
                  <a:pt x="58553" y="137536"/>
                </a:cubicBezTo>
                <a:cubicBezTo>
                  <a:pt x="55799" y="140287"/>
                  <a:pt x="53043" y="143038"/>
                  <a:pt x="51665" y="147164"/>
                </a:cubicBezTo>
                <a:cubicBezTo>
                  <a:pt x="48910" y="154729"/>
                  <a:pt x="52354" y="162980"/>
                  <a:pt x="59931" y="165731"/>
                </a:cubicBezTo>
                <a:cubicBezTo>
                  <a:pt x="64753" y="167795"/>
                  <a:pt x="69576" y="167795"/>
                  <a:pt x="74398" y="166420"/>
                </a:cubicBezTo>
                <a:cubicBezTo>
                  <a:pt x="78532" y="165044"/>
                  <a:pt x="81286" y="162980"/>
                  <a:pt x="84731" y="160918"/>
                </a:cubicBezTo>
                <a:cubicBezTo>
                  <a:pt x="92309" y="155416"/>
                  <a:pt x="100575" y="149228"/>
                  <a:pt x="108842" y="144413"/>
                </a:cubicBezTo>
                <a:cubicBezTo>
                  <a:pt x="128130" y="131347"/>
                  <a:pt x="148796" y="121032"/>
                  <a:pt x="171529" y="113468"/>
                </a:cubicBezTo>
                <a:cubicBezTo>
                  <a:pt x="172217" y="113468"/>
                  <a:pt x="173595" y="112780"/>
                  <a:pt x="174285" y="112780"/>
                </a:cubicBezTo>
                <a:cubicBezTo>
                  <a:pt x="174285" y="125846"/>
                  <a:pt x="174285" y="138911"/>
                  <a:pt x="174285" y="151290"/>
                </a:cubicBezTo>
                <a:cubicBezTo>
                  <a:pt x="173595" y="151978"/>
                  <a:pt x="172907" y="151978"/>
                  <a:pt x="172217" y="152665"/>
                </a:cubicBezTo>
                <a:cubicBezTo>
                  <a:pt x="127441" y="169857"/>
                  <a:pt x="90242" y="198053"/>
                  <a:pt x="61999" y="237250"/>
                </a:cubicBezTo>
                <a:cubicBezTo>
                  <a:pt x="55799" y="245502"/>
                  <a:pt x="50287" y="254442"/>
                  <a:pt x="44776" y="263383"/>
                </a:cubicBezTo>
                <a:cubicBezTo>
                  <a:pt x="42710" y="266134"/>
                  <a:pt x="41332" y="268884"/>
                  <a:pt x="41332" y="271635"/>
                </a:cubicBezTo>
                <a:cubicBezTo>
                  <a:pt x="41332" y="280575"/>
                  <a:pt x="46843" y="288139"/>
                  <a:pt x="55109" y="290203"/>
                </a:cubicBezTo>
                <a:cubicBezTo>
                  <a:pt x="61999" y="292265"/>
                  <a:pt x="67509" y="290203"/>
                  <a:pt x="71642" y="284013"/>
                </a:cubicBezTo>
                <a:cubicBezTo>
                  <a:pt x="73710" y="281262"/>
                  <a:pt x="75776" y="277824"/>
                  <a:pt x="77842" y="275073"/>
                </a:cubicBezTo>
                <a:cubicBezTo>
                  <a:pt x="87486" y="261319"/>
                  <a:pt x="98509" y="248253"/>
                  <a:pt x="110219" y="235875"/>
                </a:cubicBezTo>
                <a:cubicBezTo>
                  <a:pt x="121930" y="223497"/>
                  <a:pt x="134329" y="212494"/>
                  <a:pt x="148107" y="203554"/>
                </a:cubicBezTo>
                <a:cubicBezTo>
                  <a:pt x="163262" y="193926"/>
                  <a:pt x="179795" y="186362"/>
                  <a:pt x="197016" y="181548"/>
                </a:cubicBezTo>
                <a:cubicBezTo>
                  <a:pt x="206661" y="178797"/>
                  <a:pt x="209417" y="173984"/>
                  <a:pt x="209417" y="165044"/>
                </a:cubicBezTo>
                <a:cubicBezTo>
                  <a:pt x="209417" y="129972"/>
                  <a:pt x="209417" y="94901"/>
                  <a:pt x="209417" y="60516"/>
                </a:cubicBezTo>
                <a:cubicBezTo>
                  <a:pt x="209417" y="57766"/>
                  <a:pt x="209417" y="55702"/>
                  <a:pt x="208727" y="53640"/>
                </a:cubicBezTo>
                <a:cubicBezTo>
                  <a:pt x="208727" y="50889"/>
                  <a:pt x="208039" y="47450"/>
                  <a:pt x="205972" y="44699"/>
                </a:cubicBezTo>
                <a:cubicBezTo>
                  <a:pt x="201839" y="37823"/>
                  <a:pt x="192884" y="35072"/>
                  <a:pt x="185306" y="38510"/>
                </a:cubicBezTo>
                <a:cubicBezTo>
                  <a:pt x="179795" y="41948"/>
                  <a:pt x="176351" y="46763"/>
                  <a:pt x="174973" y="52951"/>
                </a:cubicBezTo>
                <a:cubicBezTo>
                  <a:pt x="174973" y="55702"/>
                  <a:pt x="174973" y="58453"/>
                  <a:pt x="174285" y="61891"/>
                </a:cubicBezTo>
                <a:cubicBezTo>
                  <a:pt x="174285" y="66705"/>
                  <a:pt x="174285" y="72207"/>
                  <a:pt x="174285" y="77020"/>
                </a:cubicBezTo>
                <a:close/>
                <a:moveTo>
                  <a:pt x="274170" y="77020"/>
                </a:moveTo>
                <a:cubicBezTo>
                  <a:pt x="274170" y="75645"/>
                  <a:pt x="274170" y="74270"/>
                  <a:pt x="274170" y="72894"/>
                </a:cubicBezTo>
                <a:cubicBezTo>
                  <a:pt x="274170" y="67393"/>
                  <a:pt x="274170" y="61891"/>
                  <a:pt x="274170" y="56391"/>
                </a:cubicBezTo>
                <a:cubicBezTo>
                  <a:pt x="273482" y="52264"/>
                  <a:pt x="272792" y="48138"/>
                  <a:pt x="270036" y="44699"/>
                </a:cubicBezTo>
                <a:cubicBezTo>
                  <a:pt x="265904" y="39197"/>
                  <a:pt x="260393" y="36448"/>
                  <a:pt x="253503" y="37135"/>
                </a:cubicBezTo>
                <a:cubicBezTo>
                  <a:pt x="246615" y="38510"/>
                  <a:pt x="242482" y="42636"/>
                  <a:pt x="240416" y="48825"/>
                </a:cubicBezTo>
                <a:cubicBezTo>
                  <a:pt x="239726" y="51576"/>
                  <a:pt x="239038" y="55015"/>
                  <a:pt x="239038" y="58453"/>
                </a:cubicBezTo>
                <a:cubicBezTo>
                  <a:pt x="239038" y="94212"/>
                  <a:pt x="239038" y="129972"/>
                  <a:pt x="239038" y="166420"/>
                </a:cubicBezTo>
                <a:cubicBezTo>
                  <a:pt x="239038" y="166420"/>
                  <a:pt x="239038" y="167107"/>
                  <a:pt x="239038" y="167107"/>
                </a:cubicBezTo>
                <a:cubicBezTo>
                  <a:pt x="239038" y="172608"/>
                  <a:pt x="241793" y="176734"/>
                  <a:pt x="246615" y="178797"/>
                </a:cubicBezTo>
                <a:cubicBezTo>
                  <a:pt x="248683" y="180172"/>
                  <a:pt x="251437" y="180861"/>
                  <a:pt x="254193" y="181548"/>
                </a:cubicBezTo>
                <a:cubicBezTo>
                  <a:pt x="266592" y="185674"/>
                  <a:pt x="278992" y="190489"/>
                  <a:pt x="290015" y="196677"/>
                </a:cubicBezTo>
                <a:cubicBezTo>
                  <a:pt x="309302" y="206992"/>
                  <a:pt x="325835" y="220746"/>
                  <a:pt x="339613" y="236563"/>
                </a:cubicBezTo>
                <a:cubicBezTo>
                  <a:pt x="353390" y="251004"/>
                  <a:pt x="365101" y="266821"/>
                  <a:pt x="376123" y="283326"/>
                </a:cubicBezTo>
                <a:cubicBezTo>
                  <a:pt x="376812" y="284013"/>
                  <a:pt x="377501" y="285388"/>
                  <a:pt x="378189" y="286076"/>
                </a:cubicBezTo>
                <a:cubicBezTo>
                  <a:pt x="380945" y="289514"/>
                  <a:pt x="384390" y="290890"/>
                  <a:pt x="388522" y="290890"/>
                </a:cubicBezTo>
                <a:cubicBezTo>
                  <a:pt x="402300" y="290890"/>
                  <a:pt x="411944" y="276449"/>
                  <a:pt x="404367" y="264070"/>
                </a:cubicBezTo>
                <a:cubicBezTo>
                  <a:pt x="400233" y="257193"/>
                  <a:pt x="396789" y="251004"/>
                  <a:pt x="391966" y="244127"/>
                </a:cubicBezTo>
                <a:cubicBezTo>
                  <a:pt x="363723" y="203554"/>
                  <a:pt x="326525" y="172608"/>
                  <a:pt x="280370" y="154041"/>
                </a:cubicBezTo>
                <a:cubicBezTo>
                  <a:pt x="278303" y="153354"/>
                  <a:pt x="276236" y="152665"/>
                  <a:pt x="274170" y="151290"/>
                </a:cubicBezTo>
                <a:cubicBezTo>
                  <a:pt x="274170" y="138224"/>
                  <a:pt x="274170" y="125846"/>
                  <a:pt x="274170" y="112780"/>
                </a:cubicBezTo>
                <a:cubicBezTo>
                  <a:pt x="274858" y="112780"/>
                  <a:pt x="274858" y="112780"/>
                  <a:pt x="274858" y="112780"/>
                </a:cubicBezTo>
                <a:cubicBezTo>
                  <a:pt x="276236" y="113468"/>
                  <a:pt x="276926" y="113468"/>
                  <a:pt x="277614" y="113468"/>
                </a:cubicBezTo>
                <a:cubicBezTo>
                  <a:pt x="302414" y="121719"/>
                  <a:pt x="325835" y="134098"/>
                  <a:pt x="347190" y="149228"/>
                </a:cubicBezTo>
                <a:cubicBezTo>
                  <a:pt x="353390" y="153354"/>
                  <a:pt x="359590" y="158167"/>
                  <a:pt x="366479" y="162293"/>
                </a:cubicBezTo>
                <a:cubicBezTo>
                  <a:pt x="371301" y="166420"/>
                  <a:pt x="376812" y="167795"/>
                  <a:pt x="383012" y="167107"/>
                </a:cubicBezTo>
                <a:cubicBezTo>
                  <a:pt x="394722" y="166420"/>
                  <a:pt x="400922" y="155416"/>
                  <a:pt x="396100" y="145101"/>
                </a:cubicBezTo>
                <a:cubicBezTo>
                  <a:pt x="394034" y="141662"/>
                  <a:pt x="391966" y="138911"/>
                  <a:pt x="389900" y="136849"/>
                </a:cubicBezTo>
                <a:cubicBezTo>
                  <a:pt x="378189" y="125158"/>
                  <a:pt x="364413" y="116219"/>
                  <a:pt x="350634" y="107967"/>
                </a:cubicBezTo>
                <a:cubicBezTo>
                  <a:pt x="330657" y="96963"/>
                  <a:pt x="309992" y="88711"/>
                  <a:pt x="287947" y="81834"/>
                </a:cubicBezTo>
                <a:cubicBezTo>
                  <a:pt x="283815" y="79771"/>
                  <a:pt x="278992" y="78396"/>
                  <a:pt x="274170" y="770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AutoShape 55"/>
          <p:cNvSpPr/>
          <p:nvPr/>
        </p:nvSpPr>
        <p:spPr>
          <a:xfrm>
            <a:off x="876300" y="2540000"/>
            <a:ext cx="1778000" cy="7112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4000" b="0" i="0" u="none" strike="noStrike">
                <a:solidFill>
                  <a:srgbClr val="FFFFFF"/>
                </a:solidFill>
                <a:latin typeface="Arial" panose="020B0604020202020204"/>
                <a:ea typeface="Arial" panose="020B0604020202020204"/>
                <a:cs typeface="Arial" panose="020B0604020202020204"/>
                <a:sym typeface="Arial" panose="020B0604020202020204"/>
              </a:rPr>
              <a:t>PART 01</a:t>
            </a:r>
            <a:endParaRPr lang="en-US" sz="1100"/>
          </a:p>
        </p:txBody>
      </p:sp>
      <p:sp>
        <p:nvSpPr>
          <p:cNvPr id="56" name="AutoShape 56"/>
          <p:cNvSpPr/>
          <p:nvPr/>
        </p:nvSpPr>
        <p:spPr>
          <a:xfrm>
            <a:off x="3046730" y="2540000"/>
            <a:ext cx="6985000" cy="1016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spcBef>
                <a:spcPts val="1000"/>
              </a:spcBef>
              <a:defRPr/>
            </a:pPr>
            <a:r>
              <a:rPr lang="en-US" sz="4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策略的基本思想和假设</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思想自由 兼容并包</a:t>
            </a:r>
            <a:endParaRPr lang="en-US" sz="1100"/>
          </a:p>
        </p:txBody>
      </p:sp>
      <p:sp>
        <p:nvSpPr>
          <p:cNvPr id="56" name="AutoShape 56"/>
          <p:cNvSpPr/>
          <p:nvPr/>
        </p:nvSpPr>
        <p:spPr>
          <a:xfrm>
            <a:off x="9004300" y="6388100"/>
            <a:ext cx="2743200" cy="2921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&lt; 01 &gt;</a:t>
            </a:r>
            <a:endParaRPr lang="en-US" sz="1100"/>
          </a:p>
        </p:txBody>
      </p:sp>
      <p:sp>
        <p:nvSpPr>
          <p:cNvPr id="57" name="AutoShape 57"/>
          <p:cNvSpPr/>
          <p:nvPr/>
        </p:nvSpPr>
        <p:spPr>
          <a:xfrm>
            <a:off x="444500" y="241300"/>
            <a:ext cx="9055100" cy="6223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策略核心思想：业绩是股价的核心锚点</a:t>
            </a:r>
            <a:endParaRPr lang="en-US" sz="1100"/>
          </a:p>
        </p:txBody>
      </p:sp>
      <p:sp>
        <p:nvSpPr>
          <p:cNvPr id="58" name="AutoShape 58"/>
          <p:cNvSpPr/>
          <p:nvPr/>
        </p:nvSpPr>
        <p:spPr>
          <a:xfrm>
            <a:off x="431800" y="1143000"/>
            <a:ext cx="5842000" cy="1524000"/>
          </a:xfrm>
          <a:prstGeom prst="roundRect">
            <a:avLst>
              <a:gd name="adj" fmla="val 8333"/>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59" name="AutoShape 59"/>
          <p:cNvSpPr/>
          <p:nvPr/>
        </p:nvSpPr>
        <p:spPr>
          <a:xfrm>
            <a:off x="622300" y="1270000"/>
            <a:ext cx="5461000" cy="1270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价值投资的底层逻辑</a:t>
            </a:r>
            <a:endParaRPr lang="en-US" sz="1100"/>
          </a:p>
          <a:p>
            <a:pPr indent="0" algn="l">
              <a:lnSpc>
                <a:spcPct val="108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在价值投资框架下，股票的内在价值是未来现金流的折现。公司的盈利能力（业绩）是决定未来现金流的最核心因素，因此，业绩是驱动股价长期走势的根本动力。</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0" name="AutoShape 60"/>
          <p:cNvSpPr/>
          <p:nvPr/>
        </p:nvSpPr>
        <p:spPr>
          <a:xfrm>
            <a:off x="431800" y="2921000"/>
            <a:ext cx="5842000" cy="1651000"/>
          </a:xfrm>
          <a:prstGeom prst="roundRect">
            <a:avLst>
              <a:gd name="adj" fmla="val 7692"/>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622300" y="3048000"/>
            <a:ext cx="5461000" cy="139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关键信号：业绩预告超预期</a:t>
            </a:r>
            <a:endParaRPr lang="en-US" sz="1100"/>
          </a:p>
          <a:p>
            <a:pPr indent="0" algn="l">
              <a:lnSpc>
                <a:spcPct val="108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业绩预告是市场评估公司经营状况的高频公开信号。当预告显著高于市场预期时，标志着公司基本面发生积极变化，是市场进行重估的重要契机。</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2" name="AutoShape 62"/>
          <p:cNvSpPr/>
          <p:nvPr/>
        </p:nvSpPr>
        <p:spPr>
          <a:xfrm>
            <a:off x="6604000" y="1143000"/>
            <a:ext cx="4826000" cy="952500"/>
          </a:xfrm>
          <a:prstGeom prst="roundRect">
            <a:avLst>
              <a:gd name="adj" fmla="val 13333"/>
            </a:avLst>
          </a:prstGeom>
          <a:solidFill>
            <a:srgbClr val="FFFFFF">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63" name="AutoShape 63"/>
          <p:cNvSpPr/>
          <p:nvPr/>
        </p:nvSpPr>
        <p:spPr>
          <a:xfrm>
            <a:off x="6731000" y="1295400"/>
            <a:ext cx="635000" cy="635000"/>
          </a:xfrm>
          <a:prstGeom prst="ellipse">
            <a:avLst/>
          </a:prstGeom>
          <a:solidFill>
            <a:srgbClr val="9A000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4" name="Picture 6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58000" y="1422400"/>
            <a:ext cx="381000" cy="381000"/>
          </a:xfrm>
          <a:prstGeom prst="rect">
            <a:avLst/>
          </a:prstGeom>
        </p:spPr>
      </p:pic>
      <p:sp>
        <p:nvSpPr>
          <p:cNvPr id="65" name="AutoShape 65"/>
          <p:cNvSpPr/>
          <p:nvPr/>
        </p:nvSpPr>
        <p:spPr>
          <a:xfrm>
            <a:off x="7493000" y="1270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基本面发生积极变化</a:t>
            </a:r>
            <a:endParaRPr lang="en-US" sz="1100"/>
          </a:p>
          <a:p>
            <a:pPr indent="0" algn="l">
              <a:lnSpc>
                <a:spcPct val="125000"/>
              </a:lnSpc>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源于新产品成功、份额扩大或行业景气度提升，盈利确定性增强。</a:t>
            </a:r>
            <a:endPar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6" name="AutoShape 66"/>
          <p:cNvSpPr/>
          <p:nvPr/>
        </p:nvSpPr>
        <p:spPr>
          <a:xfrm>
            <a:off x="6604000" y="2286000"/>
            <a:ext cx="4826000" cy="952500"/>
          </a:xfrm>
          <a:prstGeom prst="roundRect">
            <a:avLst>
              <a:gd name="adj" fmla="val 13333"/>
            </a:avLst>
          </a:prstGeom>
          <a:solidFill>
            <a:srgbClr val="FFFFFF">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67" name="AutoShape 67"/>
          <p:cNvSpPr/>
          <p:nvPr/>
        </p:nvSpPr>
        <p:spPr>
          <a:xfrm>
            <a:off x="6731000" y="2438400"/>
            <a:ext cx="635000" cy="635000"/>
          </a:xfrm>
          <a:prstGeom prst="ellipse">
            <a:avLst/>
          </a:prstGeom>
          <a:solidFill>
            <a:srgbClr val="9A000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8" name="Picture 6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0" y="2565400"/>
            <a:ext cx="381000" cy="381000"/>
          </a:xfrm>
          <a:prstGeom prst="rect">
            <a:avLst/>
          </a:prstGeom>
        </p:spPr>
      </p:pic>
      <p:sp>
        <p:nvSpPr>
          <p:cNvPr id="69" name="AutoShape 69"/>
          <p:cNvSpPr/>
          <p:nvPr/>
        </p:nvSpPr>
        <p:spPr>
          <a:xfrm>
            <a:off x="7493000" y="2413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市场预期亟需重估</a:t>
            </a:r>
            <a:endParaRPr lang="en-US" sz="1100"/>
          </a:p>
          <a:p>
            <a:pPr indent="0" algn="l">
              <a:lnSpc>
                <a:spcPct val="125000"/>
              </a:lnSpc>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原有估值模型失效，股价存在向上修正的强烈需求，打开上涨空间。</a:t>
            </a:r>
            <a:endPar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0" name="AutoShape 70"/>
          <p:cNvSpPr/>
          <p:nvPr/>
        </p:nvSpPr>
        <p:spPr>
          <a:xfrm>
            <a:off x="6604000" y="3429000"/>
            <a:ext cx="4826000" cy="952500"/>
          </a:xfrm>
          <a:prstGeom prst="roundRect">
            <a:avLst>
              <a:gd name="adj" fmla="val 13333"/>
            </a:avLst>
          </a:prstGeom>
          <a:solidFill>
            <a:srgbClr val="FFFFFF">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71" name="AutoShape 71"/>
          <p:cNvSpPr/>
          <p:nvPr/>
        </p:nvSpPr>
        <p:spPr>
          <a:xfrm>
            <a:off x="6731000" y="3581400"/>
            <a:ext cx="635000" cy="635000"/>
          </a:xfrm>
          <a:prstGeom prst="ellipse">
            <a:avLst/>
          </a:prstGeom>
          <a:solidFill>
            <a:srgbClr val="9A000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72" name="Picture 7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0" y="3708400"/>
            <a:ext cx="381000" cy="381000"/>
          </a:xfrm>
          <a:prstGeom prst="rect">
            <a:avLst/>
          </a:prstGeom>
        </p:spPr>
      </p:pic>
      <p:sp>
        <p:nvSpPr>
          <p:cNvPr id="73" name="AutoShape 73"/>
          <p:cNvSpPr/>
          <p:nvPr/>
        </p:nvSpPr>
        <p:spPr>
          <a:xfrm>
            <a:off x="7493000" y="3556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吸引增量资金关注</a:t>
            </a:r>
            <a:endParaRPr lang="en-US" sz="1100"/>
          </a:p>
          <a:p>
            <a:pPr indent="0" algn="l">
              <a:lnSpc>
                <a:spcPct val="125000"/>
              </a:lnSpc>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亮眼业绩形成买入共识，吸引机构与散户资金入场，推动股价上涨。</a:t>
            </a:r>
            <a:endPar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4" name="AutoShape 74"/>
          <p:cNvSpPr/>
          <p:nvPr/>
        </p:nvSpPr>
        <p:spPr>
          <a:xfrm>
            <a:off x="431800" y="4826000"/>
            <a:ext cx="11328400" cy="1143000"/>
          </a:xfrm>
          <a:prstGeom prst="roundRect">
            <a:avLst>
              <a:gd name="adj" fmla="val 11111"/>
            </a:avLst>
          </a:prstGeom>
          <a:solidFill>
            <a:srgbClr val="9A0001">
              <a:alpha val="5000"/>
            </a:srgbClr>
          </a:solidFill>
          <a:ln w="12700" cap="flat" cmpd="sng">
            <a:solidFill>
              <a:srgbClr val="9A0001">
                <a:alpha val="20000"/>
              </a:srgbClr>
            </a:solidFill>
            <a:prstDash val="solid"/>
            <a:round/>
          </a:ln>
        </p:spPr>
        <p:txBody>
          <a:bodyPr vert="horz" wrap="square" lIns="63500" tIns="63500" rIns="63500" bIns="63500" rtlCol="0" anchor="ctr"/>
          <a:lstStyle/>
          <a:p>
            <a:pPr algn="ctr">
              <a:defRPr/>
            </a:pPr>
          </a:p>
        </p:txBody>
      </p:sp>
      <p:sp>
        <p:nvSpPr>
          <p:cNvPr id="75" name="AutoShape 75"/>
          <p:cNvSpPr/>
          <p:nvPr/>
        </p:nvSpPr>
        <p:spPr>
          <a:xfrm>
            <a:off x="635000" y="4953000"/>
            <a:ext cx="10922000" cy="889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5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策略本质：</a:t>
            </a: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基于“业绩预告超预期”事件构建量化策略，系统性捕捉市场对公司基本面积极变化的反应，从而持续获取稳定的超额收益（Alpha）。</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190500"/>
            <a:ext cx="10160000" cy="635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理论基础：有效市场假说 vs. 行为金融学</a:t>
            </a:r>
            <a:endParaRPr lang="en-US" sz="1100"/>
          </a:p>
        </p:txBody>
      </p:sp>
      <p:sp>
        <p:nvSpPr>
          <p:cNvPr id="56" name="AutoShape 56"/>
          <p:cNvSpPr/>
          <p:nvPr/>
        </p:nvSpPr>
        <p:spPr>
          <a:xfrm>
            <a:off x="444500" y="1397000"/>
            <a:ext cx="5461000" cy="3556000"/>
          </a:xfrm>
          <a:prstGeom prst="roundRect">
            <a:avLst>
              <a:gd name="adj" fmla="val 3571"/>
            </a:avLst>
          </a:prstGeom>
          <a:solidFill>
            <a:srgbClr val="F9F9F9">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635000" y="15875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有效市场假说 (EMH)</a:t>
            </a:r>
            <a:endParaRPr lang="en-US" sz="1100"/>
          </a:p>
        </p:txBody>
      </p:sp>
      <p:sp>
        <p:nvSpPr>
          <p:cNvPr id="58" name="AutoShape 58"/>
          <p:cNvSpPr/>
          <p:nvPr/>
        </p:nvSpPr>
        <p:spPr>
          <a:xfrm>
            <a:off x="635000" y="2095500"/>
            <a:ext cx="5080000" cy="241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核心假设：</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若市场是完美的半强式有效，业绩预告公布后股价会瞬间调整到位，策略将无法获利。</a:t>
            </a:r>
            <a:endParaRPr lang="en-US" sz="1100"/>
          </a:p>
          <a:p>
            <a:pPr indent="0" algn="l">
              <a:lnSpc>
                <a:spcPct val="117000"/>
              </a:lnSpc>
            </a:pPr>
            <a:r>
              <a:rPr lang="en-US" sz="1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策略立足点：</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基于对“半强式有效市场”不完全性的判断。市场并非总能立即、完全地消化所有公开信息，这为策略提供了获利空间。</a:t>
            </a:r>
            <a:endPar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9" name="AutoShape 59"/>
          <p:cNvSpPr/>
          <p:nvPr/>
        </p:nvSpPr>
        <p:spPr>
          <a:xfrm>
            <a:off x="6159500" y="1397000"/>
            <a:ext cx="5461000" cy="3556000"/>
          </a:xfrm>
          <a:prstGeom prst="roundRect">
            <a:avLst>
              <a:gd name="adj" fmla="val 3571"/>
            </a:avLst>
          </a:prstGeom>
          <a:solidFill>
            <a:srgbClr val="F9F9F9">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60" name="AutoShape 60"/>
          <p:cNvSpPr/>
          <p:nvPr/>
        </p:nvSpPr>
        <p:spPr>
          <a:xfrm>
            <a:off x="6350000" y="15875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行为金融学 (Behavioral Finance)</a:t>
            </a:r>
            <a:endParaRPr lang="en-US" sz="1100"/>
          </a:p>
        </p:txBody>
      </p:sp>
      <p:sp>
        <p:nvSpPr>
          <p:cNvPr id="61" name="AutoShape 61"/>
          <p:cNvSpPr/>
          <p:nvPr/>
        </p:nvSpPr>
        <p:spPr>
          <a:xfrm>
            <a:off x="6350000" y="2095500"/>
            <a:ext cx="5080000" cy="241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1. 反应不足 (Underreaction)：</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投资者因过度自信、锚定效应或注意力有限，对新利好信息反应迟缓。这种滞后为策略提供了宝贵的建仓窗口。</a:t>
            </a:r>
            <a:endParaRPr lang="en-US" sz="1100"/>
          </a:p>
          <a:p>
            <a:pPr indent="0" algn="l">
              <a:lnSpc>
                <a:spcPct val="117000"/>
              </a:lnSpc>
            </a:pP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2. 羊群效应 (Herd Behavior)：</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一旦部分投资者开始买入，极易引发跟风效应，推动股价持续上涨，形成趋势性行情。</a:t>
            </a:r>
            <a:endPar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2" name="AutoShape 62"/>
          <p:cNvSpPr/>
          <p:nvPr/>
        </p:nvSpPr>
        <p:spPr>
          <a:xfrm>
            <a:off x="444500" y="5080000"/>
            <a:ext cx="11176000" cy="1143000"/>
          </a:xfrm>
          <a:prstGeom prst="roundRect">
            <a:avLst>
              <a:gd name="adj" fmla="val 11111"/>
            </a:avLst>
          </a:prstGeom>
          <a:solidFill>
            <a:srgbClr val="EBEB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3" name="AutoShape 63"/>
          <p:cNvSpPr/>
          <p:nvPr/>
        </p:nvSpPr>
        <p:spPr>
          <a:xfrm>
            <a:off x="635000" y="5207000"/>
            <a:ext cx="10795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策略总结：</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市场在处理“业绩预告超预期”信息时，存在从反应不足到逐步修正的过程。通过量化手段系统性地捕捉这一动态过程，能够在市场完全消化信息前介入，从而获得稳定的超额收益。</a:t>
            </a:r>
            <a:endParaRPr lang="en-US" sz="1100"/>
          </a:p>
        </p:txBody>
      </p:sp>
      <p:sp>
        <p:nvSpPr>
          <p:cNvPr id="64" name="AutoShape 64"/>
          <p:cNvSpPr/>
          <p:nvPr/>
        </p:nvSpPr>
        <p:spPr>
          <a:xfrm>
            <a:off x="444500" y="6388100"/>
            <a:ext cx="19050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65" name="AutoShape 65"/>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策略的三大核心假设</a:t>
            </a:r>
            <a:endParaRPr lang="en-US" sz="1100"/>
          </a:p>
        </p:txBody>
      </p:sp>
      <p:sp>
        <p:nvSpPr>
          <p:cNvPr id="56" name="AutoShape 56"/>
          <p:cNvSpPr/>
          <p:nvPr/>
        </p:nvSpPr>
        <p:spPr>
          <a:xfrm>
            <a:off x="444500" y="1270000"/>
            <a:ext cx="3556000" cy="4699000"/>
          </a:xfrm>
          <a:prstGeom prst="roundRect">
            <a:avLst>
              <a:gd name="adj" fmla="val 4285"/>
            </a:avLst>
          </a:prstGeom>
          <a:solidFill>
            <a:srgbClr val="F9FAFB">
              <a:alpha val="100000"/>
            </a:srgbClr>
          </a:solidFill>
          <a:ln w="12700" cap="flat" cmpd="sng">
            <a:solidFill>
              <a:srgbClr val="E6E6E6">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57" name="AutoShape 57"/>
          <p:cNvSpPr/>
          <p:nvPr/>
        </p:nvSpPr>
        <p:spPr>
          <a:xfrm>
            <a:off x="444500" y="1270000"/>
            <a:ext cx="3556000" cy="762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8" name="AutoShape 58"/>
          <p:cNvSpPr/>
          <p:nvPr/>
        </p:nvSpPr>
        <p:spPr>
          <a:xfrm>
            <a:off x="635000" y="1587500"/>
            <a:ext cx="88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E6E6E6"/>
                </a:solidFill>
                <a:latin typeface="Arial" panose="020B0604020202020204"/>
                <a:ea typeface="Arial" panose="020B0604020202020204"/>
                <a:cs typeface="Arial" panose="020B0604020202020204"/>
                <a:sym typeface="Arial" panose="020B0604020202020204"/>
              </a:rPr>
              <a:t>01</a:t>
            </a:r>
            <a:endParaRPr lang="en-US" sz="1100"/>
          </a:p>
        </p:txBody>
      </p:sp>
      <p:sp>
        <p:nvSpPr>
          <p:cNvPr id="59" name="AutoShape 59"/>
          <p:cNvSpPr/>
          <p:nvPr/>
        </p:nvSpPr>
        <p:spPr>
          <a:xfrm>
            <a:off x="1651000" y="17780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信息有效性</a:t>
            </a:r>
            <a:endParaRPr lang="en-US" sz="1100"/>
          </a:p>
        </p:txBody>
      </p:sp>
      <p:sp>
        <p:nvSpPr>
          <p:cNvPr id="60" name="AutoShape 60"/>
          <p:cNvSpPr/>
          <p:nvPr/>
        </p:nvSpPr>
        <p:spPr>
          <a:xfrm>
            <a:off x="635000" y="2540000"/>
            <a:ext cx="3175000" cy="1397000"/>
          </a:xfrm>
          <a:prstGeom prst="roundRect">
            <a:avLst>
              <a:gd name="adj" fmla="val 7272"/>
            </a:avLst>
          </a:prstGeom>
          <a:solidFill>
            <a:srgbClr val="FFFFFF">
              <a:alpha val="100000"/>
            </a:srgbClr>
          </a:solidFill>
          <a:ln w="12700" cap="flat" cmpd="sng">
            <a:solidFill>
              <a:srgbClr val="F0F0F0">
                <a:alpha val="10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762000" y="2667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a:t>
            </a:r>
            <a:endParaRPr lang="en-US" sz="1100"/>
          </a:p>
        </p:txBody>
      </p:sp>
      <p:sp>
        <p:nvSpPr>
          <p:cNvPr id="62" name="AutoShape 62"/>
          <p:cNvSpPr/>
          <p:nvPr/>
        </p:nvSpPr>
        <p:spPr>
          <a:xfrm>
            <a:off x="762000" y="3048000"/>
            <a:ext cx="2921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假设业绩预告中披露的“净利润同比大幅增长”是公司基本面真实改善的信号，而非一次性收益或会计操纵。</a:t>
            </a:r>
            <a:endParaRPr lang="en-US" sz="1100"/>
          </a:p>
        </p:txBody>
      </p:sp>
      <p:sp>
        <p:nvSpPr>
          <p:cNvPr id="63" name="AutoShape 63"/>
          <p:cNvSpPr/>
          <p:nvPr/>
        </p:nvSpPr>
        <p:spPr>
          <a:xfrm>
            <a:off x="635000" y="4191000"/>
            <a:ext cx="3175000" cy="1143000"/>
          </a:xfrm>
          <a:prstGeom prst="roundRect">
            <a:avLst>
              <a:gd name="adj" fmla="val 8888"/>
            </a:avLst>
          </a:prstGeom>
          <a:solidFill>
            <a:srgbClr val="FF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4" name="AutoShape 64"/>
          <p:cNvSpPr/>
          <p:nvPr/>
        </p:nvSpPr>
        <p:spPr>
          <a:xfrm>
            <a:off x="762000" y="4318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B4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▍策略意义</a:t>
            </a:r>
            <a:endParaRPr lang="en-US" sz="1100"/>
          </a:p>
        </p:txBody>
      </p:sp>
      <p:sp>
        <p:nvSpPr>
          <p:cNvPr id="65" name="AutoShape 65"/>
          <p:cNvSpPr/>
          <p:nvPr/>
        </p:nvSpPr>
        <p:spPr>
          <a:xfrm>
            <a:off x="762000" y="4699000"/>
            <a:ext cx="2921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64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这是策略盈利的根本前提，确保我们捕捉的是真实的价值增长机会。</a:t>
            </a:r>
            <a:endParaRPr lang="en-US" sz="1100"/>
          </a:p>
        </p:txBody>
      </p:sp>
      <p:sp>
        <p:nvSpPr>
          <p:cNvPr id="66" name="AutoShape 66"/>
          <p:cNvSpPr/>
          <p:nvPr/>
        </p:nvSpPr>
        <p:spPr>
          <a:xfrm>
            <a:off x="4254500" y="1270000"/>
            <a:ext cx="3556000" cy="4699000"/>
          </a:xfrm>
          <a:prstGeom prst="roundRect">
            <a:avLst>
              <a:gd name="adj" fmla="val 4285"/>
            </a:avLst>
          </a:prstGeom>
          <a:solidFill>
            <a:srgbClr val="F9FAFB">
              <a:alpha val="100000"/>
            </a:srgbClr>
          </a:solidFill>
          <a:ln w="12700" cap="flat" cmpd="sng">
            <a:solidFill>
              <a:srgbClr val="E6E6E6">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67" name="AutoShape 67"/>
          <p:cNvSpPr/>
          <p:nvPr/>
        </p:nvSpPr>
        <p:spPr>
          <a:xfrm>
            <a:off x="4254500" y="1270000"/>
            <a:ext cx="3556000" cy="762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8" name="AutoShape 68"/>
          <p:cNvSpPr/>
          <p:nvPr/>
        </p:nvSpPr>
        <p:spPr>
          <a:xfrm>
            <a:off x="4445000" y="1587500"/>
            <a:ext cx="88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E6E6E6"/>
                </a:solidFill>
                <a:latin typeface="Arial" panose="020B0604020202020204"/>
                <a:ea typeface="Arial" panose="020B0604020202020204"/>
                <a:cs typeface="Arial" panose="020B0604020202020204"/>
                <a:sym typeface="Arial" panose="020B0604020202020204"/>
              </a:rPr>
              <a:t>02</a:t>
            </a:r>
            <a:endParaRPr lang="en-US" sz="1100"/>
          </a:p>
        </p:txBody>
      </p:sp>
      <p:sp>
        <p:nvSpPr>
          <p:cNvPr id="69" name="AutoShape 69"/>
          <p:cNvSpPr/>
          <p:nvPr/>
        </p:nvSpPr>
        <p:spPr>
          <a:xfrm>
            <a:off x="5461000" y="17780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反应滞后性</a:t>
            </a:r>
            <a:endParaRPr lang="en-US" sz="1100"/>
          </a:p>
        </p:txBody>
      </p:sp>
      <p:sp>
        <p:nvSpPr>
          <p:cNvPr id="70" name="AutoShape 70"/>
          <p:cNvSpPr/>
          <p:nvPr/>
        </p:nvSpPr>
        <p:spPr>
          <a:xfrm>
            <a:off x="4445000" y="2540000"/>
            <a:ext cx="3175000" cy="1397000"/>
          </a:xfrm>
          <a:prstGeom prst="roundRect">
            <a:avLst>
              <a:gd name="adj" fmla="val 7272"/>
            </a:avLst>
          </a:prstGeom>
          <a:solidFill>
            <a:srgbClr val="FFFFFF">
              <a:alpha val="100000"/>
            </a:srgbClr>
          </a:solidFill>
          <a:ln w="12700" cap="flat" cmpd="sng">
            <a:solidFill>
              <a:srgbClr val="F0F0F0">
                <a:alpha val="100000"/>
              </a:srgbClr>
            </a:solidFill>
            <a:prstDash val="solid"/>
            <a:round/>
          </a:ln>
        </p:spPr>
        <p:txBody>
          <a:bodyPr vert="horz" wrap="square" lIns="63500" tIns="63500" rIns="63500" bIns="63500" rtlCol="0" anchor="ctr"/>
          <a:lstStyle/>
          <a:p>
            <a:pPr algn="ctr">
              <a:defRPr/>
            </a:pPr>
          </a:p>
        </p:txBody>
      </p:sp>
      <p:sp>
        <p:nvSpPr>
          <p:cNvPr id="71" name="AutoShape 71"/>
          <p:cNvSpPr/>
          <p:nvPr/>
        </p:nvSpPr>
        <p:spPr>
          <a:xfrm>
            <a:off x="4572000" y="2667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a:t>
            </a:r>
            <a:endParaRPr lang="en-US" sz="1100"/>
          </a:p>
        </p:txBody>
      </p:sp>
      <p:sp>
        <p:nvSpPr>
          <p:cNvPr id="72" name="AutoShape 72"/>
          <p:cNvSpPr/>
          <p:nvPr/>
        </p:nvSpPr>
        <p:spPr>
          <a:xfrm>
            <a:off x="4572000" y="3048000"/>
            <a:ext cx="2921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假设市场对“业绩预告超预期”这一利好信息的反应不是瞬时完成的，而是存在持续数天甚至数周的价格调整过程。</a:t>
            </a:r>
            <a:endParaRPr lang="en-US" sz="1100"/>
          </a:p>
        </p:txBody>
      </p:sp>
      <p:sp>
        <p:nvSpPr>
          <p:cNvPr id="73" name="AutoShape 73"/>
          <p:cNvSpPr/>
          <p:nvPr/>
        </p:nvSpPr>
        <p:spPr>
          <a:xfrm>
            <a:off x="4445000" y="4191000"/>
            <a:ext cx="3175000" cy="1143000"/>
          </a:xfrm>
          <a:prstGeom prst="roundRect">
            <a:avLst>
              <a:gd name="adj" fmla="val 8888"/>
            </a:avLst>
          </a:prstGeom>
          <a:solidFill>
            <a:srgbClr val="FF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4" name="AutoShape 74"/>
          <p:cNvSpPr/>
          <p:nvPr/>
        </p:nvSpPr>
        <p:spPr>
          <a:xfrm>
            <a:off x="4572000" y="4318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B4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▍策略意义</a:t>
            </a:r>
            <a:endParaRPr lang="en-US" sz="1100"/>
          </a:p>
        </p:txBody>
      </p:sp>
      <p:sp>
        <p:nvSpPr>
          <p:cNvPr id="75" name="AutoShape 75"/>
          <p:cNvSpPr/>
          <p:nvPr/>
        </p:nvSpPr>
        <p:spPr>
          <a:xfrm>
            <a:off x="4572000" y="4699000"/>
            <a:ext cx="2921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64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这为策略提供了明确的操作窗口，让我们有充足的时间进行买入和持有操作。</a:t>
            </a:r>
            <a:endParaRPr lang="en-US" sz="1100"/>
          </a:p>
        </p:txBody>
      </p:sp>
      <p:sp>
        <p:nvSpPr>
          <p:cNvPr id="76" name="AutoShape 76"/>
          <p:cNvSpPr/>
          <p:nvPr/>
        </p:nvSpPr>
        <p:spPr>
          <a:xfrm>
            <a:off x="8064500" y="1270000"/>
            <a:ext cx="3556000" cy="4699000"/>
          </a:xfrm>
          <a:prstGeom prst="roundRect">
            <a:avLst>
              <a:gd name="adj" fmla="val 4285"/>
            </a:avLst>
          </a:prstGeom>
          <a:solidFill>
            <a:srgbClr val="F9FAFB">
              <a:alpha val="100000"/>
            </a:srgbClr>
          </a:solidFill>
          <a:ln w="12700" cap="flat" cmpd="sng">
            <a:solidFill>
              <a:srgbClr val="E6E6E6">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77" name="AutoShape 77"/>
          <p:cNvSpPr/>
          <p:nvPr/>
        </p:nvSpPr>
        <p:spPr>
          <a:xfrm>
            <a:off x="8064500" y="1270000"/>
            <a:ext cx="3556000" cy="762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78" name="AutoShape 78"/>
          <p:cNvSpPr/>
          <p:nvPr/>
        </p:nvSpPr>
        <p:spPr>
          <a:xfrm>
            <a:off x="8255000" y="1587500"/>
            <a:ext cx="88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E6E6E6"/>
                </a:solidFill>
                <a:latin typeface="Arial" panose="020B0604020202020204"/>
                <a:ea typeface="Arial" panose="020B0604020202020204"/>
                <a:cs typeface="Arial" panose="020B0604020202020204"/>
                <a:sym typeface="Arial" panose="020B0604020202020204"/>
              </a:rPr>
              <a:t>03</a:t>
            </a:r>
            <a:endParaRPr lang="en-US" sz="1100"/>
          </a:p>
        </p:txBody>
      </p:sp>
      <p:sp>
        <p:nvSpPr>
          <p:cNvPr id="79" name="AutoShape 79"/>
          <p:cNvSpPr/>
          <p:nvPr/>
        </p:nvSpPr>
        <p:spPr>
          <a:xfrm>
            <a:off x="9271000" y="17780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分散化风控</a:t>
            </a:r>
            <a:endParaRPr lang="en-US" sz="1100"/>
          </a:p>
        </p:txBody>
      </p:sp>
      <p:sp>
        <p:nvSpPr>
          <p:cNvPr id="80" name="AutoShape 80"/>
          <p:cNvSpPr/>
          <p:nvPr/>
        </p:nvSpPr>
        <p:spPr>
          <a:xfrm>
            <a:off x="8255000" y="2540000"/>
            <a:ext cx="3175000" cy="1397000"/>
          </a:xfrm>
          <a:prstGeom prst="roundRect">
            <a:avLst>
              <a:gd name="adj" fmla="val 7272"/>
            </a:avLst>
          </a:prstGeom>
          <a:solidFill>
            <a:srgbClr val="FFFFFF">
              <a:alpha val="100000"/>
            </a:srgbClr>
          </a:solidFill>
          <a:ln w="12700" cap="flat" cmpd="sng">
            <a:solidFill>
              <a:srgbClr val="F0F0F0">
                <a:alpha val="100000"/>
              </a:srgbClr>
            </a:solidFill>
            <a:prstDash val="solid"/>
            <a:round/>
          </a:ln>
        </p:spPr>
        <p:txBody>
          <a:bodyPr vert="horz" wrap="square" lIns="63500" tIns="63500" rIns="63500" bIns="63500" rtlCol="0" anchor="ctr"/>
          <a:lstStyle/>
          <a:p>
            <a:pPr algn="ctr">
              <a:defRPr/>
            </a:pPr>
          </a:p>
        </p:txBody>
      </p:sp>
      <p:sp>
        <p:nvSpPr>
          <p:cNvPr id="81" name="AutoShape 81"/>
          <p:cNvSpPr/>
          <p:nvPr/>
        </p:nvSpPr>
        <p:spPr>
          <a:xfrm>
            <a:off x="8382000" y="2667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a:t>
            </a:r>
            <a:endParaRPr lang="en-US" sz="1100"/>
          </a:p>
        </p:txBody>
      </p:sp>
      <p:sp>
        <p:nvSpPr>
          <p:cNvPr id="82" name="AutoShape 82"/>
          <p:cNvSpPr/>
          <p:nvPr/>
        </p:nvSpPr>
        <p:spPr>
          <a:xfrm>
            <a:off x="8382000" y="3048000"/>
            <a:ext cx="2921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假设通过构建一个包含多只此类股票的投资组合，可以有效分散单只股票的非系统性风险，平滑收益曲线。</a:t>
            </a:r>
            <a:endParaRPr lang="en-US" sz="1100"/>
          </a:p>
        </p:txBody>
      </p:sp>
      <p:sp>
        <p:nvSpPr>
          <p:cNvPr id="83" name="AutoShape 83"/>
          <p:cNvSpPr/>
          <p:nvPr/>
        </p:nvSpPr>
        <p:spPr>
          <a:xfrm>
            <a:off x="8255000" y="4191000"/>
            <a:ext cx="3175000" cy="1143000"/>
          </a:xfrm>
          <a:prstGeom prst="roundRect">
            <a:avLst>
              <a:gd name="adj" fmla="val 8888"/>
            </a:avLst>
          </a:prstGeom>
          <a:solidFill>
            <a:srgbClr val="FF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4" name="AutoShape 84"/>
          <p:cNvSpPr/>
          <p:nvPr/>
        </p:nvSpPr>
        <p:spPr>
          <a:xfrm>
            <a:off x="8382000" y="4318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B4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▍策略意义</a:t>
            </a:r>
            <a:endParaRPr lang="en-US" sz="1100"/>
          </a:p>
        </p:txBody>
      </p:sp>
      <p:sp>
        <p:nvSpPr>
          <p:cNvPr id="85" name="AutoShape 85"/>
          <p:cNvSpPr/>
          <p:nvPr/>
        </p:nvSpPr>
        <p:spPr>
          <a:xfrm>
            <a:off x="8382000" y="4699000"/>
            <a:ext cx="2921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64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避免将所有赌注押在单一事件上，增强策略的抗风险能力和稳健性。</a:t>
            </a:r>
            <a:endParaRPr lang="en-US" sz="1100"/>
          </a:p>
        </p:txBody>
      </p:sp>
      <p:sp>
        <p:nvSpPr>
          <p:cNvPr id="86" name="AutoShape 86"/>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87" name="AutoShape 8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03 &gt;</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765300"/>
            <a:ext cx="12192000" cy="33274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2717800" y="1143000"/>
            <a:ext cx="96009" cy="102806"/>
          </a:xfrm>
          <a:custGeom>
            <a:avLst/>
            <a:gdLst/>
            <a:ahLst/>
            <a:cxnLst/>
            <a:rect l="l" t="t" r="r" b="b"/>
            <a:pathLst>
              <a:path w="96009" h="102806">
                <a:moveTo>
                  <a:pt x="25704" y="53671"/>
                </a:moveTo>
                <a:cubicBezTo>
                  <a:pt x="25704" y="56695"/>
                  <a:pt x="25704" y="58962"/>
                  <a:pt x="25704" y="61231"/>
                </a:cubicBezTo>
                <a:cubicBezTo>
                  <a:pt x="25704" y="69546"/>
                  <a:pt x="25704" y="77861"/>
                  <a:pt x="25704" y="86176"/>
                </a:cubicBezTo>
                <a:cubicBezTo>
                  <a:pt x="25704" y="88444"/>
                  <a:pt x="25704" y="89957"/>
                  <a:pt x="26459" y="92224"/>
                </a:cubicBezTo>
                <a:cubicBezTo>
                  <a:pt x="26459" y="94492"/>
                  <a:pt x="27972" y="96003"/>
                  <a:pt x="30240" y="96003"/>
                </a:cubicBezTo>
                <a:cubicBezTo>
                  <a:pt x="32507" y="96003"/>
                  <a:pt x="34775" y="96760"/>
                  <a:pt x="37043" y="96760"/>
                </a:cubicBezTo>
                <a:cubicBezTo>
                  <a:pt x="37043" y="98271"/>
                  <a:pt x="37043" y="100540"/>
                  <a:pt x="37043" y="102051"/>
                </a:cubicBezTo>
                <a:cubicBezTo>
                  <a:pt x="24948" y="102051"/>
                  <a:pt x="12851" y="102051"/>
                  <a:pt x="756" y="102051"/>
                </a:cubicBezTo>
                <a:cubicBezTo>
                  <a:pt x="0" y="101295"/>
                  <a:pt x="0" y="100540"/>
                  <a:pt x="0" y="99783"/>
                </a:cubicBezTo>
                <a:cubicBezTo>
                  <a:pt x="0" y="99027"/>
                  <a:pt x="0" y="98271"/>
                  <a:pt x="0" y="96760"/>
                </a:cubicBezTo>
                <a:cubicBezTo>
                  <a:pt x="2268" y="96760"/>
                  <a:pt x="4536" y="96760"/>
                  <a:pt x="6803" y="96003"/>
                </a:cubicBezTo>
                <a:cubicBezTo>
                  <a:pt x="10584" y="95247"/>
                  <a:pt x="11340" y="94492"/>
                  <a:pt x="12095" y="90712"/>
                </a:cubicBezTo>
                <a:cubicBezTo>
                  <a:pt x="12095" y="88444"/>
                  <a:pt x="12851" y="86176"/>
                  <a:pt x="12851" y="83909"/>
                </a:cubicBezTo>
                <a:cubicBezTo>
                  <a:pt x="12851" y="61231"/>
                  <a:pt x="12851" y="39309"/>
                  <a:pt x="12851" y="16631"/>
                </a:cubicBezTo>
                <a:cubicBezTo>
                  <a:pt x="12851" y="15118"/>
                  <a:pt x="12095" y="12851"/>
                  <a:pt x="12095" y="11339"/>
                </a:cubicBezTo>
                <a:cubicBezTo>
                  <a:pt x="11340" y="8315"/>
                  <a:pt x="9827" y="6803"/>
                  <a:pt x="6803" y="6803"/>
                </a:cubicBezTo>
                <a:cubicBezTo>
                  <a:pt x="4536" y="6048"/>
                  <a:pt x="2268" y="6048"/>
                  <a:pt x="0" y="6048"/>
                </a:cubicBezTo>
                <a:cubicBezTo>
                  <a:pt x="0" y="3780"/>
                  <a:pt x="0" y="2268"/>
                  <a:pt x="0" y="756"/>
                </a:cubicBezTo>
                <a:cubicBezTo>
                  <a:pt x="1513" y="756"/>
                  <a:pt x="2268" y="0"/>
                  <a:pt x="3024" y="0"/>
                </a:cubicBezTo>
                <a:cubicBezTo>
                  <a:pt x="19656" y="0"/>
                  <a:pt x="37043" y="0"/>
                  <a:pt x="53675" y="0"/>
                </a:cubicBezTo>
                <a:cubicBezTo>
                  <a:pt x="59723" y="0"/>
                  <a:pt x="65015" y="756"/>
                  <a:pt x="71063" y="3024"/>
                </a:cubicBezTo>
                <a:cubicBezTo>
                  <a:pt x="81646" y="6803"/>
                  <a:pt x="86938" y="13607"/>
                  <a:pt x="87695" y="24190"/>
                </a:cubicBezTo>
                <a:cubicBezTo>
                  <a:pt x="88450" y="36285"/>
                  <a:pt x="83158" y="45356"/>
                  <a:pt x="73331" y="49892"/>
                </a:cubicBezTo>
                <a:cubicBezTo>
                  <a:pt x="68795" y="51403"/>
                  <a:pt x="65015" y="52916"/>
                  <a:pt x="60479" y="52916"/>
                </a:cubicBezTo>
                <a:cubicBezTo>
                  <a:pt x="58210" y="52916"/>
                  <a:pt x="55942" y="53671"/>
                  <a:pt x="53675" y="53671"/>
                </a:cubicBezTo>
                <a:cubicBezTo>
                  <a:pt x="54431" y="55183"/>
                  <a:pt x="55187" y="55940"/>
                  <a:pt x="55187" y="56695"/>
                </a:cubicBezTo>
                <a:cubicBezTo>
                  <a:pt x="63503" y="66523"/>
                  <a:pt x="71063" y="76350"/>
                  <a:pt x="78622" y="86176"/>
                </a:cubicBezTo>
                <a:cubicBezTo>
                  <a:pt x="79379" y="86933"/>
                  <a:pt x="79379" y="86933"/>
                  <a:pt x="79379" y="87688"/>
                </a:cubicBezTo>
                <a:cubicBezTo>
                  <a:pt x="83914" y="92224"/>
                  <a:pt x="88450" y="96760"/>
                  <a:pt x="96009" y="96760"/>
                </a:cubicBezTo>
                <a:cubicBezTo>
                  <a:pt x="96009" y="98271"/>
                  <a:pt x="96009" y="100540"/>
                  <a:pt x="96009" y="102051"/>
                </a:cubicBezTo>
                <a:cubicBezTo>
                  <a:pt x="93743" y="102051"/>
                  <a:pt x="90719" y="102051"/>
                  <a:pt x="87695" y="102051"/>
                </a:cubicBezTo>
                <a:cubicBezTo>
                  <a:pt x="83914" y="102051"/>
                  <a:pt x="80890" y="102051"/>
                  <a:pt x="77111" y="102806"/>
                </a:cubicBezTo>
                <a:cubicBezTo>
                  <a:pt x="74842" y="102806"/>
                  <a:pt x="73331" y="101295"/>
                  <a:pt x="72574" y="99783"/>
                </a:cubicBezTo>
                <a:cubicBezTo>
                  <a:pt x="62747" y="86933"/>
                  <a:pt x="53675" y="74837"/>
                  <a:pt x="44604" y="61986"/>
                </a:cubicBezTo>
                <a:cubicBezTo>
                  <a:pt x="43091" y="59719"/>
                  <a:pt x="40823" y="57451"/>
                  <a:pt x="39312" y="55183"/>
                </a:cubicBezTo>
                <a:cubicBezTo>
                  <a:pt x="38555" y="54427"/>
                  <a:pt x="37799" y="53671"/>
                  <a:pt x="37043" y="53671"/>
                </a:cubicBezTo>
                <a:cubicBezTo>
                  <a:pt x="33264" y="53671"/>
                  <a:pt x="29483" y="53671"/>
                  <a:pt x="25704" y="53671"/>
                </a:cubicBezTo>
                <a:close/>
                <a:moveTo>
                  <a:pt x="25704" y="46112"/>
                </a:moveTo>
                <a:cubicBezTo>
                  <a:pt x="26459" y="46868"/>
                  <a:pt x="27215" y="46868"/>
                  <a:pt x="27215" y="46868"/>
                </a:cubicBezTo>
                <a:cubicBezTo>
                  <a:pt x="34775" y="46868"/>
                  <a:pt x="42335" y="46868"/>
                  <a:pt x="49894" y="46868"/>
                </a:cubicBezTo>
                <a:cubicBezTo>
                  <a:pt x="54431" y="46112"/>
                  <a:pt x="58210" y="45356"/>
                  <a:pt x="61991" y="44600"/>
                </a:cubicBezTo>
                <a:cubicBezTo>
                  <a:pt x="68039" y="42333"/>
                  <a:pt x="71063" y="38552"/>
                  <a:pt x="72574" y="33261"/>
                </a:cubicBezTo>
                <a:cubicBezTo>
                  <a:pt x="72574" y="29482"/>
                  <a:pt x="73331" y="25702"/>
                  <a:pt x="72574" y="21921"/>
                </a:cubicBezTo>
                <a:cubicBezTo>
                  <a:pt x="71818" y="15118"/>
                  <a:pt x="68039" y="11339"/>
                  <a:pt x="61234" y="9072"/>
                </a:cubicBezTo>
                <a:cubicBezTo>
                  <a:pt x="58210" y="8315"/>
                  <a:pt x="55942" y="8315"/>
                  <a:pt x="52918" y="8315"/>
                </a:cubicBezTo>
                <a:cubicBezTo>
                  <a:pt x="44604" y="7559"/>
                  <a:pt x="36288" y="8315"/>
                  <a:pt x="27972" y="8315"/>
                </a:cubicBezTo>
                <a:cubicBezTo>
                  <a:pt x="27215" y="8315"/>
                  <a:pt x="26459" y="8315"/>
                  <a:pt x="25704" y="8315"/>
                </a:cubicBezTo>
                <a:cubicBezTo>
                  <a:pt x="25704" y="21166"/>
                  <a:pt x="25704" y="33261"/>
                  <a:pt x="25704" y="4611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841500" y="1143000"/>
            <a:ext cx="96009" cy="101958"/>
          </a:xfrm>
          <a:custGeom>
            <a:avLst/>
            <a:gdLst/>
            <a:ahLst/>
            <a:cxnLst/>
            <a:rect l="l" t="t" r="r" b="b"/>
            <a:pathLst>
              <a:path w="96009" h="101958">
                <a:moveTo>
                  <a:pt x="37799" y="52868"/>
                </a:moveTo>
                <a:cubicBezTo>
                  <a:pt x="33264" y="57399"/>
                  <a:pt x="29483" y="61175"/>
                  <a:pt x="25704" y="65706"/>
                </a:cubicBezTo>
                <a:cubicBezTo>
                  <a:pt x="24948" y="66462"/>
                  <a:pt x="24948" y="67217"/>
                  <a:pt x="24948" y="67972"/>
                </a:cubicBezTo>
                <a:cubicBezTo>
                  <a:pt x="24948" y="74769"/>
                  <a:pt x="24948" y="80811"/>
                  <a:pt x="24948" y="87608"/>
                </a:cubicBezTo>
                <a:cubicBezTo>
                  <a:pt x="24948" y="88364"/>
                  <a:pt x="24948" y="89118"/>
                  <a:pt x="25704" y="90630"/>
                </a:cubicBezTo>
                <a:cubicBezTo>
                  <a:pt x="26459" y="94405"/>
                  <a:pt x="27215" y="95161"/>
                  <a:pt x="30996" y="95915"/>
                </a:cubicBezTo>
                <a:cubicBezTo>
                  <a:pt x="33264" y="95915"/>
                  <a:pt x="34775" y="96671"/>
                  <a:pt x="37043" y="96671"/>
                </a:cubicBezTo>
                <a:cubicBezTo>
                  <a:pt x="37043" y="98181"/>
                  <a:pt x="37043" y="100448"/>
                  <a:pt x="37043" y="101958"/>
                </a:cubicBezTo>
                <a:cubicBezTo>
                  <a:pt x="24948" y="101958"/>
                  <a:pt x="12851" y="101958"/>
                  <a:pt x="0" y="101958"/>
                </a:cubicBezTo>
                <a:cubicBezTo>
                  <a:pt x="0" y="100448"/>
                  <a:pt x="0" y="98937"/>
                  <a:pt x="0" y="96671"/>
                </a:cubicBezTo>
                <a:cubicBezTo>
                  <a:pt x="1513" y="96671"/>
                  <a:pt x="3780" y="96671"/>
                  <a:pt x="5292" y="96671"/>
                </a:cubicBezTo>
                <a:cubicBezTo>
                  <a:pt x="10584" y="95915"/>
                  <a:pt x="12095" y="94405"/>
                  <a:pt x="12095" y="89118"/>
                </a:cubicBezTo>
                <a:cubicBezTo>
                  <a:pt x="12095" y="86853"/>
                  <a:pt x="12095" y="85343"/>
                  <a:pt x="12095" y="83833"/>
                </a:cubicBezTo>
                <a:cubicBezTo>
                  <a:pt x="12095" y="61930"/>
                  <a:pt x="12095" y="40028"/>
                  <a:pt x="12095" y="18125"/>
                </a:cubicBezTo>
                <a:cubicBezTo>
                  <a:pt x="12095" y="15860"/>
                  <a:pt x="12095" y="13594"/>
                  <a:pt x="12095" y="12084"/>
                </a:cubicBezTo>
                <a:cubicBezTo>
                  <a:pt x="11340" y="8307"/>
                  <a:pt x="9827" y="6797"/>
                  <a:pt x="6048" y="6797"/>
                </a:cubicBezTo>
                <a:cubicBezTo>
                  <a:pt x="3780" y="6041"/>
                  <a:pt x="2268" y="6041"/>
                  <a:pt x="0" y="6041"/>
                </a:cubicBezTo>
                <a:cubicBezTo>
                  <a:pt x="0" y="3776"/>
                  <a:pt x="0" y="2266"/>
                  <a:pt x="0" y="756"/>
                </a:cubicBezTo>
                <a:cubicBezTo>
                  <a:pt x="3024" y="0"/>
                  <a:pt x="30240" y="0"/>
                  <a:pt x="37043" y="756"/>
                </a:cubicBezTo>
                <a:cubicBezTo>
                  <a:pt x="37043" y="2266"/>
                  <a:pt x="37799" y="3776"/>
                  <a:pt x="37799" y="6041"/>
                </a:cubicBezTo>
                <a:cubicBezTo>
                  <a:pt x="35531" y="6041"/>
                  <a:pt x="33264" y="6041"/>
                  <a:pt x="30996" y="6797"/>
                </a:cubicBezTo>
                <a:cubicBezTo>
                  <a:pt x="27972" y="6797"/>
                  <a:pt x="25704" y="8307"/>
                  <a:pt x="25704" y="12084"/>
                </a:cubicBezTo>
                <a:cubicBezTo>
                  <a:pt x="24948" y="13594"/>
                  <a:pt x="24948" y="15105"/>
                  <a:pt x="24948" y="17371"/>
                </a:cubicBezTo>
                <a:cubicBezTo>
                  <a:pt x="24948" y="29455"/>
                  <a:pt x="24948" y="40784"/>
                  <a:pt x="24948" y="52868"/>
                </a:cubicBezTo>
                <a:cubicBezTo>
                  <a:pt x="24948" y="53622"/>
                  <a:pt x="24948" y="54378"/>
                  <a:pt x="24948" y="55133"/>
                </a:cubicBezTo>
                <a:cubicBezTo>
                  <a:pt x="26459" y="54378"/>
                  <a:pt x="27215" y="54378"/>
                  <a:pt x="27215" y="53622"/>
                </a:cubicBezTo>
                <a:cubicBezTo>
                  <a:pt x="39312" y="40784"/>
                  <a:pt x="50651" y="27944"/>
                  <a:pt x="62747" y="14350"/>
                </a:cubicBezTo>
                <a:cubicBezTo>
                  <a:pt x="63503" y="13594"/>
                  <a:pt x="64258" y="12084"/>
                  <a:pt x="65015" y="10574"/>
                </a:cubicBezTo>
                <a:cubicBezTo>
                  <a:pt x="66526" y="9063"/>
                  <a:pt x="65771" y="7553"/>
                  <a:pt x="63503" y="6797"/>
                </a:cubicBezTo>
                <a:cubicBezTo>
                  <a:pt x="61234" y="6041"/>
                  <a:pt x="59723" y="6041"/>
                  <a:pt x="57455" y="6041"/>
                </a:cubicBezTo>
                <a:cubicBezTo>
                  <a:pt x="57455" y="3776"/>
                  <a:pt x="57455" y="2266"/>
                  <a:pt x="57455" y="756"/>
                </a:cubicBezTo>
                <a:cubicBezTo>
                  <a:pt x="59723" y="0"/>
                  <a:pt x="86182" y="0"/>
                  <a:pt x="92230" y="756"/>
                </a:cubicBezTo>
                <a:cubicBezTo>
                  <a:pt x="92230" y="2266"/>
                  <a:pt x="92230" y="3776"/>
                  <a:pt x="92230" y="6041"/>
                </a:cubicBezTo>
                <a:cubicBezTo>
                  <a:pt x="91474" y="6041"/>
                  <a:pt x="90719" y="6041"/>
                  <a:pt x="89206" y="6041"/>
                </a:cubicBezTo>
                <a:cubicBezTo>
                  <a:pt x="83914" y="6797"/>
                  <a:pt x="78622" y="9063"/>
                  <a:pt x="74842" y="13594"/>
                </a:cubicBezTo>
                <a:cubicBezTo>
                  <a:pt x="69550" y="18881"/>
                  <a:pt x="64258" y="24922"/>
                  <a:pt x="58210" y="30965"/>
                </a:cubicBezTo>
                <a:cubicBezTo>
                  <a:pt x="54431" y="34741"/>
                  <a:pt x="50651" y="39272"/>
                  <a:pt x="46871" y="43049"/>
                </a:cubicBezTo>
                <a:cubicBezTo>
                  <a:pt x="47628" y="43804"/>
                  <a:pt x="48383" y="44559"/>
                  <a:pt x="48383" y="46071"/>
                </a:cubicBezTo>
                <a:cubicBezTo>
                  <a:pt x="58210" y="58909"/>
                  <a:pt x="68039" y="71749"/>
                  <a:pt x="77111" y="85343"/>
                </a:cubicBezTo>
                <a:cubicBezTo>
                  <a:pt x="78622" y="86853"/>
                  <a:pt x="80134" y="89118"/>
                  <a:pt x="81646" y="90630"/>
                </a:cubicBezTo>
                <a:cubicBezTo>
                  <a:pt x="84670" y="93650"/>
                  <a:pt x="88450" y="95915"/>
                  <a:pt x="92986" y="95915"/>
                </a:cubicBezTo>
                <a:cubicBezTo>
                  <a:pt x="93743" y="96671"/>
                  <a:pt x="94498" y="96671"/>
                  <a:pt x="96009" y="96671"/>
                </a:cubicBezTo>
                <a:cubicBezTo>
                  <a:pt x="96009" y="98181"/>
                  <a:pt x="96009" y="100448"/>
                  <a:pt x="96009" y="101958"/>
                </a:cubicBezTo>
                <a:cubicBezTo>
                  <a:pt x="82403" y="101958"/>
                  <a:pt x="68795" y="101958"/>
                  <a:pt x="55187" y="101958"/>
                </a:cubicBezTo>
                <a:cubicBezTo>
                  <a:pt x="55187" y="100448"/>
                  <a:pt x="55187" y="98937"/>
                  <a:pt x="55187" y="96671"/>
                </a:cubicBezTo>
                <a:cubicBezTo>
                  <a:pt x="56699" y="96671"/>
                  <a:pt x="58967" y="96671"/>
                  <a:pt x="60479" y="95915"/>
                </a:cubicBezTo>
                <a:cubicBezTo>
                  <a:pt x="64258" y="95915"/>
                  <a:pt x="65015" y="94405"/>
                  <a:pt x="63503" y="90630"/>
                </a:cubicBezTo>
                <a:cubicBezTo>
                  <a:pt x="63503" y="89118"/>
                  <a:pt x="62747" y="88364"/>
                  <a:pt x="61991" y="86853"/>
                </a:cubicBezTo>
                <a:cubicBezTo>
                  <a:pt x="54431" y="76280"/>
                  <a:pt x="46115" y="64952"/>
                  <a:pt x="38555" y="54378"/>
                </a:cubicBezTo>
                <a:cubicBezTo>
                  <a:pt x="38555" y="53622"/>
                  <a:pt x="37799" y="53622"/>
                  <a:pt x="37799" y="528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2362200" y="1143000"/>
            <a:ext cx="95160" cy="101958"/>
          </a:xfrm>
          <a:custGeom>
            <a:avLst/>
            <a:gdLst/>
            <a:ahLst/>
            <a:cxnLst/>
            <a:rect l="l" t="t" r="r" b="b"/>
            <a:pathLst>
              <a:path w="95160" h="101958">
                <a:moveTo>
                  <a:pt x="21147" y="12084"/>
                </a:moveTo>
                <a:cubicBezTo>
                  <a:pt x="21147" y="12840"/>
                  <a:pt x="21147" y="14350"/>
                  <a:pt x="21147" y="15105"/>
                </a:cubicBezTo>
                <a:cubicBezTo>
                  <a:pt x="21147" y="37762"/>
                  <a:pt x="21147" y="59665"/>
                  <a:pt x="21147" y="82321"/>
                </a:cubicBezTo>
                <a:cubicBezTo>
                  <a:pt x="21147" y="84587"/>
                  <a:pt x="21147" y="86853"/>
                  <a:pt x="21147" y="89874"/>
                </a:cubicBezTo>
                <a:cubicBezTo>
                  <a:pt x="21902" y="93650"/>
                  <a:pt x="23412" y="95161"/>
                  <a:pt x="27944" y="95915"/>
                </a:cubicBezTo>
                <a:cubicBezTo>
                  <a:pt x="29454" y="95915"/>
                  <a:pt x="30965" y="96671"/>
                  <a:pt x="33231" y="96671"/>
                </a:cubicBezTo>
                <a:cubicBezTo>
                  <a:pt x="33231" y="98181"/>
                  <a:pt x="33231" y="100448"/>
                  <a:pt x="33231" y="101958"/>
                </a:cubicBezTo>
                <a:cubicBezTo>
                  <a:pt x="21902" y="101958"/>
                  <a:pt x="11328" y="101958"/>
                  <a:pt x="0" y="101958"/>
                </a:cubicBezTo>
                <a:cubicBezTo>
                  <a:pt x="0" y="100448"/>
                  <a:pt x="0" y="98937"/>
                  <a:pt x="0" y="96671"/>
                </a:cubicBezTo>
                <a:cubicBezTo>
                  <a:pt x="2266" y="96671"/>
                  <a:pt x="3776" y="95915"/>
                  <a:pt x="6041" y="95915"/>
                </a:cubicBezTo>
                <a:cubicBezTo>
                  <a:pt x="9063" y="95915"/>
                  <a:pt x="11328" y="93650"/>
                  <a:pt x="12084" y="90630"/>
                </a:cubicBezTo>
                <a:cubicBezTo>
                  <a:pt x="12084" y="89118"/>
                  <a:pt x="12084" y="86853"/>
                  <a:pt x="12084" y="85343"/>
                </a:cubicBezTo>
                <a:cubicBezTo>
                  <a:pt x="12084" y="61930"/>
                  <a:pt x="12084" y="37762"/>
                  <a:pt x="12084" y="14350"/>
                </a:cubicBezTo>
                <a:cubicBezTo>
                  <a:pt x="12084" y="13594"/>
                  <a:pt x="12084" y="12840"/>
                  <a:pt x="12084" y="11328"/>
                </a:cubicBezTo>
                <a:cubicBezTo>
                  <a:pt x="12084" y="8307"/>
                  <a:pt x="10573" y="6797"/>
                  <a:pt x="6797" y="6797"/>
                </a:cubicBezTo>
                <a:cubicBezTo>
                  <a:pt x="6041" y="6041"/>
                  <a:pt x="5287" y="6041"/>
                  <a:pt x="3776" y="6041"/>
                </a:cubicBezTo>
                <a:cubicBezTo>
                  <a:pt x="3021" y="6041"/>
                  <a:pt x="1510" y="6041"/>
                  <a:pt x="756" y="6041"/>
                </a:cubicBezTo>
                <a:cubicBezTo>
                  <a:pt x="756" y="3776"/>
                  <a:pt x="756" y="2266"/>
                  <a:pt x="756" y="756"/>
                </a:cubicBezTo>
                <a:cubicBezTo>
                  <a:pt x="10573" y="756"/>
                  <a:pt x="20391" y="756"/>
                  <a:pt x="30209" y="756"/>
                </a:cubicBezTo>
                <a:cubicBezTo>
                  <a:pt x="44559" y="25678"/>
                  <a:pt x="59663" y="50602"/>
                  <a:pt x="74013" y="75524"/>
                </a:cubicBezTo>
                <a:cubicBezTo>
                  <a:pt x="74013" y="75524"/>
                  <a:pt x="74769" y="75524"/>
                  <a:pt x="74769" y="75524"/>
                </a:cubicBezTo>
                <a:cubicBezTo>
                  <a:pt x="74769" y="74769"/>
                  <a:pt x="74769" y="73259"/>
                  <a:pt x="74769" y="72503"/>
                </a:cubicBezTo>
                <a:cubicBezTo>
                  <a:pt x="74769" y="54378"/>
                  <a:pt x="74769" y="36252"/>
                  <a:pt x="74769" y="18125"/>
                </a:cubicBezTo>
                <a:cubicBezTo>
                  <a:pt x="74769" y="15860"/>
                  <a:pt x="74769" y="14350"/>
                  <a:pt x="74013" y="12084"/>
                </a:cubicBezTo>
                <a:cubicBezTo>
                  <a:pt x="73259" y="9063"/>
                  <a:pt x="70993" y="6797"/>
                  <a:pt x="67972" y="6797"/>
                </a:cubicBezTo>
                <a:cubicBezTo>
                  <a:pt x="66460" y="6041"/>
                  <a:pt x="64950" y="6041"/>
                  <a:pt x="62685" y="6041"/>
                </a:cubicBezTo>
                <a:cubicBezTo>
                  <a:pt x="62685" y="3776"/>
                  <a:pt x="62685" y="2266"/>
                  <a:pt x="62685" y="756"/>
                </a:cubicBezTo>
                <a:cubicBezTo>
                  <a:pt x="65706" y="0"/>
                  <a:pt x="86853" y="0"/>
                  <a:pt x="95160" y="756"/>
                </a:cubicBezTo>
                <a:cubicBezTo>
                  <a:pt x="95160" y="2266"/>
                  <a:pt x="95160" y="3776"/>
                  <a:pt x="95160" y="6041"/>
                </a:cubicBezTo>
                <a:cubicBezTo>
                  <a:pt x="93650" y="6041"/>
                  <a:pt x="92138" y="6041"/>
                  <a:pt x="89873" y="6797"/>
                </a:cubicBezTo>
                <a:cubicBezTo>
                  <a:pt x="86853" y="6797"/>
                  <a:pt x="84587" y="9063"/>
                  <a:pt x="83831" y="12084"/>
                </a:cubicBezTo>
                <a:cubicBezTo>
                  <a:pt x="83831" y="15105"/>
                  <a:pt x="83076" y="17371"/>
                  <a:pt x="83076" y="20391"/>
                </a:cubicBezTo>
                <a:cubicBezTo>
                  <a:pt x="83076" y="46071"/>
                  <a:pt x="83076" y="71749"/>
                  <a:pt x="83076" y="97427"/>
                </a:cubicBezTo>
                <a:cubicBezTo>
                  <a:pt x="83076" y="98937"/>
                  <a:pt x="83076" y="100448"/>
                  <a:pt x="83076" y="101958"/>
                </a:cubicBezTo>
                <a:cubicBezTo>
                  <a:pt x="80056" y="101958"/>
                  <a:pt x="77790" y="101958"/>
                  <a:pt x="74769" y="101958"/>
                </a:cubicBezTo>
                <a:cubicBezTo>
                  <a:pt x="57398" y="71749"/>
                  <a:pt x="39272" y="41538"/>
                  <a:pt x="21902" y="11328"/>
                </a:cubicBezTo>
                <a:cubicBezTo>
                  <a:pt x="21147" y="11328"/>
                  <a:pt x="21147" y="11328"/>
                  <a:pt x="21147" y="1208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2616200" y="1143000"/>
            <a:ext cx="93461" cy="101958"/>
          </a:xfrm>
          <a:custGeom>
            <a:avLst/>
            <a:gdLst/>
            <a:ahLst/>
            <a:cxnLst/>
            <a:rect l="l" t="t" r="r" b="b"/>
            <a:pathLst>
              <a:path w="93461" h="101958">
                <a:moveTo>
                  <a:pt x="0" y="6041"/>
                </a:moveTo>
                <a:cubicBezTo>
                  <a:pt x="0" y="3776"/>
                  <a:pt x="0" y="2266"/>
                  <a:pt x="0" y="756"/>
                </a:cubicBezTo>
                <a:cubicBezTo>
                  <a:pt x="2261" y="0"/>
                  <a:pt x="73864" y="0"/>
                  <a:pt x="79140" y="756"/>
                </a:cubicBezTo>
                <a:cubicBezTo>
                  <a:pt x="82155" y="9063"/>
                  <a:pt x="85170" y="18125"/>
                  <a:pt x="88185" y="26434"/>
                </a:cubicBezTo>
                <a:cubicBezTo>
                  <a:pt x="86678" y="27944"/>
                  <a:pt x="84417" y="28699"/>
                  <a:pt x="82909" y="29455"/>
                </a:cubicBezTo>
                <a:cubicBezTo>
                  <a:pt x="82155" y="27189"/>
                  <a:pt x="81402" y="26434"/>
                  <a:pt x="80648" y="24922"/>
                </a:cubicBezTo>
                <a:cubicBezTo>
                  <a:pt x="76125" y="15105"/>
                  <a:pt x="69342" y="9818"/>
                  <a:pt x="58790" y="8307"/>
                </a:cubicBezTo>
                <a:cubicBezTo>
                  <a:pt x="47484" y="7553"/>
                  <a:pt x="36178" y="8307"/>
                  <a:pt x="25626" y="8307"/>
                </a:cubicBezTo>
                <a:cubicBezTo>
                  <a:pt x="24873" y="11328"/>
                  <a:pt x="24873" y="41538"/>
                  <a:pt x="25626" y="46071"/>
                </a:cubicBezTo>
                <a:cubicBezTo>
                  <a:pt x="30903" y="46071"/>
                  <a:pt x="36178" y="46071"/>
                  <a:pt x="41454" y="45315"/>
                </a:cubicBezTo>
                <a:cubicBezTo>
                  <a:pt x="48238" y="44559"/>
                  <a:pt x="51253" y="40784"/>
                  <a:pt x="52006" y="33986"/>
                </a:cubicBezTo>
                <a:cubicBezTo>
                  <a:pt x="52760" y="31721"/>
                  <a:pt x="52760" y="29455"/>
                  <a:pt x="52760" y="27189"/>
                </a:cubicBezTo>
                <a:cubicBezTo>
                  <a:pt x="55021" y="27189"/>
                  <a:pt x="56529" y="27189"/>
                  <a:pt x="58790" y="27189"/>
                </a:cubicBezTo>
                <a:cubicBezTo>
                  <a:pt x="58790" y="42294"/>
                  <a:pt x="58790" y="56643"/>
                  <a:pt x="58790" y="71749"/>
                </a:cubicBezTo>
                <a:cubicBezTo>
                  <a:pt x="58036" y="71749"/>
                  <a:pt x="57282" y="71749"/>
                  <a:pt x="55775" y="71749"/>
                </a:cubicBezTo>
                <a:cubicBezTo>
                  <a:pt x="55021" y="71749"/>
                  <a:pt x="54267" y="71749"/>
                  <a:pt x="52760" y="71749"/>
                </a:cubicBezTo>
                <a:cubicBezTo>
                  <a:pt x="52760" y="70237"/>
                  <a:pt x="52760" y="67972"/>
                  <a:pt x="52760" y="66462"/>
                </a:cubicBezTo>
                <a:cubicBezTo>
                  <a:pt x="52006" y="64952"/>
                  <a:pt x="52006" y="62685"/>
                  <a:pt x="51253" y="61175"/>
                </a:cubicBezTo>
                <a:cubicBezTo>
                  <a:pt x="50499" y="56643"/>
                  <a:pt x="48238" y="54378"/>
                  <a:pt x="43716" y="53622"/>
                </a:cubicBezTo>
                <a:cubicBezTo>
                  <a:pt x="37686" y="52112"/>
                  <a:pt x="31656" y="52868"/>
                  <a:pt x="25626" y="52868"/>
                </a:cubicBezTo>
                <a:cubicBezTo>
                  <a:pt x="24873" y="54378"/>
                  <a:pt x="24873" y="55133"/>
                  <a:pt x="24873" y="55888"/>
                </a:cubicBezTo>
                <a:cubicBezTo>
                  <a:pt x="24873" y="66462"/>
                  <a:pt x="24873" y="77034"/>
                  <a:pt x="24873" y="86853"/>
                </a:cubicBezTo>
                <a:cubicBezTo>
                  <a:pt x="24873" y="93650"/>
                  <a:pt x="25626" y="94405"/>
                  <a:pt x="32410" y="94405"/>
                </a:cubicBezTo>
                <a:cubicBezTo>
                  <a:pt x="39193" y="94405"/>
                  <a:pt x="45223" y="94405"/>
                  <a:pt x="52006" y="94405"/>
                </a:cubicBezTo>
                <a:cubicBezTo>
                  <a:pt x="67081" y="94405"/>
                  <a:pt x="78387" y="86853"/>
                  <a:pt x="84417" y="73259"/>
                </a:cubicBezTo>
                <a:cubicBezTo>
                  <a:pt x="85170" y="71749"/>
                  <a:pt x="85924" y="70237"/>
                  <a:pt x="86678" y="67972"/>
                </a:cubicBezTo>
                <a:cubicBezTo>
                  <a:pt x="88938" y="68727"/>
                  <a:pt x="91200" y="69483"/>
                  <a:pt x="93461" y="70237"/>
                </a:cubicBezTo>
                <a:cubicBezTo>
                  <a:pt x="89692" y="81567"/>
                  <a:pt x="85924" y="91384"/>
                  <a:pt x="82155" y="101958"/>
                </a:cubicBezTo>
                <a:cubicBezTo>
                  <a:pt x="55021" y="101958"/>
                  <a:pt x="27888" y="101958"/>
                  <a:pt x="0" y="101958"/>
                </a:cubicBezTo>
                <a:cubicBezTo>
                  <a:pt x="0" y="100448"/>
                  <a:pt x="0" y="98937"/>
                  <a:pt x="0" y="96671"/>
                </a:cubicBezTo>
                <a:cubicBezTo>
                  <a:pt x="2261" y="96671"/>
                  <a:pt x="4522" y="96671"/>
                  <a:pt x="6030" y="95915"/>
                </a:cubicBezTo>
                <a:cubicBezTo>
                  <a:pt x="9798" y="95161"/>
                  <a:pt x="11306" y="94405"/>
                  <a:pt x="11306" y="90630"/>
                </a:cubicBezTo>
                <a:cubicBezTo>
                  <a:pt x="12060" y="89118"/>
                  <a:pt x="12060" y="86853"/>
                  <a:pt x="12060" y="85343"/>
                </a:cubicBezTo>
                <a:cubicBezTo>
                  <a:pt x="12060" y="61930"/>
                  <a:pt x="12060" y="39272"/>
                  <a:pt x="12060" y="15860"/>
                </a:cubicBezTo>
                <a:cubicBezTo>
                  <a:pt x="12060" y="15105"/>
                  <a:pt x="12060" y="13594"/>
                  <a:pt x="12060" y="12084"/>
                </a:cubicBezTo>
                <a:cubicBezTo>
                  <a:pt x="11306" y="8307"/>
                  <a:pt x="9798" y="6797"/>
                  <a:pt x="6030" y="6797"/>
                </a:cubicBezTo>
                <a:cubicBezTo>
                  <a:pt x="5276" y="6797"/>
                  <a:pt x="4522" y="6041"/>
                  <a:pt x="3015" y="6041"/>
                </a:cubicBezTo>
                <a:cubicBezTo>
                  <a:pt x="2261" y="6041"/>
                  <a:pt x="1507" y="6041"/>
                  <a:pt x="0" y="604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739900" y="1143000"/>
            <a:ext cx="93461" cy="101109"/>
          </a:xfrm>
          <a:custGeom>
            <a:avLst/>
            <a:gdLst/>
            <a:ahLst/>
            <a:cxnLst/>
            <a:rect l="l" t="t" r="r" b="b"/>
            <a:pathLst>
              <a:path w="93461" h="101109">
                <a:moveTo>
                  <a:pt x="25075" y="45272"/>
                </a:moveTo>
                <a:cubicBezTo>
                  <a:pt x="31153" y="45272"/>
                  <a:pt x="36473" y="46027"/>
                  <a:pt x="41792" y="44517"/>
                </a:cubicBezTo>
                <a:cubicBezTo>
                  <a:pt x="47870" y="43009"/>
                  <a:pt x="50909" y="39991"/>
                  <a:pt x="51670" y="33955"/>
                </a:cubicBezTo>
                <a:cubicBezTo>
                  <a:pt x="52429" y="31690"/>
                  <a:pt x="52429" y="29427"/>
                  <a:pt x="53189" y="26408"/>
                </a:cubicBezTo>
                <a:cubicBezTo>
                  <a:pt x="54709" y="26408"/>
                  <a:pt x="56989" y="26408"/>
                  <a:pt x="58508" y="26408"/>
                </a:cubicBezTo>
                <a:cubicBezTo>
                  <a:pt x="58508" y="41500"/>
                  <a:pt x="58508" y="55836"/>
                  <a:pt x="58508" y="70927"/>
                </a:cubicBezTo>
                <a:cubicBezTo>
                  <a:pt x="57748" y="70927"/>
                  <a:pt x="56989" y="70927"/>
                  <a:pt x="56989" y="70927"/>
                </a:cubicBezTo>
                <a:cubicBezTo>
                  <a:pt x="55469" y="70927"/>
                  <a:pt x="53950" y="70927"/>
                  <a:pt x="53189" y="70927"/>
                </a:cubicBezTo>
                <a:cubicBezTo>
                  <a:pt x="52429" y="67908"/>
                  <a:pt x="52429" y="64891"/>
                  <a:pt x="52429" y="62626"/>
                </a:cubicBezTo>
                <a:cubicBezTo>
                  <a:pt x="50909" y="55836"/>
                  <a:pt x="47870" y="52818"/>
                  <a:pt x="41031" y="52064"/>
                </a:cubicBezTo>
                <a:cubicBezTo>
                  <a:pt x="35712" y="52064"/>
                  <a:pt x="30394" y="52064"/>
                  <a:pt x="25075" y="52064"/>
                </a:cubicBezTo>
                <a:cubicBezTo>
                  <a:pt x="25075" y="53572"/>
                  <a:pt x="25075" y="54327"/>
                  <a:pt x="25075" y="55081"/>
                </a:cubicBezTo>
                <a:cubicBezTo>
                  <a:pt x="25075" y="65645"/>
                  <a:pt x="25075" y="76209"/>
                  <a:pt x="25075" y="86017"/>
                </a:cubicBezTo>
                <a:cubicBezTo>
                  <a:pt x="25075" y="92808"/>
                  <a:pt x="25834" y="93562"/>
                  <a:pt x="32673" y="93562"/>
                </a:cubicBezTo>
                <a:cubicBezTo>
                  <a:pt x="38752" y="93562"/>
                  <a:pt x="45590" y="93562"/>
                  <a:pt x="51670" y="93562"/>
                </a:cubicBezTo>
                <a:cubicBezTo>
                  <a:pt x="67626" y="93562"/>
                  <a:pt x="78264" y="86017"/>
                  <a:pt x="85103" y="72436"/>
                </a:cubicBezTo>
                <a:cubicBezTo>
                  <a:pt x="85862" y="70927"/>
                  <a:pt x="86623" y="69417"/>
                  <a:pt x="87382" y="67908"/>
                </a:cubicBezTo>
                <a:cubicBezTo>
                  <a:pt x="87382" y="67908"/>
                  <a:pt x="87382" y="67908"/>
                  <a:pt x="87382" y="67908"/>
                </a:cubicBezTo>
                <a:cubicBezTo>
                  <a:pt x="89662" y="67908"/>
                  <a:pt x="91181" y="68663"/>
                  <a:pt x="93461" y="69417"/>
                </a:cubicBezTo>
                <a:cubicBezTo>
                  <a:pt x="89662" y="80735"/>
                  <a:pt x="85862" y="90545"/>
                  <a:pt x="82823" y="101109"/>
                </a:cubicBezTo>
                <a:cubicBezTo>
                  <a:pt x="54709" y="101109"/>
                  <a:pt x="27355" y="101109"/>
                  <a:pt x="0" y="101109"/>
                </a:cubicBezTo>
                <a:cubicBezTo>
                  <a:pt x="0" y="99598"/>
                  <a:pt x="0" y="98090"/>
                  <a:pt x="0" y="95827"/>
                </a:cubicBezTo>
                <a:cubicBezTo>
                  <a:pt x="1520" y="95827"/>
                  <a:pt x="3800" y="95072"/>
                  <a:pt x="6078" y="95072"/>
                </a:cubicBezTo>
                <a:cubicBezTo>
                  <a:pt x="9119" y="95072"/>
                  <a:pt x="10638" y="93562"/>
                  <a:pt x="11398" y="90545"/>
                </a:cubicBezTo>
                <a:cubicBezTo>
                  <a:pt x="11398" y="89036"/>
                  <a:pt x="12158" y="86771"/>
                  <a:pt x="12158" y="85263"/>
                </a:cubicBezTo>
                <a:cubicBezTo>
                  <a:pt x="12158" y="61872"/>
                  <a:pt x="12158" y="38481"/>
                  <a:pt x="12158" y="15090"/>
                </a:cubicBezTo>
                <a:cubicBezTo>
                  <a:pt x="12158" y="7545"/>
                  <a:pt x="10638" y="6036"/>
                  <a:pt x="3800" y="5282"/>
                </a:cubicBezTo>
                <a:cubicBezTo>
                  <a:pt x="2280" y="5282"/>
                  <a:pt x="759" y="5282"/>
                  <a:pt x="0" y="5282"/>
                </a:cubicBezTo>
                <a:cubicBezTo>
                  <a:pt x="0" y="3018"/>
                  <a:pt x="0" y="1509"/>
                  <a:pt x="0" y="0"/>
                </a:cubicBezTo>
                <a:cubicBezTo>
                  <a:pt x="25834" y="0"/>
                  <a:pt x="52429" y="0"/>
                  <a:pt x="79784" y="0"/>
                </a:cubicBezTo>
                <a:cubicBezTo>
                  <a:pt x="82823" y="8299"/>
                  <a:pt x="85103" y="16600"/>
                  <a:pt x="88903" y="26408"/>
                </a:cubicBezTo>
                <a:cubicBezTo>
                  <a:pt x="86623" y="27163"/>
                  <a:pt x="85103" y="27918"/>
                  <a:pt x="82823" y="28673"/>
                </a:cubicBezTo>
                <a:cubicBezTo>
                  <a:pt x="82064" y="27163"/>
                  <a:pt x="82064" y="26408"/>
                  <a:pt x="81303" y="25654"/>
                </a:cubicBezTo>
                <a:cubicBezTo>
                  <a:pt x="81303" y="24145"/>
                  <a:pt x="80543" y="23391"/>
                  <a:pt x="79784" y="21882"/>
                </a:cubicBezTo>
                <a:cubicBezTo>
                  <a:pt x="75984" y="13581"/>
                  <a:pt x="68386" y="8299"/>
                  <a:pt x="59268" y="8299"/>
                </a:cubicBezTo>
                <a:cubicBezTo>
                  <a:pt x="50150" y="7545"/>
                  <a:pt x="41031" y="7545"/>
                  <a:pt x="31914" y="7545"/>
                </a:cubicBezTo>
                <a:cubicBezTo>
                  <a:pt x="29634" y="7545"/>
                  <a:pt x="27355" y="7545"/>
                  <a:pt x="25075" y="7545"/>
                </a:cubicBezTo>
                <a:cubicBezTo>
                  <a:pt x="25075" y="19618"/>
                  <a:pt x="25075" y="32445"/>
                  <a:pt x="25075" y="4527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993900" y="1143000"/>
            <a:ext cx="95160" cy="101109"/>
          </a:xfrm>
          <a:custGeom>
            <a:avLst/>
            <a:gdLst/>
            <a:ahLst/>
            <a:cxnLst/>
            <a:rect l="l" t="t" r="r" b="b"/>
            <a:pathLst>
              <a:path w="95160" h="101109">
                <a:moveTo>
                  <a:pt x="32475" y="101109"/>
                </a:moveTo>
                <a:cubicBezTo>
                  <a:pt x="21902" y="101109"/>
                  <a:pt x="10573" y="101109"/>
                  <a:pt x="0" y="101109"/>
                </a:cubicBezTo>
                <a:cubicBezTo>
                  <a:pt x="0" y="99598"/>
                  <a:pt x="0" y="98090"/>
                  <a:pt x="0" y="95827"/>
                </a:cubicBezTo>
                <a:cubicBezTo>
                  <a:pt x="1510" y="95827"/>
                  <a:pt x="3776" y="95827"/>
                  <a:pt x="5287" y="95072"/>
                </a:cubicBezTo>
                <a:cubicBezTo>
                  <a:pt x="9818" y="94317"/>
                  <a:pt x="11328" y="92808"/>
                  <a:pt x="12084" y="89036"/>
                </a:cubicBezTo>
                <a:cubicBezTo>
                  <a:pt x="12084" y="86771"/>
                  <a:pt x="12084" y="85263"/>
                  <a:pt x="12084" y="83000"/>
                </a:cubicBezTo>
                <a:cubicBezTo>
                  <a:pt x="12084" y="60363"/>
                  <a:pt x="12084" y="36972"/>
                  <a:pt x="12084" y="13581"/>
                </a:cubicBezTo>
                <a:cubicBezTo>
                  <a:pt x="12084" y="6791"/>
                  <a:pt x="10573" y="6036"/>
                  <a:pt x="3776" y="5282"/>
                </a:cubicBezTo>
                <a:cubicBezTo>
                  <a:pt x="3021" y="5282"/>
                  <a:pt x="1510" y="5282"/>
                  <a:pt x="0" y="5282"/>
                </a:cubicBezTo>
                <a:cubicBezTo>
                  <a:pt x="0" y="3018"/>
                  <a:pt x="0" y="1509"/>
                  <a:pt x="0" y="0"/>
                </a:cubicBezTo>
                <a:cubicBezTo>
                  <a:pt x="9818" y="0"/>
                  <a:pt x="19637" y="0"/>
                  <a:pt x="30209" y="0"/>
                </a:cubicBezTo>
                <a:cubicBezTo>
                  <a:pt x="44559" y="24900"/>
                  <a:pt x="58909" y="49799"/>
                  <a:pt x="74013" y="75453"/>
                </a:cubicBezTo>
                <a:cubicBezTo>
                  <a:pt x="74013" y="73944"/>
                  <a:pt x="74769" y="73190"/>
                  <a:pt x="74769" y="72436"/>
                </a:cubicBezTo>
                <a:cubicBezTo>
                  <a:pt x="74769" y="54327"/>
                  <a:pt x="74769" y="36218"/>
                  <a:pt x="74769" y="18109"/>
                </a:cubicBezTo>
                <a:cubicBezTo>
                  <a:pt x="74769" y="16600"/>
                  <a:pt x="74769" y="14336"/>
                  <a:pt x="74013" y="12827"/>
                </a:cubicBezTo>
                <a:cubicBezTo>
                  <a:pt x="73259" y="8299"/>
                  <a:pt x="71747" y="6036"/>
                  <a:pt x="67216" y="5282"/>
                </a:cubicBezTo>
                <a:cubicBezTo>
                  <a:pt x="65706" y="5282"/>
                  <a:pt x="64195" y="5282"/>
                  <a:pt x="62685" y="5282"/>
                </a:cubicBezTo>
                <a:cubicBezTo>
                  <a:pt x="62685" y="4528"/>
                  <a:pt x="62685" y="3773"/>
                  <a:pt x="62685" y="3018"/>
                </a:cubicBezTo>
                <a:cubicBezTo>
                  <a:pt x="62685" y="1509"/>
                  <a:pt x="62685" y="754"/>
                  <a:pt x="62685" y="0"/>
                </a:cubicBezTo>
                <a:cubicBezTo>
                  <a:pt x="73259" y="0"/>
                  <a:pt x="83831" y="0"/>
                  <a:pt x="94404" y="0"/>
                </a:cubicBezTo>
                <a:cubicBezTo>
                  <a:pt x="94404" y="754"/>
                  <a:pt x="95160" y="1509"/>
                  <a:pt x="95160" y="2263"/>
                </a:cubicBezTo>
                <a:cubicBezTo>
                  <a:pt x="95160" y="3018"/>
                  <a:pt x="95160" y="3773"/>
                  <a:pt x="95160" y="5282"/>
                </a:cubicBezTo>
                <a:cubicBezTo>
                  <a:pt x="93650" y="5282"/>
                  <a:pt x="92138" y="5282"/>
                  <a:pt x="90628" y="5282"/>
                </a:cubicBezTo>
                <a:cubicBezTo>
                  <a:pt x="86097" y="6036"/>
                  <a:pt x="83831" y="8299"/>
                  <a:pt x="83076" y="12073"/>
                </a:cubicBezTo>
                <a:cubicBezTo>
                  <a:pt x="83076" y="15090"/>
                  <a:pt x="83076" y="17355"/>
                  <a:pt x="83076" y="19618"/>
                </a:cubicBezTo>
                <a:cubicBezTo>
                  <a:pt x="83076" y="45272"/>
                  <a:pt x="83076" y="70927"/>
                  <a:pt x="83076" y="96581"/>
                </a:cubicBezTo>
                <a:cubicBezTo>
                  <a:pt x="83076" y="98090"/>
                  <a:pt x="83076" y="99598"/>
                  <a:pt x="83076" y="101109"/>
                </a:cubicBezTo>
                <a:cubicBezTo>
                  <a:pt x="80056" y="101109"/>
                  <a:pt x="77034" y="101109"/>
                  <a:pt x="74013" y="101109"/>
                </a:cubicBezTo>
                <a:cubicBezTo>
                  <a:pt x="56643" y="70927"/>
                  <a:pt x="39272" y="40745"/>
                  <a:pt x="21147" y="10564"/>
                </a:cubicBezTo>
                <a:cubicBezTo>
                  <a:pt x="21147" y="10564"/>
                  <a:pt x="21147" y="10564"/>
                  <a:pt x="21147" y="10564"/>
                </a:cubicBezTo>
                <a:cubicBezTo>
                  <a:pt x="20391" y="11318"/>
                  <a:pt x="20391" y="12073"/>
                  <a:pt x="20391" y="12827"/>
                </a:cubicBezTo>
                <a:cubicBezTo>
                  <a:pt x="20391" y="36218"/>
                  <a:pt x="20391" y="59609"/>
                  <a:pt x="20391" y="83000"/>
                </a:cubicBezTo>
                <a:cubicBezTo>
                  <a:pt x="20391" y="85263"/>
                  <a:pt x="20391" y="87526"/>
                  <a:pt x="21147" y="89036"/>
                </a:cubicBezTo>
                <a:cubicBezTo>
                  <a:pt x="21902" y="92808"/>
                  <a:pt x="23412" y="94317"/>
                  <a:pt x="27188" y="95072"/>
                </a:cubicBezTo>
                <a:cubicBezTo>
                  <a:pt x="28699" y="95072"/>
                  <a:pt x="30965" y="95827"/>
                  <a:pt x="32475" y="95827"/>
                </a:cubicBezTo>
                <a:cubicBezTo>
                  <a:pt x="32475" y="97335"/>
                  <a:pt x="32475" y="99598"/>
                  <a:pt x="32475"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2095500" y="1143000"/>
            <a:ext cx="105355" cy="108755"/>
          </a:xfrm>
          <a:custGeom>
            <a:avLst/>
            <a:gdLst/>
            <a:ahLst/>
            <a:cxnLst/>
            <a:rect l="l" t="t" r="r" b="b"/>
            <a:pathLst>
              <a:path w="105355" h="108755">
                <a:moveTo>
                  <a:pt x="65942" y="59665"/>
                </a:moveTo>
                <a:cubicBezTo>
                  <a:pt x="65942" y="57399"/>
                  <a:pt x="65942" y="55888"/>
                  <a:pt x="65942" y="53622"/>
                </a:cubicBezTo>
                <a:cubicBezTo>
                  <a:pt x="79586" y="53622"/>
                  <a:pt x="92471" y="53622"/>
                  <a:pt x="105355" y="53622"/>
                </a:cubicBezTo>
                <a:cubicBezTo>
                  <a:pt x="105355" y="55888"/>
                  <a:pt x="105355" y="57399"/>
                  <a:pt x="105355" y="59665"/>
                </a:cubicBezTo>
                <a:cubicBezTo>
                  <a:pt x="103840" y="59665"/>
                  <a:pt x="102324" y="59665"/>
                  <a:pt x="100809" y="59665"/>
                </a:cubicBezTo>
                <a:cubicBezTo>
                  <a:pt x="96261" y="59665"/>
                  <a:pt x="94745" y="61175"/>
                  <a:pt x="93986" y="66462"/>
                </a:cubicBezTo>
                <a:cubicBezTo>
                  <a:pt x="93986" y="67972"/>
                  <a:pt x="93986" y="70237"/>
                  <a:pt x="93986" y="71749"/>
                </a:cubicBezTo>
                <a:cubicBezTo>
                  <a:pt x="93986" y="81566"/>
                  <a:pt x="93986" y="91384"/>
                  <a:pt x="93986" y="101202"/>
                </a:cubicBezTo>
                <a:cubicBezTo>
                  <a:pt x="93986" y="101958"/>
                  <a:pt x="93986" y="103468"/>
                  <a:pt x="93986" y="104978"/>
                </a:cubicBezTo>
                <a:cubicBezTo>
                  <a:pt x="91713" y="104978"/>
                  <a:pt x="89438" y="104978"/>
                  <a:pt x="87165" y="104978"/>
                </a:cubicBezTo>
                <a:cubicBezTo>
                  <a:pt x="85649" y="102713"/>
                  <a:pt x="84891" y="99692"/>
                  <a:pt x="83376" y="96671"/>
                </a:cubicBezTo>
                <a:cubicBezTo>
                  <a:pt x="81859" y="97427"/>
                  <a:pt x="81101" y="98181"/>
                  <a:pt x="79586" y="98937"/>
                </a:cubicBezTo>
                <a:cubicBezTo>
                  <a:pt x="68216" y="105734"/>
                  <a:pt x="56088" y="108755"/>
                  <a:pt x="42446" y="106490"/>
                </a:cubicBezTo>
                <a:cubicBezTo>
                  <a:pt x="25771" y="103468"/>
                  <a:pt x="13644" y="93650"/>
                  <a:pt x="7579" y="77790"/>
                </a:cubicBezTo>
                <a:cubicBezTo>
                  <a:pt x="0" y="59665"/>
                  <a:pt x="758" y="41538"/>
                  <a:pt x="11369" y="24922"/>
                </a:cubicBezTo>
                <a:cubicBezTo>
                  <a:pt x="18191" y="12840"/>
                  <a:pt x="28802" y="4531"/>
                  <a:pt x="42446" y="2266"/>
                </a:cubicBezTo>
                <a:cubicBezTo>
                  <a:pt x="53815" y="0"/>
                  <a:pt x="65184" y="1510"/>
                  <a:pt x="75038" y="8307"/>
                </a:cubicBezTo>
                <a:cubicBezTo>
                  <a:pt x="75796" y="9063"/>
                  <a:pt x="76553" y="9063"/>
                  <a:pt x="77311" y="9818"/>
                </a:cubicBezTo>
                <a:cubicBezTo>
                  <a:pt x="78069" y="7553"/>
                  <a:pt x="78828" y="5287"/>
                  <a:pt x="79586" y="3776"/>
                </a:cubicBezTo>
                <a:cubicBezTo>
                  <a:pt x="81101" y="3776"/>
                  <a:pt x="82617" y="3776"/>
                  <a:pt x="84891" y="3776"/>
                </a:cubicBezTo>
                <a:cubicBezTo>
                  <a:pt x="87165" y="13594"/>
                  <a:pt x="90197" y="24168"/>
                  <a:pt x="92471" y="34741"/>
                </a:cubicBezTo>
                <a:cubicBezTo>
                  <a:pt x="90955" y="35496"/>
                  <a:pt x="88682" y="36252"/>
                  <a:pt x="86407" y="37007"/>
                </a:cubicBezTo>
                <a:cubicBezTo>
                  <a:pt x="86407" y="35496"/>
                  <a:pt x="85649" y="33986"/>
                  <a:pt x="84891" y="33231"/>
                </a:cubicBezTo>
                <a:cubicBezTo>
                  <a:pt x="82617" y="27944"/>
                  <a:pt x="79586" y="22657"/>
                  <a:pt x="75796" y="18881"/>
                </a:cubicBezTo>
                <a:cubicBezTo>
                  <a:pt x="63669" y="6041"/>
                  <a:pt x="44719" y="5287"/>
                  <a:pt x="31834" y="17371"/>
                </a:cubicBezTo>
                <a:cubicBezTo>
                  <a:pt x="23496" y="25678"/>
                  <a:pt x="18948" y="35496"/>
                  <a:pt x="18191" y="46825"/>
                </a:cubicBezTo>
                <a:cubicBezTo>
                  <a:pt x="16675" y="59665"/>
                  <a:pt x="18948" y="71749"/>
                  <a:pt x="25771" y="82321"/>
                </a:cubicBezTo>
                <a:cubicBezTo>
                  <a:pt x="33350" y="94405"/>
                  <a:pt x="44719" y="99692"/>
                  <a:pt x="58363" y="98937"/>
                </a:cubicBezTo>
                <a:cubicBezTo>
                  <a:pt x="65184" y="98181"/>
                  <a:pt x="71248" y="95915"/>
                  <a:pt x="76553" y="90630"/>
                </a:cubicBezTo>
                <a:cubicBezTo>
                  <a:pt x="78828" y="88364"/>
                  <a:pt x="80344" y="86097"/>
                  <a:pt x="80344" y="82321"/>
                </a:cubicBezTo>
                <a:cubicBezTo>
                  <a:pt x="80344" y="77790"/>
                  <a:pt x="81101" y="72503"/>
                  <a:pt x="80344" y="67972"/>
                </a:cubicBezTo>
                <a:cubicBezTo>
                  <a:pt x="80344" y="61930"/>
                  <a:pt x="78828" y="61175"/>
                  <a:pt x="72763" y="59665"/>
                </a:cubicBezTo>
                <a:cubicBezTo>
                  <a:pt x="71248" y="59665"/>
                  <a:pt x="68974" y="59665"/>
                  <a:pt x="65942" y="5966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2819400" y="1143000"/>
            <a:ext cx="85814" cy="105355"/>
          </a:xfrm>
          <a:custGeom>
            <a:avLst/>
            <a:gdLst/>
            <a:ahLst/>
            <a:cxnLst/>
            <a:rect l="l" t="t" r="r" b="b"/>
            <a:pathLst>
              <a:path w="85814" h="105355">
                <a:moveTo>
                  <a:pt x="78219" y="33111"/>
                </a:moveTo>
                <a:cubicBezTo>
                  <a:pt x="75942" y="33865"/>
                  <a:pt x="74423" y="33865"/>
                  <a:pt x="72145" y="34616"/>
                </a:cubicBezTo>
                <a:cubicBezTo>
                  <a:pt x="71385" y="33111"/>
                  <a:pt x="70626" y="32360"/>
                  <a:pt x="69867" y="30855"/>
                </a:cubicBezTo>
                <a:cubicBezTo>
                  <a:pt x="66069" y="24082"/>
                  <a:pt x="61512" y="18061"/>
                  <a:pt x="54679" y="13546"/>
                </a:cubicBezTo>
                <a:cubicBezTo>
                  <a:pt x="46325" y="8278"/>
                  <a:pt x="37970" y="6773"/>
                  <a:pt x="28858" y="9031"/>
                </a:cubicBezTo>
                <a:cubicBezTo>
                  <a:pt x="25061" y="9783"/>
                  <a:pt x="21264" y="12041"/>
                  <a:pt x="18985" y="14299"/>
                </a:cubicBezTo>
                <a:cubicBezTo>
                  <a:pt x="13669" y="20319"/>
                  <a:pt x="14428" y="28597"/>
                  <a:pt x="19745" y="33111"/>
                </a:cubicBezTo>
                <a:cubicBezTo>
                  <a:pt x="23542" y="36874"/>
                  <a:pt x="27339" y="38379"/>
                  <a:pt x="31896" y="39884"/>
                </a:cubicBezTo>
                <a:cubicBezTo>
                  <a:pt x="38730" y="42142"/>
                  <a:pt x="46325" y="44400"/>
                  <a:pt x="53160" y="46657"/>
                </a:cubicBezTo>
                <a:cubicBezTo>
                  <a:pt x="58475" y="48162"/>
                  <a:pt x="63791" y="50420"/>
                  <a:pt x="68348" y="52678"/>
                </a:cubicBezTo>
                <a:cubicBezTo>
                  <a:pt x="85814" y="62461"/>
                  <a:pt x="85054" y="83532"/>
                  <a:pt x="73664" y="94068"/>
                </a:cubicBezTo>
                <a:cubicBezTo>
                  <a:pt x="64550" y="103099"/>
                  <a:pt x="53919" y="105355"/>
                  <a:pt x="42527" y="105355"/>
                </a:cubicBezTo>
                <a:cubicBezTo>
                  <a:pt x="33414" y="104604"/>
                  <a:pt x="25820" y="101594"/>
                  <a:pt x="18985" y="96326"/>
                </a:cubicBezTo>
                <a:cubicBezTo>
                  <a:pt x="18226" y="95573"/>
                  <a:pt x="17466" y="94821"/>
                  <a:pt x="15947" y="94068"/>
                </a:cubicBezTo>
                <a:cubicBezTo>
                  <a:pt x="14428" y="97078"/>
                  <a:pt x="13669" y="100089"/>
                  <a:pt x="12150" y="103099"/>
                </a:cubicBezTo>
                <a:cubicBezTo>
                  <a:pt x="10632" y="103099"/>
                  <a:pt x="9114" y="103099"/>
                  <a:pt x="7595" y="103099"/>
                </a:cubicBezTo>
                <a:cubicBezTo>
                  <a:pt x="5316" y="91058"/>
                  <a:pt x="3038" y="79017"/>
                  <a:pt x="759" y="66976"/>
                </a:cubicBezTo>
                <a:cubicBezTo>
                  <a:pt x="3038" y="66224"/>
                  <a:pt x="5316" y="66224"/>
                  <a:pt x="7595" y="65471"/>
                </a:cubicBezTo>
                <a:cubicBezTo>
                  <a:pt x="8354" y="67729"/>
                  <a:pt x="9114" y="69986"/>
                  <a:pt x="9873" y="71492"/>
                </a:cubicBezTo>
                <a:cubicBezTo>
                  <a:pt x="13669" y="79770"/>
                  <a:pt x="19745" y="87295"/>
                  <a:pt x="27339" y="91811"/>
                </a:cubicBezTo>
                <a:cubicBezTo>
                  <a:pt x="34933" y="97078"/>
                  <a:pt x="43287" y="98582"/>
                  <a:pt x="52400" y="96326"/>
                </a:cubicBezTo>
                <a:cubicBezTo>
                  <a:pt x="56956" y="95573"/>
                  <a:pt x="60753" y="92563"/>
                  <a:pt x="64550" y="89553"/>
                </a:cubicBezTo>
                <a:cubicBezTo>
                  <a:pt x="71385" y="82780"/>
                  <a:pt x="71385" y="69986"/>
                  <a:pt x="61512" y="64719"/>
                </a:cubicBezTo>
                <a:cubicBezTo>
                  <a:pt x="56956" y="62461"/>
                  <a:pt x="52400" y="60956"/>
                  <a:pt x="47843" y="59451"/>
                </a:cubicBezTo>
                <a:cubicBezTo>
                  <a:pt x="41768" y="57193"/>
                  <a:pt x="34933" y="55688"/>
                  <a:pt x="28858" y="53430"/>
                </a:cubicBezTo>
                <a:cubicBezTo>
                  <a:pt x="23542" y="51925"/>
                  <a:pt x="18985" y="49668"/>
                  <a:pt x="14428" y="46657"/>
                </a:cubicBezTo>
                <a:cubicBezTo>
                  <a:pt x="759" y="38379"/>
                  <a:pt x="0" y="20319"/>
                  <a:pt x="11391" y="9783"/>
                </a:cubicBezTo>
                <a:cubicBezTo>
                  <a:pt x="18985" y="2258"/>
                  <a:pt x="28099" y="0"/>
                  <a:pt x="38730" y="0"/>
                </a:cubicBezTo>
                <a:cubicBezTo>
                  <a:pt x="47084" y="0"/>
                  <a:pt x="54679" y="2258"/>
                  <a:pt x="61512" y="7526"/>
                </a:cubicBezTo>
                <a:cubicBezTo>
                  <a:pt x="61512" y="7526"/>
                  <a:pt x="61512" y="8278"/>
                  <a:pt x="62272" y="8278"/>
                </a:cubicBezTo>
                <a:cubicBezTo>
                  <a:pt x="62272" y="8278"/>
                  <a:pt x="62272" y="8278"/>
                  <a:pt x="63031" y="8278"/>
                </a:cubicBezTo>
                <a:cubicBezTo>
                  <a:pt x="63791" y="6020"/>
                  <a:pt x="64550" y="3763"/>
                  <a:pt x="66069" y="1505"/>
                </a:cubicBezTo>
                <a:cubicBezTo>
                  <a:pt x="67588" y="1505"/>
                  <a:pt x="69107" y="1505"/>
                  <a:pt x="70626" y="1505"/>
                </a:cubicBezTo>
                <a:cubicBezTo>
                  <a:pt x="72904" y="12041"/>
                  <a:pt x="75942" y="22577"/>
                  <a:pt x="78219" y="3311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651000" y="1143000"/>
            <a:ext cx="85814" cy="101958"/>
          </a:xfrm>
          <a:custGeom>
            <a:avLst/>
            <a:gdLst/>
            <a:ahLst/>
            <a:cxnLst/>
            <a:rect l="l" t="t" r="r" b="b"/>
            <a:pathLst>
              <a:path w="85814" h="101958">
                <a:moveTo>
                  <a:pt x="25061" y="58909"/>
                </a:moveTo>
                <a:cubicBezTo>
                  <a:pt x="25061" y="60419"/>
                  <a:pt x="25061" y="61175"/>
                  <a:pt x="25061" y="61930"/>
                </a:cubicBezTo>
                <a:cubicBezTo>
                  <a:pt x="25061" y="70237"/>
                  <a:pt x="25061" y="77790"/>
                  <a:pt x="25061" y="86098"/>
                </a:cubicBezTo>
                <a:cubicBezTo>
                  <a:pt x="25061" y="86853"/>
                  <a:pt x="25061" y="88364"/>
                  <a:pt x="25061" y="89118"/>
                </a:cubicBezTo>
                <a:cubicBezTo>
                  <a:pt x="25820" y="94405"/>
                  <a:pt x="26580" y="95915"/>
                  <a:pt x="32656" y="96671"/>
                </a:cubicBezTo>
                <a:cubicBezTo>
                  <a:pt x="34173" y="96671"/>
                  <a:pt x="35692" y="96671"/>
                  <a:pt x="37211" y="96671"/>
                </a:cubicBezTo>
                <a:cubicBezTo>
                  <a:pt x="37211" y="98181"/>
                  <a:pt x="37211" y="100448"/>
                  <a:pt x="37211" y="101958"/>
                </a:cubicBezTo>
                <a:cubicBezTo>
                  <a:pt x="25061" y="101958"/>
                  <a:pt x="12150" y="101958"/>
                  <a:pt x="0" y="101958"/>
                </a:cubicBezTo>
                <a:cubicBezTo>
                  <a:pt x="0" y="100448"/>
                  <a:pt x="0" y="98937"/>
                  <a:pt x="0" y="96671"/>
                </a:cubicBezTo>
                <a:cubicBezTo>
                  <a:pt x="1519" y="96671"/>
                  <a:pt x="3797" y="96671"/>
                  <a:pt x="6076" y="95915"/>
                </a:cubicBezTo>
                <a:cubicBezTo>
                  <a:pt x="9873" y="95161"/>
                  <a:pt x="10632" y="94405"/>
                  <a:pt x="11391" y="90630"/>
                </a:cubicBezTo>
                <a:cubicBezTo>
                  <a:pt x="11391" y="89118"/>
                  <a:pt x="11391" y="87608"/>
                  <a:pt x="11391" y="86098"/>
                </a:cubicBezTo>
                <a:cubicBezTo>
                  <a:pt x="12150" y="62685"/>
                  <a:pt x="12150" y="39272"/>
                  <a:pt x="11391" y="15860"/>
                </a:cubicBezTo>
                <a:cubicBezTo>
                  <a:pt x="11391" y="14350"/>
                  <a:pt x="11391" y="12084"/>
                  <a:pt x="11391" y="10574"/>
                </a:cubicBezTo>
                <a:cubicBezTo>
                  <a:pt x="10632" y="8307"/>
                  <a:pt x="9114" y="6797"/>
                  <a:pt x="6835" y="6797"/>
                </a:cubicBezTo>
                <a:cubicBezTo>
                  <a:pt x="4557" y="6041"/>
                  <a:pt x="2278" y="6041"/>
                  <a:pt x="0" y="6041"/>
                </a:cubicBezTo>
                <a:cubicBezTo>
                  <a:pt x="0" y="3776"/>
                  <a:pt x="0" y="2266"/>
                  <a:pt x="0" y="756"/>
                </a:cubicBezTo>
                <a:cubicBezTo>
                  <a:pt x="759" y="0"/>
                  <a:pt x="2278" y="0"/>
                  <a:pt x="3038" y="0"/>
                </a:cubicBezTo>
                <a:cubicBezTo>
                  <a:pt x="15947" y="0"/>
                  <a:pt x="29618" y="0"/>
                  <a:pt x="42527" y="0"/>
                </a:cubicBezTo>
                <a:cubicBezTo>
                  <a:pt x="47084" y="0"/>
                  <a:pt x="51641" y="756"/>
                  <a:pt x="55437" y="756"/>
                </a:cubicBezTo>
                <a:cubicBezTo>
                  <a:pt x="74423" y="3021"/>
                  <a:pt x="85814" y="19637"/>
                  <a:pt x="80498" y="37762"/>
                </a:cubicBezTo>
                <a:cubicBezTo>
                  <a:pt x="77460" y="48336"/>
                  <a:pt x="70626" y="55133"/>
                  <a:pt x="59234" y="57399"/>
                </a:cubicBezTo>
                <a:cubicBezTo>
                  <a:pt x="53160" y="58153"/>
                  <a:pt x="47843" y="58153"/>
                  <a:pt x="41768" y="58909"/>
                </a:cubicBezTo>
                <a:cubicBezTo>
                  <a:pt x="36452" y="58909"/>
                  <a:pt x="31137" y="58909"/>
                  <a:pt x="25061" y="58909"/>
                </a:cubicBezTo>
                <a:close/>
                <a:moveTo>
                  <a:pt x="25061" y="51356"/>
                </a:moveTo>
                <a:cubicBezTo>
                  <a:pt x="34173" y="50602"/>
                  <a:pt x="42527" y="51356"/>
                  <a:pt x="50881" y="50602"/>
                </a:cubicBezTo>
                <a:cubicBezTo>
                  <a:pt x="57715" y="49846"/>
                  <a:pt x="62272" y="45315"/>
                  <a:pt x="64550" y="39272"/>
                </a:cubicBezTo>
                <a:cubicBezTo>
                  <a:pt x="67588" y="33986"/>
                  <a:pt x="67588" y="27944"/>
                  <a:pt x="66069" y="21902"/>
                </a:cubicBezTo>
                <a:cubicBezTo>
                  <a:pt x="63791" y="14350"/>
                  <a:pt x="59234" y="9063"/>
                  <a:pt x="50122" y="8307"/>
                </a:cubicBezTo>
                <a:cubicBezTo>
                  <a:pt x="42527" y="8307"/>
                  <a:pt x="34173" y="8307"/>
                  <a:pt x="25820" y="8307"/>
                </a:cubicBezTo>
                <a:cubicBezTo>
                  <a:pt x="25820" y="8307"/>
                  <a:pt x="25820" y="8307"/>
                  <a:pt x="25061" y="8307"/>
                </a:cubicBezTo>
                <a:cubicBezTo>
                  <a:pt x="25061" y="22657"/>
                  <a:pt x="25061" y="36252"/>
                  <a:pt x="25061" y="513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2247900" y="1143000"/>
            <a:ext cx="101109" cy="104507"/>
          </a:xfrm>
          <a:custGeom>
            <a:avLst/>
            <a:gdLst/>
            <a:ahLst/>
            <a:cxnLst/>
            <a:rect l="l" t="t" r="r" b="b"/>
            <a:pathLst>
              <a:path w="101109" h="104507">
                <a:moveTo>
                  <a:pt x="37250" y="0"/>
                </a:moveTo>
                <a:cubicBezTo>
                  <a:pt x="37250" y="1515"/>
                  <a:pt x="37250" y="3029"/>
                  <a:pt x="37250" y="5301"/>
                </a:cubicBezTo>
                <a:cubicBezTo>
                  <a:pt x="34969" y="5301"/>
                  <a:pt x="33449" y="5301"/>
                  <a:pt x="31168" y="6058"/>
                </a:cubicBezTo>
                <a:cubicBezTo>
                  <a:pt x="27367" y="6058"/>
                  <a:pt x="25847" y="7573"/>
                  <a:pt x="25847" y="11359"/>
                </a:cubicBezTo>
                <a:cubicBezTo>
                  <a:pt x="25088" y="12874"/>
                  <a:pt x="25088" y="15146"/>
                  <a:pt x="25088" y="17418"/>
                </a:cubicBezTo>
                <a:cubicBezTo>
                  <a:pt x="25088" y="32564"/>
                  <a:pt x="25088" y="47710"/>
                  <a:pt x="25088" y="62856"/>
                </a:cubicBezTo>
                <a:cubicBezTo>
                  <a:pt x="25088" y="65885"/>
                  <a:pt x="25088" y="69671"/>
                  <a:pt x="25847" y="72701"/>
                </a:cubicBezTo>
                <a:cubicBezTo>
                  <a:pt x="27367" y="84817"/>
                  <a:pt x="34969" y="90876"/>
                  <a:pt x="45612" y="93905"/>
                </a:cubicBezTo>
                <a:cubicBezTo>
                  <a:pt x="57776" y="96934"/>
                  <a:pt x="67659" y="93148"/>
                  <a:pt x="76021" y="83303"/>
                </a:cubicBezTo>
                <a:cubicBezTo>
                  <a:pt x="79061" y="80273"/>
                  <a:pt x="79822" y="75730"/>
                  <a:pt x="80583" y="71186"/>
                </a:cubicBezTo>
                <a:cubicBezTo>
                  <a:pt x="80583" y="68157"/>
                  <a:pt x="80583" y="64370"/>
                  <a:pt x="81342" y="60584"/>
                </a:cubicBezTo>
                <a:cubicBezTo>
                  <a:pt x="81342" y="46952"/>
                  <a:pt x="81342" y="32564"/>
                  <a:pt x="81342" y="18175"/>
                </a:cubicBezTo>
                <a:cubicBezTo>
                  <a:pt x="81342" y="15903"/>
                  <a:pt x="80583" y="13631"/>
                  <a:pt x="80583" y="11359"/>
                </a:cubicBezTo>
                <a:cubicBezTo>
                  <a:pt x="79822" y="7573"/>
                  <a:pt x="78302" y="6058"/>
                  <a:pt x="73740" y="6058"/>
                </a:cubicBezTo>
                <a:cubicBezTo>
                  <a:pt x="72220" y="5301"/>
                  <a:pt x="70700" y="5301"/>
                  <a:pt x="69179" y="5301"/>
                </a:cubicBezTo>
                <a:cubicBezTo>
                  <a:pt x="69179" y="3029"/>
                  <a:pt x="69179" y="1515"/>
                  <a:pt x="69179" y="0"/>
                </a:cubicBezTo>
                <a:cubicBezTo>
                  <a:pt x="79822" y="0"/>
                  <a:pt x="90465" y="0"/>
                  <a:pt x="101109" y="0"/>
                </a:cubicBezTo>
                <a:cubicBezTo>
                  <a:pt x="101109" y="1515"/>
                  <a:pt x="101109" y="3029"/>
                  <a:pt x="101109" y="5301"/>
                </a:cubicBezTo>
                <a:cubicBezTo>
                  <a:pt x="99587" y="5301"/>
                  <a:pt x="97307" y="5301"/>
                  <a:pt x="95786" y="6058"/>
                </a:cubicBezTo>
                <a:cubicBezTo>
                  <a:pt x="91986" y="6058"/>
                  <a:pt x="90465" y="8330"/>
                  <a:pt x="89705" y="11359"/>
                </a:cubicBezTo>
                <a:cubicBezTo>
                  <a:pt x="89705" y="13631"/>
                  <a:pt x="89705" y="16661"/>
                  <a:pt x="89705" y="18932"/>
                </a:cubicBezTo>
                <a:cubicBezTo>
                  <a:pt x="88944" y="34836"/>
                  <a:pt x="89705" y="50739"/>
                  <a:pt x="88944" y="66642"/>
                </a:cubicBezTo>
                <a:cubicBezTo>
                  <a:pt x="88944" y="71186"/>
                  <a:pt x="88185" y="74972"/>
                  <a:pt x="86664" y="79516"/>
                </a:cubicBezTo>
                <a:cubicBezTo>
                  <a:pt x="82103" y="93905"/>
                  <a:pt x="71460" y="101478"/>
                  <a:pt x="56256" y="102992"/>
                </a:cubicBezTo>
                <a:cubicBezTo>
                  <a:pt x="45612" y="104507"/>
                  <a:pt x="35730" y="102235"/>
                  <a:pt x="26608" y="96177"/>
                </a:cubicBezTo>
                <a:cubicBezTo>
                  <a:pt x="18245" y="90876"/>
                  <a:pt x="13684" y="82545"/>
                  <a:pt x="12924" y="72701"/>
                </a:cubicBezTo>
                <a:cubicBezTo>
                  <a:pt x="12163" y="69671"/>
                  <a:pt x="12163" y="65885"/>
                  <a:pt x="12163" y="62856"/>
                </a:cubicBezTo>
                <a:cubicBezTo>
                  <a:pt x="12163" y="48467"/>
                  <a:pt x="12163" y="34078"/>
                  <a:pt x="12163" y="18932"/>
                </a:cubicBezTo>
                <a:cubicBezTo>
                  <a:pt x="12163" y="16661"/>
                  <a:pt x="12163" y="13631"/>
                  <a:pt x="12163" y="11359"/>
                </a:cubicBezTo>
                <a:cubicBezTo>
                  <a:pt x="11403" y="7573"/>
                  <a:pt x="9883" y="6058"/>
                  <a:pt x="6082" y="6058"/>
                </a:cubicBezTo>
                <a:cubicBezTo>
                  <a:pt x="3801" y="5301"/>
                  <a:pt x="2281" y="5301"/>
                  <a:pt x="0" y="5301"/>
                </a:cubicBezTo>
                <a:cubicBezTo>
                  <a:pt x="0" y="3029"/>
                  <a:pt x="0" y="1515"/>
                  <a:pt x="0" y="0"/>
                </a:cubicBezTo>
                <a:cubicBezTo>
                  <a:pt x="12163" y="0"/>
                  <a:pt x="24327" y="0"/>
                  <a:pt x="37250"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2501900" y="1143000"/>
            <a:ext cx="100258" cy="103657"/>
          </a:xfrm>
          <a:custGeom>
            <a:avLst/>
            <a:gdLst/>
            <a:ahLst/>
            <a:cxnLst/>
            <a:rect l="l" t="t" r="r" b="b"/>
            <a:pathLst>
              <a:path w="100258" h="103657">
                <a:moveTo>
                  <a:pt x="55029" y="103657"/>
                </a:moveTo>
                <a:cubicBezTo>
                  <a:pt x="52014" y="103657"/>
                  <a:pt x="49752" y="103657"/>
                  <a:pt x="48245" y="103657"/>
                </a:cubicBezTo>
                <a:cubicBezTo>
                  <a:pt x="45983" y="103657"/>
                  <a:pt x="44475" y="102900"/>
                  <a:pt x="43721" y="100631"/>
                </a:cubicBezTo>
                <a:cubicBezTo>
                  <a:pt x="39199" y="87012"/>
                  <a:pt x="33922" y="74149"/>
                  <a:pt x="29399" y="60529"/>
                </a:cubicBezTo>
                <a:cubicBezTo>
                  <a:pt x="23368" y="46154"/>
                  <a:pt x="18091" y="31778"/>
                  <a:pt x="12814" y="17403"/>
                </a:cubicBezTo>
                <a:cubicBezTo>
                  <a:pt x="12061" y="15132"/>
                  <a:pt x="11307" y="12863"/>
                  <a:pt x="9799" y="10593"/>
                </a:cubicBezTo>
                <a:cubicBezTo>
                  <a:pt x="8292" y="7567"/>
                  <a:pt x="6030" y="6053"/>
                  <a:pt x="3015" y="5296"/>
                </a:cubicBezTo>
                <a:cubicBezTo>
                  <a:pt x="2262" y="5296"/>
                  <a:pt x="1507" y="5296"/>
                  <a:pt x="0" y="5296"/>
                </a:cubicBezTo>
                <a:cubicBezTo>
                  <a:pt x="0" y="3026"/>
                  <a:pt x="0" y="1514"/>
                  <a:pt x="0" y="0"/>
                </a:cubicBezTo>
                <a:cubicBezTo>
                  <a:pt x="12061" y="0"/>
                  <a:pt x="23368" y="0"/>
                  <a:pt x="35429" y="0"/>
                </a:cubicBezTo>
                <a:cubicBezTo>
                  <a:pt x="35429" y="1514"/>
                  <a:pt x="35429" y="3026"/>
                  <a:pt x="35429" y="5296"/>
                </a:cubicBezTo>
                <a:cubicBezTo>
                  <a:pt x="33169" y="5296"/>
                  <a:pt x="31660" y="5296"/>
                  <a:pt x="29399" y="6053"/>
                </a:cubicBezTo>
                <a:cubicBezTo>
                  <a:pt x="25630" y="6053"/>
                  <a:pt x="24875" y="7567"/>
                  <a:pt x="25630" y="11349"/>
                </a:cubicBezTo>
                <a:cubicBezTo>
                  <a:pt x="25630" y="12863"/>
                  <a:pt x="26384" y="14376"/>
                  <a:pt x="26384" y="15132"/>
                </a:cubicBezTo>
                <a:cubicBezTo>
                  <a:pt x="34676" y="38588"/>
                  <a:pt x="42968" y="61286"/>
                  <a:pt x="51260" y="84742"/>
                </a:cubicBezTo>
                <a:cubicBezTo>
                  <a:pt x="52014" y="85498"/>
                  <a:pt x="52014" y="86255"/>
                  <a:pt x="52767" y="87768"/>
                </a:cubicBezTo>
                <a:cubicBezTo>
                  <a:pt x="53522" y="86255"/>
                  <a:pt x="53522" y="85498"/>
                  <a:pt x="54275" y="85498"/>
                </a:cubicBezTo>
                <a:cubicBezTo>
                  <a:pt x="62567" y="61286"/>
                  <a:pt x="70860" y="37831"/>
                  <a:pt x="79905" y="13619"/>
                </a:cubicBezTo>
                <a:cubicBezTo>
                  <a:pt x="79905" y="12863"/>
                  <a:pt x="79905" y="12863"/>
                  <a:pt x="79905" y="12106"/>
                </a:cubicBezTo>
                <a:cubicBezTo>
                  <a:pt x="80659" y="7567"/>
                  <a:pt x="79905" y="6053"/>
                  <a:pt x="76135" y="5296"/>
                </a:cubicBezTo>
                <a:cubicBezTo>
                  <a:pt x="73875" y="5296"/>
                  <a:pt x="72367" y="5296"/>
                  <a:pt x="70860" y="5296"/>
                </a:cubicBezTo>
                <a:cubicBezTo>
                  <a:pt x="70860" y="3026"/>
                  <a:pt x="70860" y="1514"/>
                  <a:pt x="70860" y="0"/>
                </a:cubicBezTo>
                <a:cubicBezTo>
                  <a:pt x="79905" y="0"/>
                  <a:pt x="89704" y="0"/>
                  <a:pt x="100258" y="0"/>
                </a:cubicBezTo>
                <a:cubicBezTo>
                  <a:pt x="100258" y="1514"/>
                  <a:pt x="100258" y="3026"/>
                  <a:pt x="100258" y="5296"/>
                </a:cubicBezTo>
                <a:cubicBezTo>
                  <a:pt x="99504" y="5296"/>
                  <a:pt x="98750" y="5296"/>
                  <a:pt x="97997" y="5296"/>
                </a:cubicBezTo>
                <a:cubicBezTo>
                  <a:pt x="93473" y="6053"/>
                  <a:pt x="91213" y="8322"/>
                  <a:pt x="89704" y="12106"/>
                </a:cubicBezTo>
                <a:cubicBezTo>
                  <a:pt x="87443" y="18158"/>
                  <a:pt x="85181" y="23456"/>
                  <a:pt x="82920" y="28752"/>
                </a:cubicBezTo>
                <a:cubicBezTo>
                  <a:pt x="73875" y="52963"/>
                  <a:pt x="64828" y="76418"/>
                  <a:pt x="55782" y="100631"/>
                </a:cubicBezTo>
                <a:cubicBezTo>
                  <a:pt x="55782" y="101387"/>
                  <a:pt x="55029" y="102144"/>
                  <a:pt x="55029" y="10365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3035300" y="1143000"/>
            <a:ext cx="90912" cy="101958"/>
          </a:xfrm>
          <a:custGeom>
            <a:avLst/>
            <a:gdLst/>
            <a:ahLst/>
            <a:cxnLst/>
            <a:rect l="l" t="t" r="r" b="b"/>
            <a:pathLst>
              <a:path w="90912" h="101958">
                <a:moveTo>
                  <a:pt x="64397" y="95915"/>
                </a:moveTo>
                <a:cubicBezTo>
                  <a:pt x="64397" y="98181"/>
                  <a:pt x="64397" y="99692"/>
                  <a:pt x="64397" y="101202"/>
                </a:cubicBezTo>
                <a:cubicBezTo>
                  <a:pt x="61365" y="101958"/>
                  <a:pt x="33335" y="101958"/>
                  <a:pt x="26516" y="101202"/>
                </a:cubicBezTo>
                <a:cubicBezTo>
                  <a:pt x="26516" y="99692"/>
                  <a:pt x="26516" y="98181"/>
                  <a:pt x="26516" y="95915"/>
                </a:cubicBezTo>
                <a:cubicBezTo>
                  <a:pt x="28788" y="95915"/>
                  <a:pt x="31062" y="95161"/>
                  <a:pt x="33335" y="95161"/>
                </a:cubicBezTo>
                <a:cubicBezTo>
                  <a:pt x="36365" y="95161"/>
                  <a:pt x="37880" y="93650"/>
                  <a:pt x="37880" y="90630"/>
                </a:cubicBezTo>
                <a:cubicBezTo>
                  <a:pt x="38637" y="89118"/>
                  <a:pt x="38637" y="86853"/>
                  <a:pt x="38637" y="85343"/>
                </a:cubicBezTo>
                <a:cubicBezTo>
                  <a:pt x="38637" y="78546"/>
                  <a:pt x="38637" y="71749"/>
                  <a:pt x="38637" y="64196"/>
                </a:cubicBezTo>
                <a:cubicBezTo>
                  <a:pt x="38637" y="62685"/>
                  <a:pt x="38637" y="61175"/>
                  <a:pt x="37880" y="59665"/>
                </a:cubicBezTo>
                <a:cubicBezTo>
                  <a:pt x="29547" y="44559"/>
                  <a:pt x="21213" y="29455"/>
                  <a:pt x="12879" y="14350"/>
                </a:cubicBezTo>
                <a:cubicBezTo>
                  <a:pt x="12122" y="12840"/>
                  <a:pt x="11364" y="12084"/>
                  <a:pt x="11364" y="11328"/>
                </a:cubicBezTo>
                <a:cubicBezTo>
                  <a:pt x="9091" y="7553"/>
                  <a:pt x="6819" y="5287"/>
                  <a:pt x="2273" y="5287"/>
                </a:cubicBezTo>
                <a:cubicBezTo>
                  <a:pt x="1515" y="5287"/>
                  <a:pt x="758" y="5287"/>
                  <a:pt x="0" y="5287"/>
                </a:cubicBezTo>
                <a:cubicBezTo>
                  <a:pt x="0" y="3021"/>
                  <a:pt x="0" y="1510"/>
                  <a:pt x="0" y="0"/>
                </a:cubicBezTo>
                <a:cubicBezTo>
                  <a:pt x="12122" y="0"/>
                  <a:pt x="23486" y="0"/>
                  <a:pt x="36365" y="0"/>
                </a:cubicBezTo>
                <a:cubicBezTo>
                  <a:pt x="36365" y="1510"/>
                  <a:pt x="36365" y="3021"/>
                  <a:pt x="36365" y="5287"/>
                </a:cubicBezTo>
                <a:cubicBezTo>
                  <a:pt x="34092" y="5287"/>
                  <a:pt x="31819" y="5287"/>
                  <a:pt x="30303" y="5287"/>
                </a:cubicBezTo>
                <a:cubicBezTo>
                  <a:pt x="26516" y="6041"/>
                  <a:pt x="25758" y="7553"/>
                  <a:pt x="27273" y="10574"/>
                </a:cubicBezTo>
                <a:cubicBezTo>
                  <a:pt x="27273" y="11328"/>
                  <a:pt x="28031" y="12840"/>
                  <a:pt x="28031" y="13594"/>
                </a:cubicBezTo>
                <a:cubicBezTo>
                  <a:pt x="34092" y="24922"/>
                  <a:pt x="40152" y="37007"/>
                  <a:pt x="46214" y="48336"/>
                </a:cubicBezTo>
                <a:cubicBezTo>
                  <a:pt x="46214" y="49091"/>
                  <a:pt x="46971" y="49846"/>
                  <a:pt x="47729" y="51356"/>
                </a:cubicBezTo>
                <a:cubicBezTo>
                  <a:pt x="48486" y="49846"/>
                  <a:pt x="49244" y="49091"/>
                  <a:pt x="50001" y="48336"/>
                </a:cubicBezTo>
                <a:cubicBezTo>
                  <a:pt x="56063" y="37007"/>
                  <a:pt x="62123" y="25678"/>
                  <a:pt x="68942" y="13594"/>
                </a:cubicBezTo>
                <a:cubicBezTo>
                  <a:pt x="69699" y="12084"/>
                  <a:pt x="70457" y="10574"/>
                  <a:pt x="70457" y="9063"/>
                </a:cubicBezTo>
                <a:cubicBezTo>
                  <a:pt x="71214" y="6797"/>
                  <a:pt x="70457" y="6041"/>
                  <a:pt x="68184" y="6041"/>
                </a:cubicBezTo>
                <a:cubicBezTo>
                  <a:pt x="65912" y="5287"/>
                  <a:pt x="64397" y="5287"/>
                  <a:pt x="61365" y="5287"/>
                </a:cubicBezTo>
                <a:cubicBezTo>
                  <a:pt x="61365" y="3021"/>
                  <a:pt x="61365" y="1510"/>
                  <a:pt x="61365" y="0"/>
                </a:cubicBezTo>
                <a:cubicBezTo>
                  <a:pt x="71214" y="0"/>
                  <a:pt x="81063" y="0"/>
                  <a:pt x="90912" y="0"/>
                </a:cubicBezTo>
                <a:cubicBezTo>
                  <a:pt x="90912" y="1510"/>
                  <a:pt x="90912" y="3021"/>
                  <a:pt x="90912" y="5287"/>
                </a:cubicBezTo>
                <a:cubicBezTo>
                  <a:pt x="90155" y="5287"/>
                  <a:pt x="88640" y="5287"/>
                  <a:pt x="87125" y="6041"/>
                </a:cubicBezTo>
                <a:cubicBezTo>
                  <a:pt x="84851" y="6041"/>
                  <a:pt x="82578" y="6797"/>
                  <a:pt x="81821" y="9063"/>
                </a:cubicBezTo>
                <a:cubicBezTo>
                  <a:pt x="80306" y="10574"/>
                  <a:pt x="78791" y="12840"/>
                  <a:pt x="78033" y="14350"/>
                </a:cubicBezTo>
                <a:cubicBezTo>
                  <a:pt x="69699" y="28699"/>
                  <a:pt x="61365" y="42294"/>
                  <a:pt x="53790" y="56643"/>
                </a:cubicBezTo>
                <a:cubicBezTo>
                  <a:pt x="52274" y="58153"/>
                  <a:pt x="51516" y="60419"/>
                  <a:pt x="52274" y="61930"/>
                </a:cubicBezTo>
                <a:cubicBezTo>
                  <a:pt x="52274" y="69483"/>
                  <a:pt x="52274" y="77034"/>
                  <a:pt x="52274" y="83833"/>
                </a:cubicBezTo>
                <a:cubicBezTo>
                  <a:pt x="52274" y="86098"/>
                  <a:pt x="52274" y="87608"/>
                  <a:pt x="52274" y="89118"/>
                </a:cubicBezTo>
                <a:cubicBezTo>
                  <a:pt x="53031" y="93650"/>
                  <a:pt x="53790" y="94405"/>
                  <a:pt x="58335" y="95161"/>
                </a:cubicBezTo>
                <a:cubicBezTo>
                  <a:pt x="60608" y="95161"/>
                  <a:pt x="62123" y="95915"/>
                  <a:pt x="64397" y="9591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2959100" y="1143000"/>
            <a:ext cx="87513" cy="104507"/>
          </a:xfrm>
          <a:custGeom>
            <a:avLst/>
            <a:gdLst/>
            <a:ahLst/>
            <a:cxnLst/>
            <a:rect l="l" t="t" r="r" b="b"/>
            <a:pathLst>
              <a:path w="87513" h="104507">
                <a:moveTo>
                  <a:pt x="81478" y="31577"/>
                </a:moveTo>
                <a:cubicBezTo>
                  <a:pt x="79969" y="27818"/>
                  <a:pt x="78459" y="24811"/>
                  <a:pt x="76951" y="21803"/>
                </a:cubicBezTo>
                <a:cubicBezTo>
                  <a:pt x="72424" y="12781"/>
                  <a:pt x="64126" y="9774"/>
                  <a:pt x="54318" y="10526"/>
                </a:cubicBezTo>
                <a:cubicBezTo>
                  <a:pt x="51300" y="10526"/>
                  <a:pt x="50546" y="11278"/>
                  <a:pt x="50546" y="13533"/>
                </a:cubicBezTo>
                <a:cubicBezTo>
                  <a:pt x="49792" y="15037"/>
                  <a:pt x="49792" y="16540"/>
                  <a:pt x="49792" y="18044"/>
                </a:cubicBezTo>
                <a:cubicBezTo>
                  <a:pt x="49792" y="40599"/>
                  <a:pt x="49792" y="63908"/>
                  <a:pt x="49792" y="86463"/>
                </a:cubicBezTo>
                <a:cubicBezTo>
                  <a:pt x="49792" y="88718"/>
                  <a:pt x="50546" y="90222"/>
                  <a:pt x="50546" y="92478"/>
                </a:cubicBezTo>
                <a:cubicBezTo>
                  <a:pt x="51300" y="96237"/>
                  <a:pt x="52809" y="97740"/>
                  <a:pt x="56582" y="98492"/>
                </a:cubicBezTo>
                <a:cubicBezTo>
                  <a:pt x="58845" y="98492"/>
                  <a:pt x="60354" y="99244"/>
                  <a:pt x="62617" y="99244"/>
                </a:cubicBezTo>
                <a:cubicBezTo>
                  <a:pt x="62617" y="100748"/>
                  <a:pt x="62617" y="103003"/>
                  <a:pt x="62617" y="104507"/>
                </a:cubicBezTo>
                <a:cubicBezTo>
                  <a:pt x="49792" y="104507"/>
                  <a:pt x="37722" y="104507"/>
                  <a:pt x="24896" y="104507"/>
                </a:cubicBezTo>
                <a:cubicBezTo>
                  <a:pt x="24896" y="103003"/>
                  <a:pt x="24896" y="101500"/>
                  <a:pt x="24896" y="99244"/>
                </a:cubicBezTo>
                <a:cubicBezTo>
                  <a:pt x="27159" y="99244"/>
                  <a:pt x="29422" y="98492"/>
                  <a:pt x="30931" y="98492"/>
                </a:cubicBezTo>
                <a:cubicBezTo>
                  <a:pt x="35458" y="97740"/>
                  <a:pt x="36967" y="96237"/>
                  <a:pt x="36967" y="92478"/>
                </a:cubicBezTo>
                <a:cubicBezTo>
                  <a:pt x="36967" y="90974"/>
                  <a:pt x="36967" y="90222"/>
                  <a:pt x="36967" y="88718"/>
                </a:cubicBezTo>
                <a:cubicBezTo>
                  <a:pt x="36967" y="64660"/>
                  <a:pt x="36967" y="40599"/>
                  <a:pt x="36967" y="16540"/>
                </a:cubicBezTo>
                <a:cubicBezTo>
                  <a:pt x="36967" y="10526"/>
                  <a:pt x="36967" y="9774"/>
                  <a:pt x="30931" y="10526"/>
                </a:cubicBezTo>
                <a:cubicBezTo>
                  <a:pt x="28668" y="10526"/>
                  <a:pt x="26405" y="10526"/>
                  <a:pt x="24141" y="11278"/>
                </a:cubicBezTo>
                <a:cubicBezTo>
                  <a:pt x="19615" y="12029"/>
                  <a:pt x="15843" y="13533"/>
                  <a:pt x="13580" y="17292"/>
                </a:cubicBezTo>
                <a:cubicBezTo>
                  <a:pt x="11317" y="20300"/>
                  <a:pt x="9807" y="24059"/>
                  <a:pt x="8298" y="27066"/>
                </a:cubicBezTo>
                <a:cubicBezTo>
                  <a:pt x="7544" y="28570"/>
                  <a:pt x="6789" y="30074"/>
                  <a:pt x="6035" y="31577"/>
                </a:cubicBezTo>
                <a:cubicBezTo>
                  <a:pt x="3772" y="30825"/>
                  <a:pt x="2263" y="30074"/>
                  <a:pt x="0" y="29322"/>
                </a:cubicBezTo>
                <a:cubicBezTo>
                  <a:pt x="3772" y="19548"/>
                  <a:pt x="6789" y="9774"/>
                  <a:pt x="9807" y="0"/>
                </a:cubicBezTo>
                <a:cubicBezTo>
                  <a:pt x="11317" y="0"/>
                  <a:pt x="12826" y="0"/>
                  <a:pt x="14334" y="0"/>
                </a:cubicBezTo>
                <a:cubicBezTo>
                  <a:pt x="15089" y="752"/>
                  <a:pt x="15089" y="2256"/>
                  <a:pt x="15843" y="3007"/>
                </a:cubicBezTo>
                <a:cubicBezTo>
                  <a:pt x="34704" y="3007"/>
                  <a:pt x="52809" y="3007"/>
                  <a:pt x="71670" y="3007"/>
                </a:cubicBezTo>
                <a:cubicBezTo>
                  <a:pt x="71670" y="2256"/>
                  <a:pt x="72424" y="752"/>
                  <a:pt x="73179" y="0"/>
                </a:cubicBezTo>
                <a:cubicBezTo>
                  <a:pt x="73933" y="0"/>
                  <a:pt x="75442" y="0"/>
                  <a:pt x="77705" y="0"/>
                </a:cubicBezTo>
                <a:cubicBezTo>
                  <a:pt x="80724" y="9774"/>
                  <a:pt x="84496" y="19548"/>
                  <a:pt x="87513" y="29322"/>
                </a:cubicBezTo>
                <a:cubicBezTo>
                  <a:pt x="85250" y="30074"/>
                  <a:pt x="83741" y="30825"/>
                  <a:pt x="81478" y="3157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943100" y="1143000"/>
            <a:ext cx="37384" cy="101109"/>
          </a:xfrm>
          <a:custGeom>
            <a:avLst/>
            <a:gdLst/>
            <a:ahLst/>
            <a:cxnLst/>
            <a:rect l="l" t="t" r="r" b="b"/>
            <a:pathLst>
              <a:path w="37384" h="101109">
                <a:moveTo>
                  <a:pt x="0" y="101109"/>
                </a:moveTo>
                <a:cubicBezTo>
                  <a:pt x="0" y="99598"/>
                  <a:pt x="0" y="98090"/>
                  <a:pt x="0" y="95827"/>
                </a:cubicBezTo>
                <a:cubicBezTo>
                  <a:pt x="2243" y="95827"/>
                  <a:pt x="4486" y="95827"/>
                  <a:pt x="6730" y="95072"/>
                </a:cubicBezTo>
                <a:cubicBezTo>
                  <a:pt x="9719" y="94317"/>
                  <a:pt x="11215" y="93562"/>
                  <a:pt x="11963" y="89790"/>
                </a:cubicBezTo>
                <a:cubicBezTo>
                  <a:pt x="11963" y="88280"/>
                  <a:pt x="11963" y="86771"/>
                  <a:pt x="11963" y="85263"/>
                </a:cubicBezTo>
                <a:cubicBezTo>
                  <a:pt x="11963" y="61872"/>
                  <a:pt x="11963" y="39235"/>
                  <a:pt x="11963" y="15846"/>
                </a:cubicBezTo>
                <a:cubicBezTo>
                  <a:pt x="11963" y="13581"/>
                  <a:pt x="11963" y="12073"/>
                  <a:pt x="11963" y="9809"/>
                </a:cubicBezTo>
                <a:cubicBezTo>
                  <a:pt x="11215" y="7545"/>
                  <a:pt x="9719" y="6036"/>
                  <a:pt x="6730" y="6036"/>
                </a:cubicBezTo>
                <a:cubicBezTo>
                  <a:pt x="4486" y="5282"/>
                  <a:pt x="2991" y="5282"/>
                  <a:pt x="748" y="5282"/>
                </a:cubicBezTo>
                <a:cubicBezTo>
                  <a:pt x="748" y="3018"/>
                  <a:pt x="748" y="1509"/>
                  <a:pt x="748" y="0"/>
                </a:cubicBezTo>
                <a:cubicBezTo>
                  <a:pt x="12710" y="0"/>
                  <a:pt x="24674" y="0"/>
                  <a:pt x="36636" y="0"/>
                </a:cubicBezTo>
                <a:cubicBezTo>
                  <a:pt x="36636" y="1509"/>
                  <a:pt x="36636" y="3018"/>
                  <a:pt x="36636" y="5282"/>
                </a:cubicBezTo>
                <a:cubicBezTo>
                  <a:pt x="35141" y="5282"/>
                  <a:pt x="32898" y="5282"/>
                  <a:pt x="31402" y="6036"/>
                </a:cubicBezTo>
                <a:cubicBezTo>
                  <a:pt x="28412" y="6036"/>
                  <a:pt x="26168" y="7545"/>
                  <a:pt x="25422" y="11318"/>
                </a:cubicBezTo>
                <a:cubicBezTo>
                  <a:pt x="25422" y="12827"/>
                  <a:pt x="24674" y="15090"/>
                  <a:pt x="24674" y="17355"/>
                </a:cubicBezTo>
                <a:cubicBezTo>
                  <a:pt x="24674" y="39991"/>
                  <a:pt x="24674" y="62626"/>
                  <a:pt x="24674" y="85263"/>
                </a:cubicBezTo>
                <a:cubicBezTo>
                  <a:pt x="24674" y="93562"/>
                  <a:pt x="26916" y="95072"/>
                  <a:pt x="34393" y="95827"/>
                </a:cubicBezTo>
                <a:cubicBezTo>
                  <a:pt x="35141" y="95827"/>
                  <a:pt x="35889" y="95827"/>
                  <a:pt x="36636" y="95827"/>
                </a:cubicBezTo>
                <a:cubicBezTo>
                  <a:pt x="36636" y="96581"/>
                  <a:pt x="37384" y="97335"/>
                  <a:pt x="37384" y="98844"/>
                </a:cubicBezTo>
                <a:cubicBezTo>
                  <a:pt x="37384" y="99598"/>
                  <a:pt x="36636" y="100353"/>
                  <a:pt x="36636" y="101109"/>
                </a:cubicBezTo>
                <a:cubicBezTo>
                  <a:pt x="24674" y="101109"/>
                  <a:pt x="12710" y="101109"/>
                  <a:pt x="0"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2908300" y="1143000"/>
            <a:ext cx="36535" cy="101958"/>
          </a:xfrm>
          <a:custGeom>
            <a:avLst/>
            <a:gdLst/>
            <a:ahLst/>
            <a:cxnLst/>
            <a:rect l="l" t="t" r="r" b="b"/>
            <a:pathLst>
              <a:path w="36535" h="101958">
                <a:moveTo>
                  <a:pt x="0" y="5287"/>
                </a:moveTo>
                <a:cubicBezTo>
                  <a:pt x="0" y="3021"/>
                  <a:pt x="0" y="1510"/>
                  <a:pt x="0" y="0"/>
                </a:cubicBezTo>
                <a:cubicBezTo>
                  <a:pt x="11930" y="0"/>
                  <a:pt x="23859" y="0"/>
                  <a:pt x="36535" y="0"/>
                </a:cubicBezTo>
                <a:cubicBezTo>
                  <a:pt x="36535" y="1510"/>
                  <a:pt x="36535" y="3021"/>
                  <a:pt x="36535" y="5287"/>
                </a:cubicBezTo>
                <a:cubicBezTo>
                  <a:pt x="34298" y="5287"/>
                  <a:pt x="32807" y="5287"/>
                  <a:pt x="31316" y="6041"/>
                </a:cubicBezTo>
                <a:cubicBezTo>
                  <a:pt x="27588" y="6041"/>
                  <a:pt x="26096" y="7553"/>
                  <a:pt x="25350" y="11328"/>
                </a:cubicBezTo>
                <a:cubicBezTo>
                  <a:pt x="24605" y="13594"/>
                  <a:pt x="24605" y="15105"/>
                  <a:pt x="24605" y="17371"/>
                </a:cubicBezTo>
                <a:cubicBezTo>
                  <a:pt x="24605" y="40028"/>
                  <a:pt x="24605" y="62685"/>
                  <a:pt x="24605" y="85343"/>
                </a:cubicBezTo>
                <a:cubicBezTo>
                  <a:pt x="24605" y="93650"/>
                  <a:pt x="26096" y="95161"/>
                  <a:pt x="34298" y="95915"/>
                </a:cubicBezTo>
                <a:cubicBezTo>
                  <a:pt x="35044" y="95915"/>
                  <a:pt x="35790" y="95915"/>
                  <a:pt x="36535" y="95915"/>
                </a:cubicBezTo>
                <a:cubicBezTo>
                  <a:pt x="36535" y="97427"/>
                  <a:pt x="36535" y="99692"/>
                  <a:pt x="36535" y="101202"/>
                </a:cubicBezTo>
                <a:cubicBezTo>
                  <a:pt x="33552" y="101958"/>
                  <a:pt x="6711" y="101958"/>
                  <a:pt x="0" y="101202"/>
                </a:cubicBezTo>
                <a:cubicBezTo>
                  <a:pt x="0" y="99692"/>
                  <a:pt x="0" y="98181"/>
                  <a:pt x="0" y="95915"/>
                </a:cubicBezTo>
                <a:cubicBezTo>
                  <a:pt x="2236" y="95915"/>
                  <a:pt x="3727" y="95915"/>
                  <a:pt x="5220" y="95161"/>
                </a:cubicBezTo>
                <a:cubicBezTo>
                  <a:pt x="9693" y="95161"/>
                  <a:pt x="11184" y="93650"/>
                  <a:pt x="11930" y="89118"/>
                </a:cubicBezTo>
                <a:cubicBezTo>
                  <a:pt x="11930" y="88364"/>
                  <a:pt x="11930" y="86853"/>
                  <a:pt x="11930" y="85343"/>
                </a:cubicBezTo>
                <a:cubicBezTo>
                  <a:pt x="11930" y="61930"/>
                  <a:pt x="11930" y="38518"/>
                  <a:pt x="11930" y="15105"/>
                </a:cubicBezTo>
                <a:cubicBezTo>
                  <a:pt x="11930" y="13594"/>
                  <a:pt x="11184" y="12084"/>
                  <a:pt x="11184" y="9818"/>
                </a:cubicBezTo>
                <a:cubicBezTo>
                  <a:pt x="10438" y="7553"/>
                  <a:pt x="8947" y="6041"/>
                  <a:pt x="6711" y="6041"/>
                </a:cubicBezTo>
                <a:cubicBezTo>
                  <a:pt x="4474" y="5287"/>
                  <a:pt x="2236" y="5287"/>
                  <a:pt x="0" y="528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2463800" y="1143000"/>
            <a:ext cx="36535" cy="101109"/>
          </a:xfrm>
          <a:custGeom>
            <a:avLst/>
            <a:gdLst/>
            <a:ahLst/>
            <a:cxnLst/>
            <a:rect l="l" t="t" r="r" b="b"/>
            <a:pathLst>
              <a:path w="36535" h="101109">
                <a:moveTo>
                  <a:pt x="0" y="5282"/>
                </a:moveTo>
                <a:cubicBezTo>
                  <a:pt x="0" y="3018"/>
                  <a:pt x="0" y="1509"/>
                  <a:pt x="0" y="0"/>
                </a:cubicBezTo>
                <a:cubicBezTo>
                  <a:pt x="11930" y="0"/>
                  <a:pt x="23859" y="0"/>
                  <a:pt x="36535" y="0"/>
                </a:cubicBezTo>
                <a:cubicBezTo>
                  <a:pt x="36535" y="1509"/>
                  <a:pt x="36535" y="3018"/>
                  <a:pt x="36535" y="5282"/>
                </a:cubicBezTo>
                <a:cubicBezTo>
                  <a:pt x="34298" y="5282"/>
                  <a:pt x="32807" y="5282"/>
                  <a:pt x="31316" y="6036"/>
                </a:cubicBezTo>
                <a:cubicBezTo>
                  <a:pt x="27588" y="6036"/>
                  <a:pt x="25350" y="7545"/>
                  <a:pt x="25350" y="11318"/>
                </a:cubicBezTo>
                <a:cubicBezTo>
                  <a:pt x="24605" y="13581"/>
                  <a:pt x="24605" y="15846"/>
                  <a:pt x="24605" y="17355"/>
                </a:cubicBezTo>
                <a:cubicBezTo>
                  <a:pt x="24605" y="39991"/>
                  <a:pt x="24605" y="62626"/>
                  <a:pt x="24605" y="84508"/>
                </a:cubicBezTo>
                <a:cubicBezTo>
                  <a:pt x="24605" y="86771"/>
                  <a:pt x="24605" y="89036"/>
                  <a:pt x="25350" y="90545"/>
                </a:cubicBezTo>
                <a:cubicBezTo>
                  <a:pt x="25350" y="93562"/>
                  <a:pt x="26841" y="95072"/>
                  <a:pt x="29825" y="95072"/>
                </a:cubicBezTo>
                <a:cubicBezTo>
                  <a:pt x="32061" y="95072"/>
                  <a:pt x="33552" y="95827"/>
                  <a:pt x="36535" y="95827"/>
                </a:cubicBezTo>
                <a:cubicBezTo>
                  <a:pt x="36535" y="97335"/>
                  <a:pt x="36535" y="99598"/>
                  <a:pt x="36535" y="101109"/>
                </a:cubicBezTo>
                <a:cubicBezTo>
                  <a:pt x="24605" y="101109"/>
                  <a:pt x="11930" y="101109"/>
                  <a:pt x="0" y="101109"/>
                </a:cubicBezTo>
                <a:cubicBezTo>
                  <a:pt x="0" y="99598"/>
                  <a:pt x="0" y="98090"/>
                  <a:pt x="0" y="95827"/>
                </a:cubicBezTo>
                <a:cubicBezTo>
                  <a:pt x="2236" y="95827"/>
                  <a:pt x="4474" y="95827"/>
                  <a:pt x="5965" y="95072"/>
                </a:cubicBezTo>
                <a:cubicBezTo>
                  <a:pt x="9693" y="94317"/>
                  <a:pt x="11184" y="92808"/>
                  <a:pt x="11184" y="89790"/>
                </a:cubicBezTo>
                <a:cubicBezTo>
                  <a:pt x="11930" y="87526"/>
                  <a:pt x="11930" y="85263"/>
                  <a:pt x="11930" y="83000"/>
                </a:cubicBezTo>
                <a:cubicBezTo>
                  <a:pt x="11930" y="61117"/>
                  <a:pt x="11930" y="39991"/>
                  <a:pt x="11930" y="18863"/>
                </a:cubicBezTo>
                <a:cubicBezTo>
                  <a:pt x="11930" y="15846"/>
                  <a:pt x="11930" y="13581"/>
                  <a:pt x="11184" y="11318"/>
                </a:cubicBezTo>
                <a:cubicBezTo>
                  <a:pt x="11184" y="7545"/>
                  <a:pt x="9693" y="6036"/>
                  <a:pt x="5965" y="6036"/>
                </a:cubicBezTo>
                <a:cubicBezTo>
                  <a:pt x="3727" y="5282"/>
                  <a:pt x="2236" y="5282"/>
                  <a:pt x="0" y="528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2895600" y="660400"/>
            <a:ext cx="245547" cy="274436"/>
          </a:xfrm>
          <a:custGeom>
            <a:avLst/>
            <a:gdLst/>
            <a:ahLst/>
            <a:cxnLst/>
            <a:rect l="l" t="t" r="r" b="b"/>
            <a:pathLst>
              <a:path w="245547" h="274436">
                <a:moveTo>
                  <a:pt x="245547" y="78626"/>
                </a:moveTo>
                <a:cubicBezTo>
                  <a:pt x="245547" y="78626"/>
                  <a:pt x="244791" y="79383"/>
                  <a:pt x="244791" y="80138"/>
                </a:cubicBezTo>
                <a:cubicBezTo>
                  <a:pt x="244036" y="81650"/>
                  <a:pt x="244036" y="83918"/>
                  <a:pt x="243280" y="86186"/>
                </a:cubicBezTo>
                <a:cubicBezTo>
                  <a:pt x="235725" y="104330"/>
                  <a:pt x="226658" y="120964"/>
                  <a:pt x="213815" y="135327"/>
                </a:cubicBezTo>
                <a:cubicBezTo>
                  <a:pt x="207771" y="142132"/>
                  <a:pt x="201727" y="148935"/>
                  <a:pt x="195682" y="154984"/>
                </a:cubicBezTo>
                <a:cubicBezTo>
                  <a:pt x="192660" y="158008"/>
                  <a:pt x="189638" y="159520"/>
                  <a:pt x="186616" y="161788"/>
                </a:cubicBezTo>
                <a:cubicBezTo>
                  <a:pt x="184349" y="164056"/>
                  <a:pt x="182082" y="165569"/>
                  <a:pt x="180571" y="168593"/>
                </a:cubicBezTo>
                <a:cubicBezTo>
                  <a:pt x="179060" y="170861"/>
                  <a:pt x="179815" y="171616"/>
                  <a:pt x="182082" y="172372"/>
                </a:cubicBezTo>
                <a:cubicBezTo>
                  <a:pt x="183594" y="172372"/>
                  <a:pt x="185105" y="172372"/>
                  <a:pt x="185861" y="172372"/>
                </a:cubicBezTo>
                <a:cubicBezTo>
                  <a:pt x="192660" y="173129"/>
                  <a:pt x="198704" y="173885"/>
                  <a:pt x="204748" y="173885"/>
                </a:cubicBezTo>
                <a:cubicBezTo>
                  <a:pt x="205504" y="173885"/>
                  <a:pt x="207015" y="174640"/>
                  <a:pt x="207771" y="174640"/>
                </a:cubicBezTo>
                <a:cubicBezTo>
                  <a:pt x="211548" y="176153"/>
                  <a:pt x="213059" y="177664"/>
                  <a:pt x="213059" y="181445"/>
                </a:cubicBezTo>
                <a:cubicBezTo>
                  <a:pt x="213815" y="186737"/>
                  <a:pt x="213059" y="191273"/>
                  <a:pt x="210792" y="195809"/>
                </a:cubicBezTo>
                <a:cubicBezTo>
                  <a:pt x="209282" y="200345"/>
                  <a:pt x="206259" y="204881"/>
                  <a:pt x="203237" y="209418"/>
                </a:cubicBezTo>
                <a:cubicBezTo>
                  <a:pt x="196437" y="218490"/>
                  <a:pt x="187371" y="225294"/>
                  <a:pt x="179060" y="232098"/>
                </a:cubicBezTo>
                <a:cubicBezTo>
                  <a:pt x="176039" y="235121"/>
                  <a:pt x="172260" y="237390"/>
                  <a:pt x="168483" y="238902"/>
                </a:cubicBezTo>
                <a:cubicBezTo>
                  <a:pt x="160928" y="242682"/>
                  <a:pt x="153373" y="247218"/>
                  <a:pt x="145818" y="250999"/>
                </a:cubicBezTo>
                <a:cubicBezTo>
                  <a:pt x="141284" y="252510"/>
                  <a:pt x="137507" y="254779"/>
                  <a:pt x="132973" y="257047"/>
                </a:cubicBezTo>
                <a:cubicBezTo>
                  <a:pt x="130707" y="257802"/>
                  <a:pt x="127685" y="257802"/>
                  <a:pt x="125418" y="258558"/>
                </a:cubicBezTo>
                <a:cubicBezTo>
                  <a:pt x="123906" y="258558"/>
                  <a:pt x="121641" y="257802"/>
                  <a:pt x="120885" y="256291"/>
                </a:cubicBezTo>
                <a:cubicBezTo>
                  <a:pt x="120129" y="254779"/>
                  <a:pt x="120885" y="253266"/>
                  <a:pt x="122396" y="251755"/>
                </a:cubicBezTo>
                <a:cubicBezTo>
                  <a:pt x="123151" y="250999"/>
                  <a:pt x="123906" y="249486"/>
                  <a:pt x="124662" y="248731"/>
                </a:cubicBezTo>
                <a:cubicBezTo>
                  <a:pt x="130707" y="244194"/>
                  <a:pt x="136751" y="238902"/>
                  <a:pt x="142795" y="234366"/>
                </a:cubicBezTo>
                <a:cubicBezTo>
                  <a:pt x="145062" y="232098"/>
                  <a:pt x="146573" y="230586"/>
                  <a:pt x="147328" y="228318"/>
                </a:cubicBezTo>
                <a:cubicBezTo>
                  <a:pt x="148083" y="226805"/>
                  <a:pt x="149595" y="224537"/>
                  <a:pt x="151106" y="223026"/>
                </a:cubicBezTo>
                <a:cubicBezTo>
                  <a:pt x="154884" y="220002"/>
                  <a:pt x="158661" y="216977"/>
                  <a:pt x="161684" y="213197"/>
                </a:cubicBezTo>
                <a:cubicBezTo>
                  <a:pt x="163949" y="211685"/>
                  <a:pt x="164705" y="210174"/>
                  <a:pt x="165461" y="207905"/>
                </a:cubicBezTo>
                <a:cubicBezTo>
                  <a:pt x="165461" y="204881"/>
                  <a:pt x="166972" y="202613"/>
                  <a:pt x="168483" y="200345"/>
                </a:cubicBezTo>
                <a:cubicBezTo>
                  <a:pt x="169995" y="198832"/>
                  <a:pt x="171505" y="197321"/>
                  <a:pt x="173016" y="195809"/>
                </a:cubicBezTo>
                <a:cubicBezTo>
                  <a:pt x="171505" y="193540"/>
                  <a:pt x="169239" y="193540"/>
                  <a:pt x="166216" y="194297"/>
                </a:cubicBezTo>
                <a:cubicBezTo>
                  <a:pt x="160172" y="196566"/>
                  <a:pt x="154884" y="199589"/>
                  <a:pt x="150350" y="204126"/>
                </a:cubicBezTo>
                <a:cubicBezTo>
                  <a:pt x="145062" y="208661"/>
                  <a:pt x="140528" y="213197"/>
                  <a:pt x="135240" y="218490"/>
                </a:cubicBezTo>
                <a:cubicBezTo>
                  <a:pt x="127685" y="226050"/>
                  <a:pt x="118618" y="232098"/>
                  <a:pt x="108796" y="237390"/>
                </a:cubicBezTo>
                <a:cubicBezTo>
                  <a:pt x="98975" y="241926"/>
                  <a:pt x="89908" y="247974"/>
                  <a:pt x="80086" y="253266"/>
                </a:cubicBezTo>
                <a:cubicBezTo>
                  <a:pt x="67243" y="260071"/>
                  <a:pt x="54398" y="266118"/>
                  <a:pt x="40043" y="269899"/>
                </a:cubicBezTo>
                <a:cubicBezTo>
                  <a:pt x="32488" y="272923"/>
                  <a:pt x="24177" y="274436"/>
                  <a:pt x="15110" y="274436"/>
                </a:cubicBezTo>
                <a:cubicBezTo>
                  <a:pt x="12088" y="273679"/>
                  <a:pt x="9067" y="272923"/>
                  <a:pt x="5288" y="272923"/>
                </a:cubicBezTo>
                <a:cubicBezTo>
                  <a:pt x="4533" y="272923"/>
                  <a:pt x="3778" y="272167"/>
                  <a:pt x="3023" y="272167"/>
                </a:cubicBezTo>
                <a:cubicBezTo>
                  <a:pt x="0" y="270655"/>
                  <a:pt x="0" y="268387"/>
                  <a:pt x="3023" y="266118"/>
                </a:cubicBezTo>
                <a:cubicBezTo>
                  <a:pt x="21154" y="254779"/>
                  <a:pt x="40043" y="242682"/>
                  <a:pt x="58932" y="231342"/>
                </a:cubicBezTo>
                <a:cubicBezTo>
                  <a:pt x="63464" y="228318"/>
                  <a:pt x="68753" y="225294"/>
                  <a:pt x="74042" y="224537"/>
                </a:cubicBezTo>
                <a:cubicBezTo>
                  <a:pt x="75552" y="223782"/>
                  <a:pt x="76308" y="223026"/>
                  <a:pt x="77064" y="223026"/>
                </a:cubicBezTo>
                <a:cubicBezTo>
                  <a:pt x="101996" y="207905"/>
                  <a:pt x="127685" y="194297"/>
                  <a:pt x="154128" y="182201"/>
                </a:cubicBezTo>
                <a:cubicBezTo>
                  <a:pt x="154884" y="181445"/>
                  <a:pt x="156394" y="180688"/>
                  <a:pt x="157150" y="179932"/>
                </a:cubicBezTo>
                <a:cubicBezTo>
                  <a:pt x="157905" y="179177"/>
                  <a:pt x="158661" y="177664"/>
                  <a:pt x="158661" y="176908"/>
                </a:cubicBezTo>
                <a:cubicBezTo>
                  <a:pt x="158661" y="176153"/>
                  <a:pt x="157150" y="175396"/>
                  <a:pt x="156394" y="175396"/>
                </a:cubicBezTo>
                <a:cubicBezTo>
                  <a:pt x="151862" y="174640"/>
                  <a:pt x="148083" y="176153"/>
                  <a:pt x="143551" y="177664"/>
                </a:cubicBezTo>
                <a:cubicBezTo>
                  <a:pt x="139018" y="179932"/>
                  <a:pt x="134484" y="181445"/>
                  <a:pt x="129196" y="183713"/>
                </a:cubicBezTo>
                <a:cubicBezTo>
                  <a:pt x="128440" y="183713"/>
                  <a:pt x="127685" y="184469"/>
                  <a:pt x="126929" y="184469"/>
                </a:cubicBezTo>
                <a:cubicBezTo>
                  <a:pt x="123906" y="184469"/>
                  <a:pt x="123151" y="184469"/>
                  <a:pt x="123151" y="180688"/>
                </a:cubicBezTo>
                <a:cubicBezTo>
                  <a:pt x="123151" y="178421"/>
                  <a:pt x="123906" y="176153"/>
                  <a:pt x="125418" y="174640"/>
                </a:cubicBezTo>
                <a:cubicBezTo>
                  <a:pt x="126173" y="173129"/>
                  <a:pt x="127685" y="172372"/>
                  <a:pt x="128440" y="170861"/>
                </a:cubicBezTo>
                <a:cubicBezTo>
                  <a:pt x="129951" y="167837"/>
                  <a:pt x="129951" y="164812"/>
                  <a:pt x="126929" y="162545"/>
                </a:cubicBezTo>
                <a:cubicBezTo>
                  <a:pt x="123906" y="160277"/>
                  <a:pt x="120129" y="158008"/>
                  <a:pt x="116351" y="155740"/>
                </a:cubicBezTo>
                <a:cubicBezTo>
                  <a:pt x="111818" y="153472"/>
                  <a:pt x="108040" y="154984"/>
                  <a:pt x="104263" y="158764"/>
                </a:cubicBezTo>
                <a:cubicBezTo>
                  <a:pt x="100485" y="162545"/>
                  <a:pt x="96708" y="165569"/>
                  <a:pt x="92174" y="169348"/>
                </a:cubicBezTo>
                <a:cubicBezTo>
                  <a:pt x="89153" y="172372"/>
                  <a:pt x="84619" y="174640"/>
                  <a:pt x="80842" y="177664"/>
                </a:cubicBezTo>
                <a:cubicBezTo>
                  <a:pt x="79331" y="178421"/>
                  <a:pt x="77064" y="179932"/>
                  <a:pt x="74798" y="178421"/>
                </a:cubicBezTo>
                <a:cubicBezTo>
                  <a:pt x="73287" y="176908"/>
                  <a:pt x="73287" y="174640"/>
                  <a:pt x="74042" y="173129"/>
                </a:cubicBezTo>
                <a:cubicBezTo>
                  <a:pt x="74042" y="170861"/>
                  <a:pt x="74798" y="169348"/>
                  <a:pt x="75552" y="167837"/>
                </a:cubicBezTo>
                <a:cubicBezTo>
                  <a:pt x="77064" y="165569"/>
                  <a:pt x="79331" y="164056"/>
                  <a:pt x="80842" y="161788"/>
                </a:cubicBezTo>
                <a:cubicBezTo>
                  <a:pt x="83109" y="159520"/>
                  <a:pt x="85374" y="157251"/>
                  <a:pt x="87641" y="154228"/>
                </a:cubicBezTo>
                <a:cubicBezTo>
                  <a:pt x="89153" y="152716"/>
                  <a:pt x="89908" y="149692"/>
                  <a:pt x="90664" y="147424"/>
                </a:cubicBezTo>
                <a:cubicBezTo>
                  <a:pt x="92174" y="144400"/>
                  <a:pt x="92174" y="141375"/>
                  <a:pt x="89153" y="138351"/>
                </a:cubicBezTo>
                <a:cubicBezTo>
                  <a:pt x="87641" y="137596"/>
                  <a:pt x="86886" y="136840"/>
                  <a:pt x="86886" y="135327"/>
                </a:cubicBezTo>
                <a:cubicBezTo>
                  <a:pt x="85374" y="133815"/>
                  <a:pt x="85374" y="132304"/>
                  <a:pt x="87641" y="131548"/>
                </a:cubicBezTo>
                <a:cubicBezTo>
                  <a:pt x="92930" y="130791"/>
                  <a:pt x="98219" y="129280"/>
                  <a:pt x="103508" y="128523"/>
                </a:cubicBezTo>
                <a:cubicBezTo>
                  <a:pt x="105774" y="128523"/>
                  <a:pt x="106530" y="127767"/>
                  <a:pt x="108040" y="126256"/>
                </a:cubicBezTo>
                <a:cubicBezTo>
                  <a:pt x="110307" y="123231"/>
                  <a:pt x="113330" y="120207"/>
                  <a:pt x="115595" y="117183"/>
                </a:cubicBezTo>
                <a:cubicBezTo>
                  <a:pt x="117107" y="114915"/>
                  <a:pt x="118618" y="112646"/>
                  <a:pt x="119374" y="109623"/>
                </a:cubicBezTo>
                <a:cubicBezTo>
                  <a:pt x="120129" y="106599"/>
                  <a:pt x="118618" y="105843"/>
                  <a:pt x="116351" y="106599"/>
                </a:cubicBezTo>
                <a:cubicBezTo>
                  <a:pt x="114085" y="106599"/>
                  <a:pt x="112574" y="107354"/>
                  <a:pt x="111063" y="108867"/>
                </a:cubicBezTo>
                <a:cubicBezTo>
                  <a:pt x="108796" y="110378"/>
                  <a:pt x="105774" y="110378"/>
                  <a:pt x="103508" y="109623"/>
                </a:cubicBezTo>
                <a:cubicBezTo>
                  <a:pt x="101241" y="109623"/>
                  <a:pt x="100485" y="108867"/>
                  <a:pt x="99729" y="106599"/>
                </a:cubicBezTo>
                <a:cubicBezTo>
                  <a:pt x="99729" y="105086"/>
                  <a:pt x="99729" y="103575"/>
                  <a:pt x="101241" y="102062"/>
                </a:cubicBezTo>
                <a:cubicBezTo>
                  <a:pt x="103508" y="100551"/>
                  <a:pt x="105019" y="99038"/>
                  <a:pt x="106530" y="97527"/>
                </a:cubicBezTo>
                <a:cubicBezTo>
                  <a:pt x="108040" y="95259"/>
                  <a:pt x="108796" y="92991"/>
                  <a:pt x="108796" y="89967"/>
                </a:cubicBezTo>
                <a:cubicBezTo>
                  <a:pt x="108796" y="87699"/>
                  <a:pt x="108040" y="86942"/>
                  <a:pt x="105774" y="86942"/>
                </a:cubicBezTo>
                <a:cubicBezTo>
                  <a:pt x="102752" y="86942"/>
                  <a:pt x="99729" y="86942"/>
                  <a:pt x="97464" y="86186"/>
                </a:cubicBezTo>
                <a:cubicBezTo>
                  <a:pt x="89908" y="84675"/>
                  <a:pt x="86130" y="80138"/>
                  <a:pt x="84619" y="72578"/>
                </a:cubicBezTo>
                <a:cubicBezTo>
                  <a:pt x="84619" y="68797"/>
                  <a:pt x="85374" y="68042"/>
                  <a:pt x="89153" y="68797"/>
                </a:cubicBezTo>
                <a:cubicBezTo>
                  <a:pt x="91418" y="68797"/>
                  <a:pt x="93685" y="68797"/>
                  <a:pt x="95952" y="69554"/>
                </a:cubicBezTo>
                <a:cubicBezTo>
                  <a:pt x="103508" y="70310"/>
                  <a:pt x="110307" y="69554"/>
                  <a:pt x="117107" y="65018"/>
                </a:cubicBezTo>
                <a:cubicBezTo>
                  <a:pt x="119374" y="62749"/>
                  <a:pt x="123151" y="61994"/>
                  <a:pt x="126173" y="61238"/>
                </a:cubicBezTo>
                <a:cubicBezTo>
                  <a:pt x="131462" y="59726"/>
                  <a:pt x="135995" y="57457"/>
                  <a:pt x="139018" y="52921"/>
                </a:cubicBezTo>
                <a:cubicBezTo>
                  <a:pt x="145818" y="45361"/>
                  <a:pt x="151106" y="37045"/>
                  <a:pt x="153373" y="27216"/>
                </a:cubicBezTo>
                <a:cubicBezTo>
                  <a:pt x="154128" y="22681"/>
                  <a:pt x="154884" y="17389"/>
                  <a:pt x="154884" y="12852"/>
                </a:cubicBezTo>
                <a:cubicBezTo>
                  <a:pt x="154128" y="11340"/>
                  <a:pt x="154128" y="9829"/>
                  <a:pt x="154128" y="7560"/>
                </a:cubicBezTo>
                <a:cubicBezTo>
                  <a:pt x="154128" y="5292"/>
                  <a:pt x="154128" y="3024"/>
                  <a:pt x="156394" y="1513"/>
                </a:cubicBezTo>
                <a:cubicBezTo>
                  <a:pt x="159417" y="0"/>
                  <a:pt x="160928" y="1513"/>
                  <a:pt x="163194" y="2268"/>
                </a:cubicBezTo>
                <a:cubicBezTo>
                  <a:pt x="173772" y="8316"/>
                  <a:pt x="178305" y="21168"/>
                  <a:pt x="173772" y="32509"/>
                </a:cubicBezTo>
                <a:cubicBezTo>
                  <a:pt x="173016" y="36289"/>
                  <a:pt x="170750" y="39313"/>
                  <a:pt x="169239" y="42337"/>
                </a:cubicBezTo>
                <a:cubicBezTo>
                  <a:pt x="165461" y="48386"/>
                  <a:pt x="161684" y="54433"/>
                  <a:pt x="157905" y="60481"/>
                </a:cubicBezTo>
                <a:cubicBezTo>
                  <a:pt x="156394" y="62749"/>
                  <a:pt x="155638" y="65773"/>
                  <a:pt x="154884" y="68797"/>
                </a:cubicBezTo>
                <a:cubicBezTo>
                  <a:pt x="154128" y="70310"/>
                  <a:pt x="153373" y="71822"/>
                  <a:pt x="153373" y="74089"/>
                </a:cubicBezTo>
                <a:cubicBezTo>
                  <a:pt x="153373" y="77114"/>
                  <a:pt x="154884" y="78626"/>
                  <a:pt x="157150" y="79383"/>
                </a:cubicBezTo>
                <a:cubicBezTo>
                  <a:pt x="160928" y="80138"/>
                  <a:pt x="163949" y="79383"/>
                  <a:pt x="166972" y="78626"/>
                </a:cubicBezTo>
                <a:cubicBezTo>
                  <a:pt x="178305" y="73334"/>
                  <a:pt x="189638" y="68797"/>
                  <a:pt x="201727" y="65773"/>
                </a:cubicBezTo>
                <a:cubicBezTo>
                  <a:pt x="207015" y="64262"/>
                  <a:pt x="211548" y="63505"/>
                  <a:pt x="216837" y="61994"/>
                </a:cubicBezTo>
                <a:cubicBezTo>
                  <a:pt x="219103" y="61994"/>
                  <a:pt x="222126" y="61994"/>
                  <a:pt x="224392" y="64262"/>
                </a:cubicBezTo>
                <a:cubicBezTo>
                  <a:pt x="225904" y="65018"/>
                  <a:pt x="227414" y="65018"/>
                  <a:pt x="229681" y="65018"/>
                </a:cubicBezTo>
                <a:cubicBezTo>
                  <a:pt x="230436" y="65773"/>
                  <a:pt x="231948" y="65018"/>
                  <a:pt x="233459" y="65018"/>
                </a:cubicBezTo>
                <a:cubicBezTo>
                  <a:pt x="239503" y="65018"/>
                  <a:pt x="244036" y="67286"/>
                  <a:pt x="245547" y="73334"/>
                </a:cubicBezTo>
                <a:cubicBezTo>
                  <a:pt x="245547" y="74846"/>
                  <a:pt x="245547" y="76357"/>
                  <a:pt x="245547" y="78626"/>
                </a:cubicBezTo>
                <a:close/>
                <a:moveTo>
                  <a:pt x="155638" y="92234"/>
                </a:moveTo>
                <a:cubicBezTo>
                  <a:pt x="153373" y="92234"/>
                  <a:pt x="151106" y="92991"/>
                  <a:pt x="149595" y="95259"/>
                </a:cubicBezTo>
                <a:cubicBezTo>
                  <a:pt x="142795" y="104330"/>
                  <a:pt x="135240" y="113403"/>
                  <a:pt x="127685" y="122475"/>
                </a:cubicBezTo>
                <a:cubicBezTo>
                  <a:pt x="125418" y="125499"/>
                  <a:pt x="123906" y="128523"/>
                  <a:pt x="123906" y="132304"/>
                </a:cubicBezTo>
                <a:cubicBezTo>
                  <a:pt x="122396" y="139108"/>
                  <a:pt x="124662" y="142132"/>
                  <a:pt x="130707" y="145912"/>
                </a:cubicBezTo>
                <a:cubicBezTo>
                  <a:pt x="132973" y="147424"/>
                  <a:pt x="135240" y="146667"/>
                  <a:pt x="136751" y="144400"/>
                </a:cubicBezTo>
                <a:cubicBezTo>
                  <a:pt x="138262" y="142132"/>
                  <a:pt x="138262" y="140619"/>
                  <a:pt x="139018" y="138351"/>
                </a:cubicBezTo>
                <a:cubicBezTo>
                  <a:pt x="139772" y="136083"/>
                  <a:pt x="139772" y="133059"/>
                  <a:pt x="140528" y="130791"/>
                </a:cubicBezTo>
                <a:cubicBezTo>
                  <a:pt x="141284" y="129280"/>
                  <a:pt x="142039" y="127011"/>
                  <a:pt x="143551" y="126256"/>
                </a:cubicBezTo>
                <a:cubicBezTo>
                  <a:pt x="146573" y="123988"/>
                  <a:pt x="148839" y="124743"/>
                  <a:pt x="150350" y="128523"/>
                </a:cubicBezTo>
                <a:cubicBezTo>
                  <a:pt x="150350" y="129280"/>
                  <a:pt x="150350" y="129280"/>
                  <a:pt x="150350" y="130035"/>
                </a:cubicBezTo>
                <a:cubicBezTo>
                  <a:pt x="152617" y="138351"/>
                  <a:pt x="154884" y="145912"/>
                  <a:pt x="155638" y="154228"/>
                </a:cubicBezTo>
                <a:cubicBezTo>
                  <a:pt x="155638" y="155740"/>
                  <a:pt x="156394" y="158008"/>
                  <a:pt x="158661" y="158764"/>
                </a:cubicBezTo>
                <a:cubicBezTo>
                  <a:pt x="161684" y="158764"/>
                  <a:pt x="162439" y="157251"/>
                  <a:pt x="163949" y="155740"/>
                </a:cubicBezTo>
                <a:cubicBezTo>
                  <a:pt x="163949" y="154984"/>
                  <a:pt x="163949" y="154984"/>
                  <a:pt x="164705" y="154228"/>
                </a:cubicBezTo>
                <a:cubicBezTo>
                  <a:pt x="166972" y="150448"/>
                  <a:pt x="169995" y="145912"/>
                  <a:pt x="173016" y="142132"/>
                </a:cubicBezTo>
                <a:cubicBezTo>
                  <a:pt x="179060" y="133815"/>
                  <a:pt x="185861" y="126256"/>
                  <a:pt x="192660" y="118695"/>
                </a:cubicBezTo>
                <a:cubicBezTo>
                  <a:pt x="195682" y="114915"/>
                  <a:pt x="197193" y="111135"/>
                  <a:pt x="197193" y="106599"/>
                </a:cubicBezTo>
                <a:cubicBezTo>
                  <a:pt x="197193" y="103575"/>
                  <a:pt x="195682" y="102062"/>
                  <a:pt x="192660" y="101307"/>
                </a:cubicBezTo>
                <a:cubicBezTo>
                  <a:pt x="191149" y="101307"/>
                  <a:pt x="189638" y="101307"/>
                  <a:pt x="188882" y="101307"/>
                </a:cubicBezTo>
                <a:cubicBezTo>
                  <a:pt x="181327" y="99038"/>
                  <a:pt x="174527" y="97527"/>
                  <a:pt x="166972" y="95259"/>
                </a:cubicBezTo>
                <a:cubicBezTo>
                  <a:pt x="163194" y="94502"/>
                  <a:pt x="159417" y="92991"/>
                  <a:pt x="155638" y="922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2438400" y="711200"/>
            <a:ext cx="288879" cy="310121"/>
          </a:xfrm>
          <a:custGeom>
            <a:avLst/>
            <a:gdLst/>
            <a:ahLst/>
            <a:cxnLst/>
            <a:rect l="l" t="t" r="r" b="b"/>
            <a:pathLst>
              <a:path w="288879" h="310121">
                <a:moveTo>
                  <a:pt x="62603" y="309367"/>
                </a:moveTo>
                <a:cubicBezTo>
                  <a:pt x="67128" y="298803"/>
                  <a:pt x="72408" y="290502"/>
                  <a:pt x="83722" y="286730"/>
                </a:cubicBezTo>
                <a:cubicBezTo>
                  <a:pt x="90510" y="285220"/>
                  <a:pt x="96544" y="282957"/>
                  <a:pt x="102578" y="279938"/>
                </a:cubicBezTo>
                <a:cubicBezTo>
                  <a:pt x="126714" y="267866"/>
                  <a:pt x="141799" y="247494"/>
                  <a:pt x="149342" y="221839"/>
                </a:cubicBezTo>
                <a:cubicBezTo>
                  <a:pt x="150096" y="218065"/>
                  <a:pt x="150851" y="214293"/>
                  <a:pt x="151605" y="211275"/>
                </a:cubicBezTo>
                <a:cubicBezTo>
                  <a:pt x="152359" y="207501"/>
                  <a:pt x="151605" y="206747"/>
                  <a:pt x="148587" y="206747"/>
                </a:cubicBezTo>
                <a:cubicBezTo>
                  <a:pt x="140291" y="207501"/>
                  <a:pt x="132748" y="209766"/>
                  <a:pt x="125205" y="213538"/>
                </a:cubicBezTo>
                <a:cubicBezTo>
                  <a:pt x="119926" y="215802"/>
                  <a:pt x="114647" y="218065"/>
                  <a:pt x="108613" y="219574"/>
                </a:cubicBezTo>
                <a:cubicBezTo>
                  <a:pt x="102578" y="221839"/>
                  <a:pt x="98053" y="226366"/>
                  <a:pt x="92774" y="230138"/>
                </a:cubicBezTo>
                <a:cubicBezTo>
                  <a:pt x="79197" y="242212"/>
                  <a:pt x="63358" y="252020"/>
                  <a:pt x="46764" y="259566"/>
                </a:cubicBezTo>
                <a:cubicBezTo>
                  <a:pt x="39976" y="262584"/>
                  <a:pt x="32433" y="264848"/>
                  <a:pt x="25645" y="266357"/>
                </a:cubicBezTo>
                <a:cubicBezTo>
                  <a:pt x="18103" y="268620"/>
                  <a:pt x="11314" y="265603"/>
                  <a:pt x="6788" y="259566"/>
                </a:cubicBezTo>
                <a:cubicBezTo>
                  <a:pt x="3018" y="255039"/>
                  <a:pt x="754" y="249003"/>
                  <a:pt x="754" y="242966"/>
                </a:cubicBezTo>
                <a:cubicBezTo>
                  <a:pt x="754" y="233911"/>
                  <a:pt x="0" y="225612"/>
                  <a:pt x="0" y="217311"/>
                </a:cubicBezTo>
                <a:cubicBezTo>
                  <a:pt x="0" y="215802"/>
                  <a:pt x="0" y="214293"/>
                  <a:pt x="754" y="213538"/>
                </a:cubicBezTo>
                <a:cubicBezTo>
                  <a:pt x="754" y="211275"/>
                  <a:pt x="3018" y="210520"/>
                  <a:pt x="4525" y="212783"/>
                </a:cubicBezTo>
                <a:cubicBezTo>
                  <a:pt x="5279" y="213538"/>
                  <a:pt x="5279" y="214293"/>
                  <a:pt x="6034" y="215048"/>
                </a:cubicBezTo>
                <a:cubicBezTo>
                  <a:pt x="6788" y="215802"/>
                  <a:pt x="6788" y="217311"/>
                  <a:pt x="7543" y="218820"/>
                </a:cubicBezTo>
                <a:cubicBezTo>
                  <a:pt x="12068" y="224102"/>
                  <a:pt x="17348" y="227120"/>
                  <a:pt x="24136" y="224856"/>
                </a:cubicBezTo>
                <a:cubicBezTo>
                  <a:pt x="27907" y="224102"/>
                  <a:pt x="30924" y="222593"/>
                  <a:pt x="34695" y="221084"/>
                </a:cubicBezTo>
                <a:cubicBezTo>
                  <a:pt x="36204" y="220330"/>
                  <a:pt x="38467" y="219574"/>
                  <a:pt x="39976" y="219574"/>
                </a:cubicBezTo>
                <a:cubicBezTo>
                  <a:pt x="43746" y="220330"/>
                  <a:pt x="46010" y="218820"/>
                  <a:pt x="49027" y="217311"/>
                </a:cubicBezTo>
                <a:cubicBezTo>
                  <a:pt x="58077" y="212783"/>
                  <a:pt x="67128" y="207501"/>
                  <a:pt x="75425" y="202220"/>
                </a:cubicBezTo>
                <a:cubicBezTo>
                  <a:pt x="89002" y="194674"/>
                  <a:pt x="103332" y="189393"/>
                  <a:pt x="117663" y="184111"/>
                </a:cubicBezTo>
                <a:cubicBezTo>
                  <a:pt x="127469" y="180337"/>
                  <a:pt x="138029" y="176566"/>
                  <a:pt x="148587" y="172792"/>
                </a:cubicBezTo>
                <a:cubicBezTo>
                  <a:pt x="150096" y="172038"/>
                  <a:pt x="151605" y="171284"/>
                  <a:pt x="153114" y="170529"/>
                </a:cubicBezTo>
                <a:cubicBezTo>
                  <a:pt x="159902" y="167510"/>
                  <a:pt x="164427" y="162229"/>
                  <a:pt x="165181" y="153929"/>
                </a:cubicBezTo>
                <a:cubicBezTo>
                  <a:pt x="166690" y="134310"/>
                  <a:pt x="168199" y="113937"/>
                  <a:pt x="167444" y="93565"/>
                </a:cubicBezTo>
                <a:cubicBezTo>
                  <a:pt x="166690" y="79228"/>
                  <a:pt x="164427" y="65646"/>
                  <a:pt x="158393" y="52064"/>
                </a:cubicBezTo>
                <a:cubicBezTo>
                  <a:pt x="154622" y="43764"/>
                  <a:pt x="151605" y="35463"/>
                  <a:pt x="148587" y="27164"/>
                </a:cubicBezTo>
                <a:cubicBezTo>
                  <a:pt x="146326" y="21128"/>
                  <a:pt x="145571" y="14337"/>
                  <a:pt x="146326" y="7545"/>
                </a:cubicBezTo>
                <a:cubicBezTo>
                  <a:pt x="146326" y="3019"/>
                  <a:pt x="150096" y="0"/>
                  <a:pt x="154622" y="1509"/>
                </a:cubicBezTo>
                <a:cubicBezTo>
                  <a:pt x="160656" y="3019"/>
                  <a:pt x="167444" y="3773"/>
                  <a:pt x="173478" y="5282"/>
                </a:cubicBezTo>
                <a:cubicBezTo>
                  <a:pt x="175741" y="5282"/>
                  <a:pt x="177250" y="6791"/>
                  <a:pt x="178758" y="7545"/>
                </a:cubicBezTo>
                <a:cubicBezTo>
                  <a:pt x="181775" y="9809"/>
                  <a:pt x="184038" y="12073"/>
                  <a:pt x="187054" y="14337"/>
                </a:cubicBezTo>
                <a:cubicBezTo>
                  <a:pt x="190826" y="17355"/>
                  <a:pt x="195351" y="19619"/>
                  <a:pt x="199878" y="21882"/>
                </a:cubicBezTo>
                <a:cubicBezTo>
                  <a:pt x="206666" y="24900"/>
                  <a:pt x="210436" y="30182"/>
                  <a:pt x="211191" y="36974"/>
                </a:cubicBezTo>
                <a:cubicBezTo>
                  <a:pt x="211191" y="41500"/>
                  <a:pt x="211191" y="45273"/>
                  <a:pt x="209682" y="49801"/>
                </a:cubicBezTo>
                <a:cubicBezTo>
                  <a:pt x="208928" y="51309"/>
                  <a:pt x="207420" y="52818"/>
                  <a:pt x="205911" y="54328"/>
                </a:cubicBezTo>
                <a:cubicBezTo>
                  <a:pt x="204403" y="55837"/>
                  <a:pt x="203648" y="56591"/>
                  <a:pt x="203648" y="58100"/>
                </a:cubicBezTo>
                <a:cubicBezTo>
                  <a:pt x="204403" y="78473"/>
                  <a:pt x="204403" y="98847"/>
                  <a:pt x="204403" y="119219"/>
                </a:cubicBezTo>
                <a:cubicBezTo>
                  <a:pt x="205157" y="124501"/>
                  <a:pt x="205157" y="129783"/>
                  <a:pt x="205911" y="135065"/>
                </a:cubicBezTo>
                <a:cubicBezTo>
                  <a:pt x="206666" y="138083"/>
                  <a:pt x="207420" y="138838"/>
                  <a:pt x="209682" y="137329"/>
                </a:cubicBezTo>
                <a:cubicBezTo>
                  <a:pt x="219488" y="132801"/>
                  <a:pt x="228539" y="128274"/>
                  <a:pt x="236082" y="120729"/>
                </a:cubicBezTo>
                <a:cubicBezTo>
                  <a:pt x="239098" y="116956"/>
                  <a:pt x="242115" y="113182"/>
                  <a:pt x="245133" y="108656"/>
                </a:cubicBezTo>
                <a:cubicBezTo>
                  <a:pt x="248903" y="104129"/>
                  <a:pt x="252675" y="99601"/>
                  <a:pt x="257200" y="96582"/>
                </a:cubicBezTo>
                <a:cubicBezTo>
                  <a:pt x="263989" y="92056"/>
                  <a:pt x="270777" y="90546"/>
                  <a:pt x="278319" y="92056"/>
                </a:cubicBezTo>
                <a:cubicBezTo>
                  <a:pt x="285862" y="93565"/>
                  <a:pt x="288879" y="98847"/>
                  <a:pt x="286616" y="106392"/>
                </a:cubicBezTo>
                <a:cubicBezTo>
                  <a:pt x="285862" y="110165"/>
                  <a:pt x="283599" y="113937"/>
                  <a:pt x="280582" y="116201"/>
                </a:cubicBezTo>
                <a:cubicBezTo>
                  <a:pt x="276810" y="120729"/>
                  <a:pt x="272285" y="124501"/>
                  <a:pt x="267760" y="127519"/>
                </a:cubicBezTo>
                <a:cubicBezTo>
                  <a:pt x="257200" y="134310"/>
                  <a:pt x="247395" y="142611"/>
                  <a:pt x="236836" y="150156"/>
                </a:cubicBezTo>
                <a:cubicBezTo>
                  <a:pt x="227030" y="157701"/>
                  <a:pt x="217979" y="165247"/>
                  <a:pt x="207420" y="172792"/>
                </a:cubicBezTo>
                <a:cubicBezTo>
                  <a:pt x="205157" y="175056"/>
                  <a:pt x="204403" y="176566"/>
                  <a:pt x="204403" y="179583"/>
                </a:cubicBezTo>
                <a:cubicBezTo>
                  <a:pt x="201385" y="198448"/>
                  <a:pt x="197615" y="216557"/>
                  <a:pt x="191581" y="233911"/>
                </a:cubicBezTo>
                <a:cubicBezTo>
                  <a:pt x="190826" y="236930"/>
                  <a:pt x="189318" y="239193"/>
                  <a:pt x="188563" y="241456"/>
                </a:cubicBezTo>
                <a:cubicBezTo>
                  <a:pt x="187809" y="242966"/>
                  <a:pt x="187809" y="244475"/>
                  <a:pt x="186300" y="245229"/>
                </a:cubicBezTo>
                <a:cubicBezTo>
                  <a:pt x="170461" y="263338"/>
                  <a:pt x="152359" y="279938"/>
                  <a:pt x="130486" y="291257"/>
                </a:cubicBezTo>
                <a:cubicBezTo>
                  <a:pt x="112384" y="301821"/>
                  <a:pt x="92774" y="307857"/>
                  <a:pt x="71655" y="309367"/>
                </a:cubicBezTo>
                <a:cubicBezTo>
                  <a:pt x="70146" y="309367"/>
                  <a:pt x="67883" y="310121"/>
                  <a:pt x="66374" y="310121"/>
                </a:cubicBezTo>
                <a:cubicBezTo>
                  <a:pt x="65620" y="310121"/>
                  <a:pt x="64112" y="310121"/>
                  <a:pt x="62603" y="309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651000" y="723900"/>
            <a:ext cx="146139" cy="339007"/>
          </a:xfrm>
          <a:custGeom>
            <a:avLst/>
            <a:gdLst/>
            <a:ahLst/>
            <a:cxnLst/>
            <a:rect l="l" t="t" r="r" b="b"/>
            <a:pathLst>
              <a:path w="146139" h="339007">
                <a:moveTo>
                  <a:pt x="99193" y="277096"/>
                </a:moveTo>
                <a:cubicBezTo>
                  <a:pt x="97678" y="278606"/>
                  <a:pt x="96921" y="279361"/>
                  <a:pt x="96164" y="280116"/>
                </a:cubicBezTo>
                <a:cubicBezTo>
                  <a:pt x="84806" y="290686"/>
                  <a:pt x="73448" y="299747"/>
                  <a:pt x="60575" y="308051"/>
                </a:cubicBezTo>
                <a:cubicBezTo>
                  <a:pt x="56032" y="310317"/>
                  <a:pt x="52247" y="312583"/>
                  <a:pt x="47704" y="314847"/>
                </a:cubicBezTo>
                <a:cubicBezTo>
                  <a:pt x="46189" y="316357"/>
                  <a:pt x="44675" y="317113"/>
                  <a:pt x="43160" y="318623"/>
                </a:cubicBezTo>
                <a:cubicBezTo>
                  <a:pt x="40889" y="321643"/>
                  <a:pt x="37860" y="324663"/>
                  <a:pt x="35588" y="326927"/>
                </a:cubicBezTo>
                <a:cubicBezTo>
                  <a:pt x="33317" y="329193"/>
                  <a:pt x="31045" y="331457"/>
                  <a:pt x="28773" y="332967"/>
                </a:cubicBezTo>
                <a:cubicBezTo>
                  <a:pt x="20444" y="339007"/>
                  <a:pt x="9844" y="336743"/>
                  <a:pt x="5301" y="327683"/>
                </a:cubicBezTo>
                <a:cubicBezTo>
                  <a:pt x="3029" y="323153"/>
                  <a:pt x="1514" y="317867"/>
                  <a:pt x="757" y="313337"/>
                </a:cubicBezTo>
                <a:cubicBezTo>
                  <a:pt x="0" y="305031"/>
                  <a:pt x="0" y="297481"/>
                  <a:pt x="757" y="289176"/>
                </a:cubicBezTo>
                <a:cubicBezTo>
                  <a:pt x="1514" y="286156"/>
                  <a:pt x="2272" y="282381"/>
                  <a:pt x="5301" y="280871"/>
                </a:cubicBezTo>
                <a:cubicBezTo>
                  <a:pt x="15143" y="272565"/>
                  <a:pt x="21201" y="261240"/>
                  <a:pt x="24987" y="249914"/>
                </a:cubicBezTo>
                <a:cubicBezTo>
                  <a:pt x="27259" y="245384"/>
                  <a:pt x="28016" y="240854"/>
                  <a:pt x="29531" y="236324"/>
                </a:cubicBezTo>
                <a:cubicBezTo>
                  <a:pt x="31802" y="229528"/>
                  <a:pt x="34074" y="221978"/>
                  <a:pt x="37103" y="215938"/>
                </a:cubicBezTo>
                <a:cubicBezTo>
                  <a:pt x="42403" y="205368"/>
                  <a:pt x="42403" y="194798"/>
                  <a:pt x="40132" y="184227"/>
                </a:cubicBezTo>
                <a:cubicBezTo>
                  <a:pt x="39374" y="181207"/>
                  <a:pt x="38617" y="178942"/>
                  <a:pt x="37860" y="175922"/>
                </a:cubicBezTo>
                <a:cubicBezTo>
                  <a:pt x="37103" y="172902"/>
                  <a:pt x="35588" y="169882"/>
                  <a:pt x="33317" y="166861"/>
                </a:cubicBezTo>
                <a:cubicBezTo>
                  <a:pt x="31802" y="163841"/>
                  <a:pt x="29531" y="160066"/>
                  <a:pt x="28773" y="156291"/>
                </a:cubicBezTo>
                <a:cubicBezTo>
                  <a:pt x="27259" y="152516"/>
                  <a:pt x="28773" y="150251"/>
                  <a:pt x="33317" y="150251"/>
                </a:cubicBezTo>
                <a:cubicBezTo>
                  <a:pt x="36345" y="150251"/>
                  <a:pt x="38617" y="150251"/>
                  <a:pt x="40889" y="151761"/>
                </a:cubicBezTo>
                <a:cubicBezTo>
                  <a:pt x="41646" y="152516"/>
                  <a:pt x="42403" y="153271"/>
                  <a:pt x="43160" y="153271"/>
                </a:cubicBezTo>
                <a:cubicBezTo>
                  <a:pt x="46947" y="157046"/>
                  <a:pt x="51490" y="157801"/>
                  <a:pt x="56789" y="157801"/>
                </a:cubicBezTo>
                <a:cubicBezTo>
                  <a:pt x="62847" y="157801"/>
                  <a:pt x="68148" y="160066"/>
                  <a:pt x="72691" y="164596"/>
                </a:cubicBezTo>
                <a:cubicBezTo>
                  <a:pt x="74963" y="166861"/>
                  <a:pt x="77991" y="168372"/>
                  <a:pt x="81020" y="168372"/>
                </a:cubicBezTo>
                <a:cubicBezTo>
                  <a:pt x="83292" y="168372"/>
                  <a:pt x="84806" y="169126"/>
                  <a:pt x="87078" y="169882"/>
                </a:cubicBezTo>
                <a:cubicBezTo>
                  <a:pt x="90863" y="170636"/>
                  <a:pt x="93892" y="172902"/>
                  <a:pt x="95406" y="175922"/>
                </a:cubicBezTo>
                <a:cubicBezTo>
                  <a:pt x="95406" y="176677"/>
                  <a:pt x="96164" y="177432"/>
                  <a:pt x="96921" y="178187"/>
                </a:cubicBezTo>
                <a:cubicBezTo>
                  <a:pt x="99193" y="178187"/>
                  <a:pt x="99950" y="176677"/>
                  <a:pt x="100707" y="174412"/>
                </a:cubicBezTo>
                <a:cubicBezTo>
                  <a:pt x="101464" y="172902"/>
                  <a:pt x="101464" y="171392"/>
                  <a:pt x="101464" y="169882"/>
                </a:cubicBezTo>
                <a:cubicBezTo>
                  <a:pt x="101464" y="163841"/>
                  <a:pt x="101464" y="157046"/>
                  <a:pt x="102221" y="151006"/>
                </a:cubicBezTo>
                <a:cubicBezTo>
                  <a:pt x="103736" y="132885"/>
                  <a:pt x="105250" y="114009"/>
                  <a:pt x="103736" y="95889"/>
                </a:cubicBezTo>
                <a:cubicBezTo>
                  <a:pt x="103736" y="89093"/>
                  <a:pt x="102221" y="82299"/>
                  <a:pt x="100707" y="74748"/>
                </a:cubicBezTo>
                <a:cubicBezTo>
                  <a:pt x="99950" y="67953"/>
                  <a:pt x="96164" y="61157"/>
                  <a:pt x="91620" y="55872"/>
                </a:cubicBezTo>
                <a:cubicBezTo>
                  <a:pt x="87834" y="50587"/>
                  <a:pt x="84049" y="46057"/>
                  <a:pt x="79506" y="41526"/>
                </a:cubicBezTo>
                <a:cubicBezTo>
                  <a:pt x="74205" y="34732"/>
                  <a:pt x="68148" y="27181"/>
                  <a:pt x="62847" y="20386"/>
                </a:cubicBezTo>
                <a:cubicBezTo>
                  <a:pt x="59818" y="16610"/>
                  <a:pt x="58304" y="11326"/>
                  <a:pt x="58304" y="6796"/>
                </a:cubicBezTo>
                <a:cubicBezTo>
                  <a:pt x="58304" y="2266"/>
                  <a:pt x="60575" y="0"/>
                  <a:pt x="65119" y="1510"/>
                </a:cubicBezTo>
                <a:cubicBezTo>
                  <a:pt x="67390" y="1510"/>
                  <a:pt x="69662" y="3020"/>
                  <a:pt x="71934" y="4530"/>
                </a:cubicBezTo>
                <a:cubicBezTo>
                  <a:pt x="79506" y="11326"/>
                  <a:pt x="87834" y="16610"/>
                  <a:pt x="96921" y="21140"/>
                </a:cubicBezTo>
                <a:cubicBezTo>
                  <a:pt x="106765" y="26426"/>
                  <a:pt x="116609" y="32466"/>
                  <a:pt x="124938" y="39262"/>
                </a:cubicBezTo>
                <a:cubicBezTo>
                  <a:pt x="130238" y="43792"/>
                  <a:pt x="135538" y="48322"/>
                  <a:pt x="139324" y="54362"/>
                </a:cubicBezTo>
                <a:cubicBezTo>
                  <a:pt x="140839" y="56627"/>
                  <a:pt x="142353" y="58892"/>
                  <a:pt x="143110" y="62667"/>
                </a:cubicBezTo>
                <a:cubicBezTo>
                  <a:pt x="145382" y="92113"/>
                  <a:pt x="146139" y="122315"/>
                  <a:pt x="146139" y="152516"/>
                </a:cubicBezTo>
                <a:cubicBezTo>
                  <a:pt x="146139" y="175167"/>
                  <a:pt x="145382" y="197818"/>
                  <a:pt x="143110" y="220468"/>
                </a:cubicBezTo>
                <a:cubicBezTo>
                  <a:pt x="140839" y="242364"/>
                  <a:pt x="138567" y="264260"/>
                  <a:pt x="133266" y="285401"/>
                </a:cubicBezTo>
                <a:cubicBezTo>
                  <a:pt x="130995" y="292951"/>
                  <a:pt x="128723" y="301257"/>
                  <a:pt x="124938" y="308807"/>
                </a:cubicBezTo>
                <a:cubicBezTo>
                  <a:pt x="122665" y="312583"/>
                  <a:pt x="120395" y="316357"/>
                  <a:pt x="117366" y="319377"/>
                </a:cubicBezTo>
                <a:cubicBezTo>
                  <a:pt x="115094" y="321643"/>
                  <a:pt x="112822" y="323153"/>
                  <a:pt x="109794" y="323153"/>
                </a:cubicBezTo>
                <a:cubicBezTo>
                  <a:pt x="106008" y="323907"/>
                  <a:pt x="102979" y="322397"/>
                  <a:pt x="102221" y="318623"/>
                </a:cubicBezTo>
                <a:cubicBezTo>
                  <a:pt x="102221" y="317113"/>
                  <a:pt x="102221" y="315603"/>
                  <a:pt x="101464" y="313337"/>
                </a:cubicBezTo>
                <a:cubicBezTo>
                  <a:pt x="101464" y="307297"/>
                  <a:pt x="102221" y="301257"/>
                  <a:pt x="102221" y="295217"/>
                </a:cubicBezTo>
                <a:cubicBezTo>
                  <a:pt x="101464" y="289176"/>
                  <a:pt x="101464" y="283136"/>
                  <a:pt x="99193" y="277096"/>
                </a:cubicBezTo>
                <a:close/>
                <a:moveTo>
                  <a:pt x="99950" y="192532"/>
                </a:moveTo>
                <a:cubicBezTo>
                  <a:pt x="96164" y="194042"/>
                  <a:pt x="94649" y="196308"/>
                  <a:pt x="93892" y="199328"/>
                </a:cubicBezTo>
                <a:cubicBezTo>
                  <a:pt x="93135" y="201592"/>
                  <a:pt x="92379" y="204612"/>
                  <a:pt x="90106" y="206122"/>
                </a:cubicBezTo>
                <a:cubicBezTo>
                  <a:pt x="86321" y="209144"/>
                  <a:pt x="81778" y="211408"/>
                  <a:pt x="77234" y="211408"/>
                </a:cubicBezTo>
                <a:cubicBezTo>
                  <a:pt x="73448" y="211408"/>
                  <a:pt x="71176" y="212918"/>
                  <a:pt x="68905" y="215184"/>
                </a:cubicBezTo>
                <a:cubicBezTo>
                  <a:pt x="65876" y="218204"/>
                  <a:pt x="63604" y="220468"/>
                  <a:pt x="61333" y="223488"/>
                </a:cubicBezTo>
                <a:cubicBezTo>
                  <a:pt x="59061" y="225754"/>
                  <a:pt x="57548" y="228018"/>
                  <a:pt x="56789" y="230284"/>
                </a:cubicBezTo>
                <a:cubicBezTo>
                  <a:pt x="53760" y="237834"/>
                  <a:pt x="49974" y="243874"/>
                  <a:pt x="44675" y="249914"/>
                </a:cubicBezTo>
                <a:cubicBezTo>
                  <a:pt x="40889" y="254444"/>
                  <a:pt x="37860" y="258975"/>
                  <a:pt x="34074" y="263505"/>
                </a:cubicBezTo>
                <a:cubicBezTo>
                  <a:pt x="29531" y="268790"/>
                  <a:pt x="25744" y="274831"/>
                  <a:pt x="23473" y="281626"/>
                </a:cubicBezTo>
                <a:cubicBezTo>
                  <a:pt x="21958" y="284646"/>
                  <a:pt x="21958" y="286156"/>
                  <a:pt x="25744" y="287666"/>
                </a:cubicBezTo>
                <a:cubicBezTo>
                  <a:pt x="28773" y="288421"/>
                  <a:pt x="31802" y="289176"/>
                  <a:pt x="34831" y="288421"/>
                </a:cubicBezTo>
                <a:cubicBezTo>
                  <a:pt x="40132" y="287666"/>
                  <a:pt x="44675" y="285401"/>
                  <a:pt x="48461" y="282381"/>
                </a:cubicBezTo>
                <a:cubicBezTo>
                  <a:pt x="52247" y="280116"/>
                  <a:pt x="55275" y="277096"/>
                  <a:pt x="59061" y="274075"/>
                </a:cubicBezTo>
                <a:cubicBezTo>
                  <a:pt x="61333" y="272565"/>
                  <a:pt x="62847" y="271055"/>
                  <a:pt x="65876" y="270300"/>
                </a:cubicBezTo>
                <a:cubicBezTo>
                  <a:pt x="73448" y="268790"/>
                  <a:pt x="80263" y="265015"/>
                  <a:pt x="86321" y="261240"/>
                </a:cubicBezTo>
                <a:cubicBezTo>
                  <a:pt x="90106" y="258975"/>
                  <a:pt x="93135" y="256710"/>
                  <a:pt x="96164" y="255200"/>
                </a:cubicBezTo>
                <a:cubicBezTo>
                  <a:pt x="99193" y="252934"/>
                  <a:pt x="100707" y="249914"/>
                  <a:pt x="100707" y="245384"/>
                </a:cubicBezTo>
                <a:cubicBezTo>
                  <a:pt x="99950" y="229528"/>
                  <a:pt x="99950" y="212918"/>
                  <a:pt x="99950" y="196308"/>
                </a:cubicBezTo>
                <a:cubicBezTo>
                  <a:pt x="99950" y="195552"/>
                  <a:pt x="99950" y="194042"/>
                  <a:pt x="99950" y="1925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854200" y="762000"/>
            <a:ext cx="172477" cy="238750"/>
          </a:xfrm>
          <a:custGeom>
            <a:avLst/>
            <a:gdLst/>
            <a:ahLst/>
            <a:cxnLst/>
            <a:rect l="l" t="t" r="r" b="b"/>
            <a:pathLst>
              <a:path w="172477" h="238750">
                <a:moveTo>
                  <a:pt x="25608" y="0"/>
                </a:moveTo>
                <a:cubicBezTo>
                  <a:pt x="26361" y="756"/>
                  <a:pt x="27114" y="1511"/>
                  <a:pt x="27868" y="1511"/>
                </a:cubicBezTo>
                <a:cubicBezTo>
                  <a:pt x="36153" y="9067"/>
                  <a:pt x="43684" y="16622"/>
                  <a:pt x="51970" y="24177"/>
                </a:cubicBezTo>
                <a:cubicBezTo>
                  <a:pt x="53476" y="25688"/>
                  <a:pt x="54229" y="27200"/>
                  <a:pt x="54982" y="28711"/>
                </a:cubicBezTo>
                <a:cubicBezTo>
                  <a:pt x="64774" y="47598"/>
                  <a:pt x="70799" y="67243"/>
                  <a:pt x="74564" y="88398"/>
                </a:cubicBezTo>
                <a:cubicBezTo>
                  <a:pt x="74564" y="90664"/>
                  <a:pt x="75317" y="93687"/>
                  <a:pt x="76070" y="96709"/>
                </a:cubicBezTo>
                <a:cubicBezTo>
                  <a:pt x="77578" y="100486"/>
                  <a:pt x="80590" y="101242"/>
                  <a:pt x="84356" y="99731"/>
                </a:cubicBezTo>
                <a:cubicBezTo>
                  <a:pt x="86615" y="98221"/>
                  <a:pt x="88121" y="97465"/>
                  <a:pt x="90382" y="95954"/>
                </a:cubicBezTo>
                <a:cubicBezTo>
                  <a:pt x="96407" y="91420"/>
                  <a:pt x="102432" y="86887"/>
                  <a:pt x="109211" y="82353"/>
                </a:cubicBezTo>
                <a:cubicBezTo>
                  <a:pt x="110717" y="81598"/>
                  <a:pt x="111470" y="80087"/>
                  <a:pt x="111470" y="77821"/>
                </a:cubicBezTo>
                <a:cubicBezTo>
                  <a:pt x="111470" y="71777"/>
                  <a:pt x="111470" y="66487"/>
                  <a:pt x="111470" y="60443"/>
                </a:cubicBezTo>
                <a:cubicBezTo>
                  <a:pt x="111470" y="56665"/>
                  <a:pt x="115236" y="52132"/>
                  <a:pt x="119756" y="52132"/>
                </a:cubicBezTo>
                <a:cubicBezTo>
                  <a:pt x="120509" y="52132"/>
                  <a:pt x="122015" y="52888"/>
                  <a:pt x="122015" y="53644"/>
                </a:cubicBezTo>
                <a:cubicBezTo>
                  <a:pt x="122768" y="54399"/>
                  <a:pt x="123521" y="55155"/>
                  <a:pt x="123521" y="56665"/>
                </a:cubicBezTo>
                <a:cubicBezTo>
                  <a:pt x="123521" y="59687"/>
                  <a:pt x="125781" y="62710"/>
                  <a:pt x="128793" y="64976"/>
                </a:cubicBezTo>
                <a:cubicBezTo>
                  <a:pt x="136326" y="71021"/>
                  <a:pt x="144610" y="75554"/>
                  <a:pt x="153648" y="78576"/>
                </a:cubicBezTo>
                <a:cubicBezTo>
                  <a:pt x="156661" y="80087"/>
                  <a:pt x="157414" y="81598"/>
                  <a:pt x="157414" y="84620"/>
                </a:cubicBezTo>
                <a:cubicBezTo>
                  <a:pt x="158167" y="105776"/>
                  <a:pt x="147624" y="120886"/>
                  <a:pt x="127287" y="128441"/>
                </a:cubicBezTo>
                <a:cubicBezTo>
                  <a:pt x="117495" y="132220"/>
                  <a:pt x="106952" y="133730"/>
                  <a:pt x="96407" y="132220"/>
                </a:cubicBezTo>
                <a:cubicBezTo>
                  <a:pt x="89628" y="130708"/>
                  <a:pt x="84356" y="137508"/>
                  <a:pt x="85862" y="143552"/>
                </a:cubicBezTo>
                <a:cubicBezTo>
                  <a:pt x="85862" y="145063"/>
                  <a:pt x="86615" y="146575"/>
                  <a:pt x="86615" y="148086"/>
                </a:cubicBezTo>
                <a:cubicBezTo>
                  <a:pt x="88875" y="153374"/>
                  <a:pt x="88875" y="159418"/>
                  <a:pt x="86615" y="165463"/>
                </a:cubicBezTo>
                <a:cubicBezTo>
                  <a:pt x="85862" y="167729"/>
                  <a:pt x="84356" y="169240"/>
                  <a:pt x="82097" y="170751"/>
                </a:cubicBezTo>
                <a:cubicBezTo>
                  <a:pt x="76070" y="174530"/>
                  <a:pt x="71552" y="179818"/>
                  <a:pt x="67033" y="185862"/>
                </a:cubicBezTo>
                <a:cubicBezTo>
                  <a:pt x="63268" y="191907"/>
                  <a:pt x="64021" y="194928"/>
                  <a:pt x="71552" y="196440"/>
                </a:cubicBezTo>
                <a:cubicBezTo>
                  <a:pt x="76070" y="197195"/>
                  <a:pt x="80590" y="197195"/>
                  <a:pt x="85109" y="195684"/>
                </a:cubicBezTo>
                <a:cubicBezTo>
                  <a:pt x="94148" y="193417"/>
                  <a:pt x="103185" y="190396"/>
                  <a:pt x="111470" y="187373"/>
                </a:cubicBezTo>
                <a:cubicBezTo>
                  <a:pt x="116742" y="185106"/>
                  <a:pt x="122015" y="183596"/>
                  <a:pt x="128040" y="183596"/>
                </a:cubicBezTo>
                <a:cubicBezTo>
                  <a:pt x="132560" y="182841"/>
                  <a:pt x="137079" y="181329"/>
                  <a:pt x="140844" y="179062"/>
                </a:cubicBezTo>
                <a:cubicBezTo>
                  <a:pt x="146870" y="176795"/>
                  <a:pt x="152895" y="173774"/>
                  <a:pt x="159675" y="173018"/>
                </a:cubicBezTo>
                <a:cubicBezTo>
                  <a:pt x="161181" y="173018"/>
                  <a:pt x="163440" y="173018"/>
                  <a:pt x="165699" y="173018"/>
                </a:cubicBezTo>
                <a:cubicBezTo>
                  <a:pt x="170218" y="173774"/>
                  <a:pt x="172477" y="178307"/>
                  <a:pt x="170971" y="182085"/>
                </a:cubicBezTo>
                <a:cubicBezTo>
                  <a:pt x="167959" y="188885"/>
                  <a:pt x="164193" y="195684"/>
                  <a:pt x="161181" y="201728"/>
                </a:cubicBezTo>
                <a:cubicBezTo>
                  <a:pt x="158920" y="204751"/>
                  <a:pt x="155908" y="207018"/>
                  <a:pt x="152895" y="209285"/>
                </a:cubicBezTo>
                <a:cubicBezTo>
                  <a:pt x="146117" y="213062"/>
                  <a:pt x="138585" y="216084"/>
                  <a:pt x="131053" y="218351"/>
                </a:cubicBezTo>
                <a:cubicBezTo>
                  <a:pt x="122768" y="220617"/>
                  <a:pt x="113730" y="222884"/>
                  <a:pt x="105446" y="225151"/>
                </a:cubicBezTo>
                <a:cubicBezTo>
                  <a:pt x="102432" y="225906"/>
                  <a:pt x="98666" y="225151"/>
                  <a:pt x="95654" y="225151"/>
                </a:cubicBezTo>
                <a:cubicBezTo>
                  <a:pt x="91888" y="225151"/>
                  <a:pt x="89628" y="225906"/>
                  <a:pt x="87368" y="227416"/>
                </a:cubicBezTo>
                <a:cubicBezTo>
                  <a:pt x="73058" y="237994"/>
                  <a:pt x="55735" y="238750"/>
                  <a:pt x="41425" y="229683"/>
                </a:cubicBezTo>
                <a:cubicBezTo>
                  <a:pt x="38412" y="227416"/>
                  <a:pt x="35400" y="224395"/>
                  <a:pt x="33139" y="220617"/>
                </a:cubicBezTo>
                <a:cubicBezTo>
                  <a:pt x="27868" y="212306"/>
                  <a:pt x="24102" y="203239"/>
                  <a:pt x="20335" y="194173"/>
                </a:cubicBezTo>
                <a:cubicBezTo>
                  <a:pt x="19582" y="192663"/>
                  <a:pt x="19582" y="191907"/>
                  <a:pt x="18829" y="190396"/>
                </a:cubicBezTo>
                <a:cubicBezTo>
                  <a:pt x="15063" y="182085"/>
                  <a:pt x="12804" y="173774"/>
                  <a:pt x="13557" y="163952"/>
                </a:cubicBezTo>
                <a:cubicBezTo>
                  <a:pt x="14310" y="162441"/>
                  <a:pt x="13557" y="160929"/>
                  <a:pt x="13557" y="158662"/>
                </a:cubicBezTo>
                <a:cubicBezTo>
                  <a:pt x="9039" y="141286"/>
                  <a:pt x="4519" y="123153"/>
                  <a:pt x="753" y="105776"/>
                </a:cubicBezTo>
                <a:cubicBezTo>
                  <a:pt x="0" y="104264"/>
                  <a:pt x="0" y="102753"/>
                  <a:pt x="0" y="101242"/>
                </a:cubicBezTo>
                <a:cubicBezTo>
                  <a:pt x="4519" y="80087"/>
                  <a:pt x="9039" y="58932"/>
                  <a:pt x="13557" y="37777"/>
                </a:cubicBezTo>
                <a:cubicBezTo>
                  <a:pt x="16570" y="26444"/>
                  <a:pt x="19582" y="14355"/>
                  <a:pt x="24102" y="3023"/>
                </a:cubicBezTo>
                <a:cubicBezTo>
                  <a:pt x="24855" y="1511"/>
                  <a:pt x="24855" y="756"/>
                  <a:pt x="2560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2120900" y="863600"/>
            <a:ext cx="204765" cy="226855"/>
          </a:xfrm>
          <a:custGeom>
            <a:avLst/>
            <a:gdLst/>
            <a:ahLst/>
            <a:cxnLst/>
            <a:rect l="l" t="t" r="r" b="b"/>
            <a:pathLst>
              <a:path w="204765" h="226855">
                <a:moveTo>
                  <a:pt x="139784" y="77131"/>
                </a:moveTo>
                <a:cubicBezTo>
                  <a:pt x="142051" y="76374"/>
                  <a:pt x="144318" y="74863"/>
                  <a:pt x="146585" y="74106"/>
                </a:cubicBezTo>
                <a:cubicBezTo>
                  <a:pt x="151119" y="71081"/>
                  <a:pt x="155651" y="68812"/>
                  <a:pt x="160941" y="68057"/>
                </a:cubicBezTo>
                <a:cubicBezTo>
                  <a:pt x="166986" y="67300"/>
                  <a:pt x="173030" y="69569"/>
                  <a:pt x="178319" y="72593"/>
                </a:cubicBezTo>
                <a:cubicBezTo>
                  <a:pt x="179075" y="73350"/>
                  <a:pt x="179831" y="74106"/>
                  <a:pt x="180586" y="74863"/>
                </a:cubicBezTo>
                <a:cubicBezTo>
                  <a:pt x="182853" y="77887"/>
                  <a:pt x="182853" y="81667"/>
                  <a:pt x="179075" y="83937"/>
                </a:cubicBezTo>
                <a:cubicBezTo>
                  <a:pt x="166230" y="96035"/>
                  <a:pt x="151119" y="105109"/>
                  <a:pt x="135251" y="111915"/>
                </a:cubicBezTo>
                <a:cubicBezTo>
                  <a:pt x="134496" y="112672"/>
                  <a:pt x="132984" y="112672"/>
                  <a:pt x="132229" y="113428"/>
                </a:cubicBezTo>
                <a:cubicBezTo>
                  <a:pt x="126183" y="115696"/>
                  <a:pt x="123916" y="120233"/>
                  <a:pt x="123161" y="127039"/>
                </a:cubicBezTo>
                <a:cubicBezTo>
                  <a:pt x="123161" y="133844"/>
                  <a:pt x="124672" y="141407"/>
                  <a:pt x="127695" y="147456"/>
                </a:cubicBezTo>
                <a:cubicBezTo>
                  <a:pt x="137517" y="170898"/>
                  <a:pt x="140539" y="195852"/>
                  <a:pt x="139784" y="220806"/>
                </a:cubicBezTo>
                <a:cubicBezTo>
                  <a:pt x="139784" y="225342"/>
                  <a:pt x="138273" y="226855"/>
                  <a:pt x="133740" y="226099"/>
                </a:cubicBezTo>
                <a:cubicBezTo>
                  <a:pt x="129206" y="226099"/>
                  <a:pt x="124672" y="224587"/>
                  <a:pt x="121649" y="220806"/>
                </a:cubicBezTo>
                <a:cubicBezTo>
                  <a:pt x="120139" y="219293"/>
                  <a:pt x="120139" y="217025"/>
                  <a:pt x="120139" y="215513"/>
                </a:cubicBezTo>
                <a:cubicBezTo>
                  <a:pt x="120139" y="214756"/>
                  <a:pt x="120139" y="213243"/>
                  <a:pt x="120139" y="212488"/>
                </a:cubicBezTo>
                <a:cubicBezTo>
                  <a:pt x="120139" y="207194"/>
                  <a:pt x="117873" y="203413"/>
                  <a:pt x="113339" y="201145"/>
                </a:cubicBezTo>
                <a:cubicBezTo>
                  <a:pt x="110316" y="198876"/>
                  <a:pt x="106538" y="198120"/>
                  <a:pt x="102761" y="196607"/>
                </a:cubicBezTo>
                <a:cubicBezTo>
                  <a:pt x="102005" y="196607"/>
                  <a:pt x="101249" y="196607"/>
                  <a:pt x="100494" y="196607"/>
                </a:cubicBezTo>
                <a:cubicBezTo>
                  <a:pt x="97471" y="195095"/>
                  <a:pt x="95204" y="192827"/>
                  <a:pt x="95204" y="190558"/>
                </a:cubicBezTo>
                <a:cubicBezTo>
                  <a:pt x="94449" y="187533"/>
                  <a:pt x="96716" y="184508"/>
                  <a:pt x="99738" y="183752"/>
                </a:cubicBezTo>
                <a:cubicBezTo>
                  <a:pt x="101249" y="182997"/>
                  <a:pt x="102761" y="182997"/>
                  <a:pt x="104272" y="182997"/>
                </a:cubicBezTo>
                <a:cubicBezTo>
                  <a:pt x="108805" y="182240"/>
                  <a:pt x="111072" y="179972"/>
                  <a:pt x="112583" y="175434"/>
                </a:cubicBezTo>
                <a:cubicBezTo>
                  <a:pt x="115606" y="166360"/>
                  <a:pt x="114094" y="157286"/>
                  <a:pt x="108805" y="148968"/>
                </a:cubicBezTo>
                <a:cubicBezTo>
                  <a:pt x="107293" y="147456"/>
                  <a:pt x="106538" y="147456"/>
                  <a:pt x="105026" y="148968"/>
                </a:cubicBezTo>
                <a:cubicBezTo>
                  <a:pt x="104272" y="148968"/>
                  <a:pt x="103516" y="149724"/>
                  <a:pt x="102761" y="150481"/>
                </a:cubicBezTo>
                <a:cubicBezTo>
                  <a:pt x="97471" y="155017"/>
                  <a:pt x="92937" y="158798"/>
                  <a:pt x="88405" y="163336"/>
                </a:cubicBezTo>
                <a:cubicBezTo>
                  <a:pt x="84626" y="166360"/>
                  <a:pt x="81604" y="170141"/>
                  <a:pt x="79337" y="174678"/>
                </a:cubicBezTo>
                <a:cubicBezTo>
                  <a:pt x="78581" y="175434"/>
                  <a:pt x="77826" y="176191"/>
                  <a:pt x="76314" y="177703"/>
                </a:cubicBezTo>
                <a:cubicBezTo>
                  <a:pt x="63470" y="191314"/>
                  <a:pt x="49869" y="204169"/>
                  <a:pt x="36269" y="217781"/>
                </a:cubicBezTo>
                <a:cubicBezTo>
                  <a:pt x="30979" y="223830"/>
                  <a:pt x="26445" y="224587"/>
                  <a:pt x="19646" y="221562"/>
                </a:cubicBezTo>
                <a:cubicBezTo>
                  <a:pt x="15112" y="220049"/>
                  <a:pt x="12089" y="217025"/>
                  <a:pt x="9822" y="213243"/>
                </a:cubicBezTo>
                <a:cubicBezTo>
                  <a:pt x="3023" y="204926"/>
                  <a:pt x="756" y="194339"/>
                  <a:pt x="0" y="183752"/>
                </a:cubicBezTo>
                <a:cubicBezTo>
                  <a:pt x="0" y="181484"/>
                  <a:pt x="756" y="180727"/>
                  <a:pt x="2267" y="180727"/>
                </a:cubicBezTo>
                <a:cubicBezTo>
                  <a:pt x="3778" y="179972"/>
                  <a:pt x="5290" y="179216"/>
                  <a:pt x="6801" y="179216"/>
                </a:cubicBezTo>
                <a:cubicBezTo>
                  <a:pt x="9822" y="177703"/>
                  <a:pt x="12089" y="177703"/>
                  <a:pt x="15112" y="179216"/>
                </a:cubicBezTo>
                <a:cubicBezTo>
                  <a:pt x="18134" y="180727"/>
                  <a:pt x="21157" y="179972"/>
                  <a:pt x="24178" y="176947"/>
                </a:cubicBezTo>
                <a:cubicBezTo>
                  <a:pt x="25690" y="176191"/>
                  <a:pt x="27957" y="174678"/>
                  <a:pt x="29468" y="173923"/>
                </a:cubicBezTo>
                <a:cubicBezTo>
                  <a:pt x="34757" y="170898"/>
                  <a:pt x="39291" y="167872"/>
                  <a:pt x="44580" y="165604"/>
                </a:cubicBezTo>
                <a:cubicBezTo>
                  <a:pt x="45335" y="164849"/>
                  <a:pt x="46846" y="164092"/>
                  <a:pt x="47602" y="163336"/>
                </a:cubicBezTo>
                <a:cubicBezTo>
                  <a:pt x="61203" y="155774"/>
                  <a:pt x="74047" y="147456"/>
                  <a:pt x="87649" y="139894"/>
                </a:cubicBezTo>
                <a:cubicBezTo>
                  <a:pt x="92182" y="136869"/>
                  <a:pt x="96716" y="133844"/>
                  <a:pt x="101249" y="130063"/>
                </a:cubicBezTo>
                <a:cubicBezTo>
                  <a:pt x="105026" y="127039"/>
                  <a:pt x="108049" y="123257"/>
                  <a:pt x="109560" y="117208"/>
                </a:cubicBezTo>
                <a:cubicBezTo>
                  <a:pt x="108049" y="117208"/>
                  <a:pt x="107293" y="116453"/>
                  <a:pt x="105782" y="116453"/>
                </a:cubicBezTo>
                <a:cubicBezTo>
                  <a:pt x="101249" y="114940"/>
                  <a:pt x="99738" y="111915"/>
                  <a:pt x="100494" y="107378"/>
                </a:cubicBezTo>
                <a:cubicBezTo>
                  <a:pt x="101249" y="105866"/>
                  <a:pt x="102005" y="103598"/>
                  <a:pt x="102761" y="102085"/>
                </a:cubicBezTo>
                <a:cubicBezTo>
                  <a:pt x="105026" y="96035"/>
                  <a:pt x="107293" y="89986"/>
                  <a:pt x="109560" y="84692"/>
                </a:cubicBezTo>
                <a:cubicBezTo>
                  <a:pt x="109560" y="83937"/>
                  <a:pt x="110316" y="83180"/>
                  <a:pt x="110316" y="82424"/>
                </a:cubicBezTo>
                <a:cubicBezTo>
                  <a:pt x="111072" y="79399"/>
                  <a:pt x="110316" y="78643"/>
                  <a:pt x="108049" y="78643"/>
                </a:cubicBezTo>
                <a:cubicBezTo>
                  <a:pt x="105782" y="78643"/>
                  <a:pt x="104272" y="78643"/>
                  <a:pt x="102005" y="79399"/>
                </a:cubicBezTo>
                <a:cubicBezTo>
                  <a:pt x="99738" y="80156"/>
                  <a:pt x="96716" y="80912"/>
                  <a:pt x="93693" y="81667"/>
                </a:cubicBezTo>
                <a:cubicBezTo>
                  <a:pt x="92182" y="82424"/>
                  <a:pt x="91426" y="83937"/>
                  <a:pt x="91426" y="85448"/>
                </a:cubicBezTo>
                <a:cubicBezTo>
                  <a:pt x="91426" y="92254"/>
                  <a:pt x="91426" y="99060"/>
                  <a:pt x="91426" y="105866"/>
                </a:cubicBezTo>
                <a:cubicBezTo>
                  <a:pt x="91426" y="107378"/>
                  <a:pt x="90670" y="108890"/>
                  <a:pt x="89915" y="110402"/>
                </a:cubicBezTo>
                <a:cubicBezTo>
                  <a:pt x="81604" y="120989"/>
                  <a:pt x="74047" y="131576"/>
                  <a:pt x="65736" y="142163"/>
                </a:cubicBezTo>
                <a:cubicBezTo>
                  <a:pt x="65736" y="142918"/>
                  <a:pt x="64981" y="142918"/>
                  <a:pt x="64981" y="143675"/>
                </a:cubicBezTo>
                <a:cubicBezTo>
                  <a:pt x="61203" y="139894"/>
                  <a:pt x="58180" y="136869"/>
                  <a:pt x="55159" y="133088"/>
                </a:cubicBezTo>
                <a:cubicBezTo>
                  <a:pt x="52892" y="130820"/>
                  <a:pt x="52136" y="128551"/>
                  <a:pt x="52136" y="125527"/>
                </a:cubicBezTo>
                <a:cubicBezTo>
                  <a:pt x="51380" y="124014"/>
                  <a:pt x="51380" y="121746"/>
                  <a:pt x="50625" y="120233"/>
                </a:cubicBezTo>
                <a:cubicBezTo>
                  <a:pt x="43824" y="104353"/>
                  <a:pt x="43068" y="88473"/>
                  <a:pt x="47602" y="71838"/>
                </a:cubicBezTo>
                <a:cubicBezTo>
                  <a:pt x="50625" y="63519"/>
                  <a:pt x="50625" y="55957"/>
                  <a:pt x="49869" y="47639"/>
                </a:cubicBezTo>
                <a:cubicBezTo>
                  <a:pt x="49869" y="45371"/>
                  <a:pt x="49869" y="43103"/>
                  <a:pt x="49869" y="40834"/>
                </a:cubicBezTo>
                <a:cubicBezTo>
                  <a:pt x="49869" y="37809"/>
                  <a:pt x="51380" y="35541"/>
                  <a:pt x="54403" y="35541"/>
                </a:cubicBezTo>
                <a:cubicBezTo>
                  <a:pt x="56669" y="34784"/>
                  <a:pt x="58936" y="35541"/>
                  <a:pt x="60447" y="36297"/>
                </a:cubicBezTo>
                <a:cubicBezTo>
                  <a:pt x="62714" y="37809"/>
                  <a:pt x="64225" y="39322"/>
                  <a:pt x="66492" y="41590"/>
                </a:cubicBezTo>
                <a:cubicBezTo>
                  <a:pt x="68003" y="43103"/>
                  <a:pt x="68759" y="44615"/>
                  <a:pt x="70270" y="46128"/>
                </a:cubicBezTo>
                <a:cubicBezTo>
                  <a:pt x="74803" y="49908"/>
                  <a:pt x="77826" y="50664"/>
                  <a:pt x="82360" y="47639"/>
                </a:cubicBezTo>
                <a:cubicBezTo>
                  <a:pt x="88405" y="43858"/>
                  <a:pt x="94449" y="40077"/>
                  <a:pt x="100494" y="36297"/>
                </a:cubicBezTo>
                <a:cubicBezTo>
                  <a:pt x="107293" y="31003"/>
                  <a:pt x="114094" y="26467"/>
                  <a:pt x="120894" y="21173"/>
                </a:cubicBezTo>
                <a:cubicBezTo>
                  <a:pt x="123161" y="18904"/>
                  <a:pt x="126183" y="18148"/>
                  <a:pt x="129206" y="17393"/>
                </a:cubicBezTo>
                <a:cubicBezTo>
                  <a:pt x="133740" y="17393"/>
                  <a:pt x="137517" y="15123"/>
                  <a:pt x="141295" y="12099"/>
                </a:cubicBezTo>
                <a:cubicBezTo>
                  <a:pt x="148096" y="4538"/>
                  <a:pt x="157162" y="1513"/>
                  <a:pt x="166986" y="756"/>
                </a:cubicBezTo>
                <a:cubicBezTo>
                  <a:pt x="176052" y="0"/>
                  <a:pt x="185875" y="0"/>
                  <a:pt x="194942" y="3025"/>
                </a:cubicBezTo>
                <a:cubicBezTo>
                  <a:pt x="197209" y="3781"/>
                  <a:pt x="199476" y="5293"/>
                  <a:pt x="201742" y="6806"/>
                </a:cubicBezTo>
                <a:cubicBezTo>
                  <a:pt x="204009" y="7562"/>
                  <a:pt x="204765" y="9830"/>
                  <a:pt x="204765" y="12099"/>
                </a:cubicBezTo>
                <a:cubicBezTo>
                  <a:pt x="204765" y="13612"/>
                  <a:pt x="204765" y="14368"/>
                  <a:pt x="203253" y="15880"/>
                </a:cubicBezTo>
                <a:cubicBezTo>
                  <a:pt x="197965" y="19661"/>
                  <a:pt x="192676" y="23442"/>
                  <a:pt x="187386" y="27979"/>
                </a:cubicBezTo>
                <a:cubicBezTo>
                  <a:pt x="181342" y="32516"/>
                  <a:pt x="175297" y="37809"/>
                  <a:pt x="170763" y="43858"/>
                </a:cubicBezTo>
                <a:cubicBezTo>
                  <a:pt x="168497" y="46883"/>
                  <a:pt x="165475" y="49152"/>
                  <a:pt x="162452" y="50664"/>
                </a:cubicBezTo>
                <a:cubicBezTo>
                  <a:pt x="160941" y="51421"/>
                  <a:pt x="160185" y="52177"/>
                  <a:pt x="159429" y="52932"/>
                </a:cubicBezTo>
                <a:cubicBezTo>
                  <a:pt x="152630" y="59738"/>
                  <a:pt x="146585" y="65789"/>
                  <a:pt x="140539" y="71838"/>
                </a:cubicBezTo>
                <a:cubicBezTo>
                  <a:pt x="139028" y="73350"/>
                  <a:pt x="138273" y="74863"/>
                  <a:pt x="139784" y="7713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2857500" y="939800"/>
            <a:ext cx="211562" cy="134244"/>
          </a:xfrm>
          <a:custGeom>
            <a:avLst/>
            <a:gdLst/>
            <a:ahLst/>
            <a:cxnLst/>
            <a:rect l="l" t="t" r="r" b="b"/>
            <a:pathLst>
              <a:path w="211562" h="134244">
                <a:moveTo>
                  <a:pt x="12089" y="100306"/>
                </a:moveTo>
                <a:cubicBezTo>
                  <a:pt x="13600" y="97290"/>
                  <a:pt x="12089" y="95781"/>
                  <a:pt x="10578" y="93518"/>
                </a:cubicBezTo>
                <a:cubicBezTo>
                  <a:pt x="6800" y="88993"/>
                  <a:pt x="3778" y="83715"/>
                  <a:pt x="1511" y="77681"/>
                </a:cubicBezTo>
                <a:cubicBezTo>
                  <a:pt x="0" y="71647"/>
                  <a:pt x="756" y="66368"/>
                  <a:pt x="4534" y="61088"/>
                </a:cubicBezTo>
                <a:cubicBezTo>
                  <a:pt x="6800" y="58826"/>
                  <a:pt x="9067" y="57318"/>
                  <a:pt x="12089" y="58072"/>
                </a:cubicBezTo>
                <a:cubicBezTo>
                  <a:pt x="13600" y="58072"/>
                  <a:pt x="15112" y="57318"/>
                  <a:pt x="16623" y="58072"/>
                </a:cubicBezTo>
                <a:cubicBezTo>
                  <a:pt x="21911" y="59581"/>
                  <a:pt x="27201" y="57318"/>
                  <a:pt x="30223" y="53547"/>
                </a:cubicBezTo>
                <a:cubicBezTo>
                  <a:pt x="33246" y="50529"/>
                  <a:pt x="37023" y="49022"/>
                  <a:pt x="40801" y="48268"/>
                </a:cubicBezTo>
                <a:cubicBezTo>
                  <a:pt x="43068" y="48268"/>
                  <a:pt x="45335" y="46759"/>
                  <a:pt x="47601" y="46004"/>
                </a:cubicBezTo>
                <a:cubicBezTo>
                  <a:pt x="67246" y="35447"/>
                  <a:pt x="87647" y="26396"/>
                  <a:pt x="108803" y="18854"/>
                </a:cubicBezTo>
                <a:cubicBezTo>
                  <a:pt x="114847" y="16593"/>
                  <a:pt x="121648" y="14329"/>
                  <a:pt x="127692" y="12066"/>
                </a:cubicBezTo>
                <a:cubicBezTo>
                  <a:pt x="131470" y="10559"/>
                  <a:pt x="136004" y="10559"/>
                  <a:pt x="140538" y="9804"/>
                </a:cubicBezTo>
                <a:cubicBezTo>
                  <a:pt x="146582" y="9050"/>
                  <a:pt x="151872" y="8296"/>
                  <a:pt x="157916" y="6788"/>
                </a:cubicBezTo>
                <a:cubicBezTo>
                  <a:pt x="161694" y="6034"/>
                  <a:pt x="165472" y="3771"/>
                  <a:pt x="169249" y="2263"/>
                </a:cubicBezTo>
                <a:cubicBezTo>
                  <a:pt x="171516" y="754"/>
                  <a:pt x="173783" y="0"/>
                  <a:pt x="176050" y="0"/>
                </a:cubicBezTo>
                <a:cubicBezTo>
                  <a:pt x="184361" y="0"/>
                  <a:pt x="192673" y="754"/>
                  <a:pt x="200228" y="3771"/>
                </a:cubicBezTo>
                <a:cubicBezTo>
                  <a:pt x="208539" y="6788"/>
                  <a:pt x="211562" y="14329"/>
                  <a:pt x="207029" y="21871"/>
                </a:cubicBezTo>
                <a:cubicBezTo>
                  <a:pt x="204006" y="28659"/>
                  <a:pt x="198717" y="33938"/>
                  <a:pt x="193429" y="37709"/>
                </a:cubicBezTo>
                <a:cubicBezTo>
                  <a:pt x="190406" y="39972"/>
                  <a:pt x="188139" y="39972"/>
                  <a:pt x="185116" y="39972"/>
                </a:cubicBezTo>
                <a:cubicBezTo>
                  <a:pt x="178317" y="40725"/>
                  <a:pt x="172272" y="41479"/>
                  <a:pt x="166228" y="42234"/>
                </a:cubicBezTo>
                <a:cubicBezTo>
                  <a:pt x="164716" y="42988"/>
                  <a:pt x="162450" y="42988"/>
                  <a:pt x="160938" y="43743"/>
                </a:cubicBezTo>
                <a:cubicBezTo>
                  <a:pt x="157916" y="45251"/>
                  <a:pt x="157160" y="47513"/>
                  <a:pt x="157160" y="50529"/>
                </a:cubicBezTo>
                <a:cubicBezTo>
                  <a:pt x="157160" y="52793"/>
                  <a:pt x="157916" y="55054"/>
                  <a:pt x="158671" y="57318"/>
                </a:cubicBezTo>
                <a:cubicBezTo>
                  <a:pt x="160938" y="61843"/>
                  <a:pt x="162450" y="65613"/>
                  <a:pt x="164716" y="69384"/>
                </a:cubicBezTo>
                <a:cubicBezTo>
                  <a:pt x="166983" y="75418"/>
                  <a:pt x="169249" y="80697"/>
                  <a:pt x="169249" y="86731"/>
                </a:cubicBezTo>
                <a:cubicBezTo>
                  <a:pt x="169249" y="95026"/>
                  <a:pt x="168493" y="102569"/>
                  <a:pt x="166228" y="110110"/>
                </a:cubicBezTo>
                <a:cubicBezTo>
                  <a:pt x="163205" y="118406"/>
                  <a:pt x="157916" y="122177"/>
                  <a:pt x="148849" y="122931"/>
                </a:cubicBezTo>
                <a:cubicBezTo>
                  <a:pt x="146582" y="122931"/>
                  <a:pt x="145071" y="122931"/>
                  <a:pt x="142804" y="122931"/>
                </a:cubicBezTo>
                <a:cubicBezTo>
                  <a:pt x="140538" y="122931"/>
                  <a:pt x="138271" y="122931"/>
                  <a:pt x="136760" y="125948"/>
                </a:cubicBezTo>
                <a:cubicBezTo>
                  <a:pt x="136004" y="126703"/>
                  <a:pt x="135249" y="127456"/>
                  <a:pt x="134493" y="128210"/>
                </a:cubicBezTo>
                <a:cubicBezTo>
                  <a:pt x="129203" y="132735"/>
                  <a:pt x="123915" y="134244"/>
                  <a:pt x="117870" y="131981"/>
                </a:cubicBezTo>
                <a:cubicBezTo>
                  <a:pt x="114093" y="129719"/>
                  <a:pt x="109559" y="127456"/>
                  <a:pt x="105781" y="125194"/>
                </a:cubicBezTo>
                <a:cubicBezTo>
                  <a:pt x="102758" y="122931"/>
                  <a:pt x="99737" y="122177"/>
                  <a:pt x="95203" y="122177"/>
                </a:cubicBezTo>
                <a:cubicBezTo>
                  <a:pt x="93692" y="122177"/>
                  <a:pt x="91425" y="122931"/>
                  <a:pt x="89913" y="120669"/>
                </a:cubicBezTo>
                <a:cubicBezTo>
                  <a:pt x="87647" y="118406"/>
                  <a:pt x="86136" y="116144"/>
                  <a:pt x="85381" y="113127"/>
                </a:cubicBezTo>
                <a:cubicBezTo>
                  <a:pt x="84625" y="111619"/>
                  <a:pt x="85381" y="110865"/>
                  <a:pt x="86892" y="110865"/>
                </a:cubicBezTo>
                <a:cubicBezTo>
                  <a:pt x="88402" y="110865"/>
                  <a:pt x="90669" y="110865"/>
                  <a:pt x="92180" y="110865"/>
                </a:cubicBezTo>
                <a:cubicBezTo>
                  <a:pt x="103514" y="111619"/>
                  <a:pt x="114847" y="110110"/>
                  <a:pt x="125426" y="106340"/>
                </a:cubicBezTo>
                <a:cubicBezTo>
                  <a:pt x="130715" y="104076"/>
                  <a:pt x="135249" y="101060"/>
                  <a:pt x="139783" y="97290"/>
                </a:cubicBezTo>
                <a:cubicBezTo>
                  <a:pt x="142048" y="95026"/>
                  <a:pt x="142804" y="92765"/>
                  <a:pt x="142048" y="90501"/>
                </a:cubicBezTo>
                <a:cubicBezTo>
                  <a:pt x="141293" y="83715"/>
                  <a:pt x="140538" y="76926"/>
                  <a:pt x="139783" y="69384"/>
                </a:cubicBezTo>
                <a:cubicBezTo>
                  <a:pt x="139027" y="65613"/>
                  <a:pt x="139027" y="61843"/>
                  <a:pt x="139027" y="58072"/>
                </a:cubicBezTo>
                <a:cubicBezTo>
                  <a:pt x="139027" y="55054"/>
                  <a:pt x="138271" y="53547"/>
                  <a:pt x="135249" y="53547"/>
                </a:cubicBezTo>
                <a:cubicBezTo>
                  <a:pt x="130715" y="52793"/>
                  <a:pt x="126938" y="52793"/>
                  <a:pt x="123160" y="56563"/>
                </a:cubicBezTo>
                <a:cubicBezTo>
                  <a:pt x="122404" y="57318"/>
                  <a:pt x="120893" y="58072"/>
                  <a:pt x="119381" y="59581"/>
                </a:cubicBezTo>
                <a:cubicBezTo>
                  <a:pt x="116359" y="61088"/>
                  <a:pt x="113337" y="62597"/>
                  <a:pt x="109559" y="61843"/>
                </a:cubicBezTo>
                <a:cubicBezTo>
                  <a:pt x="101247" y="61843"/>
                  <a:pt x="93692" y="64106"/>
                  <a:pt x="87647" y="68631"/>
                </a:cubicBezTo>
                <a:cubicBezTo>
                  <a:pt x="78580" y="75418"/>
                  <a:pt x="69513" y="82206"/>
                  <a:pt x="60447" y="88993"/>
                </a:cubicBezTo>
                <a:cubicBezTo>
                  <a:pt x="53646" y="93518"/>
                  <a:pt x="46846" y="98797"/>
                  <a:pt x="39290" y="101815"/>
                </a:cubicBezTo>
                <a:cubicBezTo>
                  <a:pt x="31735" y="104831"/>
                  <a:pt x="24178" y="105585"/>
                  <a:pt x="16623" y="102569"/>
                </a:cubicBezTo>
                <a:cubicBezTo>
                  <a:pt x="15112" y="102569"/>
                  <a:pt x="14356" y="101815"/>
                  <a:pt x="13600" y="101060"/>
                </a:cubicBezTo>
                <a:cubicBezTo>
                  <a:pt x="12845" y="101060"/>
                  <a:pt x="12845" y="101060"/>
                  <a:pt x="12089" y="10030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2171700" y="762000"/>
            <a:ext cx="160583" cy="85814"/>
          </a:xfrm>
          <a:custGeom>
            <a:avLst/>
            <a:gdLst/>
            <a:ahLst/>
            <a:cxnLst/>
            <a:rect l="l" t="t" r="r" b="b"/>
            <a:pathLst>
              <a:path w="160583" h="85814">
                <a:moveTo>
                  <a:pt x="149221" y="0"/>
                </a:moveTo>
                <a:cubicBezTo>
                  <a:pt x="150736" y="0"/>
                  <a:pt x="153008" y="0"/>
                  <a:pt x="155280" y="0"/>
                </a:cubicBezTo>
                <a:cubicBezTo>
                  <a:pt x="158311" y="753"/>
                  <a:pt x="160583" y="3764"/>
                  <a:pt x="159826" y="6774"/>
                </a:cubicBezTo>
                <a:cubicBezTo>
                  <a:pt x="156795" y="13550"/>
                  <a:pt x="151493" y="18819"/>
                  <a:pt x="144676" y="21830"/>
                </a:cubicBezTo>
                <a:cubicBezTo>
                  <a:pt x="143161" y="21830"/>
                  <a:pt x="142404" y="21830"/>
                  <a:pt x="141647" y="21830"/>
                </a:cubicBezTo>
                <a:cubicBezTo>
                  <a:pt x="137858" y="21077"/>
                  <a:pt x="134830" y="22583"/>
                  <a:pt x="131799" y="24841"/>
                </a:cubicBezTo>
                <a:cubicBezTo>
                  <a:pt x="119680" y="32368"/>
                  <a:pt x="109075" y="40649"/>
                  <a:pt x="99986" y="50434"/>
                </a:cubicBezTo>
                <a:cubicBezTo>
                  <a:pt x="93925" y="56457"/>
                  <a:pt x="87866" y="62479"/>
                  <a:pt x="82564" y="68501"/>
                </a:cubicBezTo>
                <a:cubicBezTo>
                  <a:pt x="74990" y="76780"/>
                  <a:pt x="65142" y="82803"/>
                  <a:pt x="53781" y="84309"/>
                </a:cubicBezTo>
                <a:cubicBezTo>
                  <a:pt x="46205" y="85814"/>
                  <a:pt x="37874" y="84309"/>
                  <a:pt x="30298" y="81298"/>
                </a:cubicBezTo>
                <a:cubicBezTo>
                  <a:pt x="21966" y="78287"/>
                  <a:pt x="14392" y="73770"/>
                  <a:pt x="6817" y="67748"/>
                </a:cubicBezTo>
                <a:cubicBezTo>
                  <a:pt x="6817" y="67748"/>
                  <a:pt x="6817" y="66995"/>
                  <a:pt x="6059" y="66995"/>
                </a:cubicBezTo>
                <a:cubicBezTo>
                  <a:pt x="0" y="60973"/>
                  <a:pt x="1515" y="52692"/>
                  <a:pt x="8332" y="48176"/>
                </a:cubicBezTo>
                <a:cubicBezTo>
                  <a:pt x="9089" y="47423"/>
                  <a:pt x="10604" y="47423"/>
                  <a:pt x="11361" y="46671"/>
                </a:cubicBezTo>
                <a:cubicBezTo>
                  <a:pt x="36359" y="36885"/>
                  <a:pt x="61355" y="27099"/>
                  <a:pt x="86351" y="17314"/>
                </a:cubicBezTo>
                <a:cubicBezTo>
                  <a:pt x="90138" y="15808"/>
                  <a:pt x="94684" y="14303"/>
                  <a:pt x="98471" y="13550"/>
                </a:cubicBezTo>
                <a:cubicBezTo>
                  <a:pt x="107560" y="11292"/>
                  <a:pt x="115893" y="9034"/>
                  <a:pt x="124225" y="5269"/>
                </a:cubicBezTo>
                <a:cubicBezTo>
                  <a:pt x="132556" y="1505"/>
                  <a:pt x="140889" y="0"/>
                  <a:pt x="14922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2222500" y="660400"/>
            <a:ext cx="85814" cy="95160"/>
          </a:xfrm>
          <a:custGeom>
            <a:avLst/>
            <a:gdLst/>
            <a:ahLst/>
            <a:cxnLst/>
            <a:rect l="l" t="t" r="r" b="b"/>
            <a:pathLst>
              <a:path w="85814" h="95160">
                <a:moveTo>
                  <a:pt x="85814" y="52866"/>
                </a:moveTo>
                <a:cubicBezTo>
                  <a:pt x="85814" y="59663"/>
                  <a:pt x="82050" y="64950"/>
                  <a:pt x="76029" y="68726"/>
                </a:cubicBezTo>
                <a:cubicBezTo>
                  <a:pt x="70759" y="71747"/>
                  <a:pt x="64737" y="73259"/>
                  <a:pt x="58715" y="73259"/>
                </a:cubicBezTo>
                <a:cubicBezTo>
                  <a:pt x="48176" y="73259"/>
                  <a:pt x="49682" y="74013"/>
                  <a:pt x="43660" y="80056"/>
                </a:cubicBezTo>
                <a:cubicBezTo>
                  <a:pt x="39143" y="83831"/>
                  <a:pt x="34627" y="87607"/>
                  <a:pt x="30110" y="91384"/>
                </a:cubicBezTo>
                <a:cubicBezTo>
                  <a:pt x="28604" y="92894"/>
                  <a:pt x="26346" y="93650"/>
                  <a:pt x="23335" y="94404"/>
                </a:cubicBezTo>
                <a:cubicBezTo>
                  <a:pt x="21077" y="95160"/>
                  <a:pt x="18819" y="94404"/>
                  <a:pt x="17314" y="92138"/>
                </a:cubicBezTo>
                <a:cubicBezTo>
                  <a:pt x="16561" y="89118"/>
                  <a:pt x="15808" y="86853"/>
                  <a:pt x="17314" y="84587"/>
                </a:cubicBezTo>
                <a:cubicBezTo>
                  <a:pt x="24841" y="74013"/>
                  <a:pt x="24841" y="62685"/>
                  <a:pt x="19572" y="51356"/>
                </a:cubicBezTo>
                <a:cubicBezTo>
                  <a:pt x="17314" y="46069"/>
                  <a:pt x="14303" y="42294"/>
                  <a:pt x="12045" y="37762"/>
                </a:cubicBezTo>
                <a:cubicBezTo>
                  <a:pt x="10538" y="34741"/>
                  <a:pt x="9034" y="32475"/>
                  <a:pt x="8280" y="29454"/>
                </a:cubicBezTo>
                <a:cubicBezTo>
                  <a:pt x="6774" y="24922"/>
                  <a:pt x="5269" y="20391"/>
                  <a:pt x="2258" y="15860"/>
                </a:cubicBezTo>
                <a:cubicBezTo>
                  <a:pt x="0" y="12838"/>
                  <a:pt x="0" y="9063"/>
                  <a:pt x="2258" y="4531"/>
                </a:cubicBezTo>
                <a:cubicBezTo>
                  <a:pt x="3764" y="1510"/>
                  <a:pt x="6022" y="0"/>
                  <a:pt x="9034" y="0"/>
                </a:cubicBezTo>
                <a:cubicBezTo>
                  <a:pt x="10538" y="0"/>
                  <a:pt x="12045" y="756"/>
                  <a:pt x="13550" y="756"/>
                </a:cubicBezTo>
                <a:cubicBezTo>
                  <a:pt x="21830" y="2266"/>
                  <a:pt x="30110" y="5287"/>
                  <a:pt x="37638" y="9063"/>
                </a:cubicBezTo>
                <a:cubicBezTo>
                  <a:pt x="46671" y="14350"/>
                  <a:pt x="55703" y="18881"/>
                  <a:pt x="64737" y="23412"/>
                </a:cubicBezTo>
                <a:cubicBezTo>
                  <a:pt x="70759" y="27188"/>
                  <a:pt x="76029" y="30965"/>
                  <a:pt x="79792" y="36251"/>
                </a:cubicBezTo>
                <a:cubicBezTo>
                  <a:pt x="83556" y="40782"/>
                  <a:pt x="85814" y="46069"/>
                  <a:pt x="85814" y="528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2870200" y="749300"/>
            <a:ext cx="84115" cy="113852"/>
          </a:xfrm>
          <a:custGeom>
            <a:avLst/>
            <a:gdLst/>
            <a:ahLst/>
            <a:cxnLst/>
            <a:rect l="l" t="t" r="r" b="b"/>
            <a:pathLst>
              <a:path w="84115" h="113852">
                <a:moveTo>
                  <a:pt x="84115" y="89563"/>
                </a:moveTo>
                <a:cubicBezTo>
                  <a:pt x="83358" y="91082"/>
                  <a:pt x="82600" y="93359"/>
                  <a:pt x="81841" y="94877"/>
                </a:cubicBezTo>
                <a:cubicBezTo>
                  <a:pt x="78053" y="99431"/>
                  <a:pt x="75021" y="103226"/>
                  <a:pt x="71233" y="107780"/>
                </a:cubicBezTo>
                <a:cubicBezTo>
                  <a:pt x="68202" y="110816"/>
                  <a:pt x="65170" y="112334"/>
                  <a:pt x="60623" y="113094"/>
                </a:cubicBezTo>
                <a:cubicBezTo>
                  <a:pt x="56835" y="113852"/>
                  <a:pt x="55319" y="113094"/>
                  <a:pt x="54560" y="109297"/>
                </a:cubicBezTo>
                <a:cubicBezTo>
                  <a:pt x="53045" y="102467"/>
                  <a:pt x="51530" y="95636"/>
                  <a:pt x="50014" y="88805"/>
                </a:cubicBezTo>
                <a:cubicBezTo>
                  <a:pt x="48499" y="81973"/>
                  <a:pt x="47741" y="75142"/>
                  <a:pt x="44710" y="68311"/>
                </a:cubicBezTo>
                <a:cubicBezTo>
                  <a:pt x="43194" y="64516"/>
                  <a:pt x="40921" y="60721"/>
                  <a:pt x="37889" y="56926"/>
                </a:cubicBezTo>
                <a:cubicBezTo>
                  <a:pt x="30311" y="47818"/>
                  <a:pt x="21976" y="38710"/>
                  <a:pt x="14398" y="30361"/>
                </a:cubicBezTo>
                <a:cubicBezTo>
                  <a:pt x="11366" y="26566"/>
                  <a:pt x="8336" y="23529"/>
                  <a:pt x="4547" y="20494"/>
                </a:cubicBezTo>
                <a:cubicBezTo>
                  <a:pt x="758" y="16698"/>
                  <a:pt x="0" y="12903"/>
                  <a:pt x="0" y="7590"/>
                </a:cubicBezTo>
                <a:cubicBezTo>
                  <a:pt x="0" y="6831"/>
                  <a:pt x="0" y="6831"/>
                  <a:pt x="0" y="6072"/>
                </a:cubicBezTo>
                <a:cubicBezTo>
                  <a:pt x="1515" y="759"/>
                  <a:pt x="2273" y="0"/>
                  <a:pt x="6820" y="1518"/>
                </a:cubicBezTo>
                <a:cubicBezTo>
                  <a:pt x="9093" y="3037"/>
                  <a:pt x="11366" y="3795"/>
                  <a:pt x="13640" y="5314"/>
                </a:cubicBezTo>
                <a:cubicBezTo>
                  <a:pt x="15913" y="7590"/>
                  <a:pt x="18186" y="9108"/>
                  <a:pt x="20461" y="11386"/>
                </a:cubicBezTo>
                <a:cubicBezTo>
                  <a:pt x="24249" y="15180"/>
                  <a:pt x="28796" y="18217"/>
                  <a:pt x="33343" y="19735"/>
                </a:cubicBezTo>
                <a:cubicBezTo>
                  <a:pt x="46225" y="25047"/>
                  <a:pt x="56077" y="32638"/>
                  <a:pt x="64412" y="43264"/>
                </a:cubicBezTo>
                <a:cubicBezTo>
                  <a:pt x="74263" y="55408"/>
                  <a:pt x="81084" y="69830"/>
                  <a:pt x="83358" y="86528"/>
                </a:cubicBezTo>
                <a:cubicBezTo>
                  <a:pt x="83358" y="87287"/>
                  <a:pt x="83358" y="88045"/>
                  <a:pt x="83358" y="88805"/>
                </a:cubicBezTo>
                <a:cubicBezTo>
                  <a:pt x="83358" y="88805"/>
                  <a:pt x="83358" y="89563"/>
                  <a:pt x="84115" y="8956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2286000" y="965200"/>
            <a:ext cx="61175" cy="74769"/>
          </a:xfrm>
          <a:custGeom>
            <a:avLst/>
            <a:gdLst/>
            <a:ahLst/>
            <a:cxnLst/>
            <a:rect l="l" t="t" r="r" b="b"/>
            <a:pathLst>
              <a:path w="61175" h="74769">
                <a:moveTo>
                  <a:pt x="0" y="13594"/>
                </a:moveTo>
                <a:cubicBezTo>
                  <a:pt x="756" y="11328"/>
                  <a:pt x="756" y="9063"/>
                  <a:pt x="756" y="6797"/>
                </a:cubicBezTo>
                <a:cubicBezTo>
                  <a:pt x="1510" y="3021"/>
                  <a:pt x="3776" y="756"/>
                  <a:pt x="8307" y="756"/>
                </a:cubicBezTo>
                <a:cubicBezTo>
                  <a:pt x="18881" y="0"/>
                  <a:pt x="29454" y="1510"/>
                  <a:pt x="37762" y="9063"/>
                </a:cubicBezTo>
                <a:cubicBezTo>
                  <a:pt x="46825" y="15860"/>
                  <a:pt x="52866" y="24168"/>
                  <a:pt x="58908" y="33231"/>
                </a:cubicBezTo>
                <a:cubicBezTo>
                  <a:pt x="59663" y="34741"/>
                  <a:pt x="60419" y="37007"/>
                  <a:pt x="60419" y="38518"/>
                </a:cubicBezTo>
                <a:cubicBezTo>
                  <a:pt x="61175" y="46069"/>
                  <a:pt x="60419" y="52868"/>
                  <a:pt x="58153" y="59665"/>
                </a:cubicBezTo>
                <a:cubicBezTo>
                  <a:pt x="55888" y="67216"/>
                  <a:pt x="43048" y="74769"/>
                  <a:pt x="32475" y="69482"/>
                </a:cubicBezTo>
                <a:cubicBezTo>
                  <a:pt x="28699" y="67216"/>
                  <a:pt x="24922" y="64950"/>
                  <a:pt x="22657" y="61175"/>
                </a:cubicBezTo>
                <a:cubicBezTo>
                  <a:pt x="18125" y="55888"/>
                  <a:pt x="13594" y="50601"/>
                  <a:pt x="9063" y="45315"/>
                </a:cubicBezTo>
                <a:cubicBezTo>
                  <a:pt x="3021" y="37007"/>
                  <a:pt x="1510" y="27944"/>
                  <a:pt x="756" y="18125"/>
                </a:cubicBezTo>
                <a:cubicBezTo>
                  <a:pt x="756" y="16615"/>
                  <a:pt x="756" y="15105"/>
                  <a:pt x="756" y="13594"/>
                </a:cubicBezTo>
                <a:cubicBezTo>
                  <a:pt x="756" y="13594"/>
                  <a:pt x="756" y="13594"/>
                  <a:pt x="0" y="1359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2679700" y="939800"/>
            <a:ext cx="65423" cy="75620"/>
          </a:xfrm>
          <a:custGeom>
            <a:avLst/>
            <a:gdLst/>
            <a:ahLst/>
            <a:cxnLst/>
            <a:rect l="l" t="t" r="r" b="b"/>
            <a:pathLst>
              <a:path w="65423" h="75620">
                <a:moveTo>
                  <a:pt x="28575" y="75620"/>
                </a:moveTo>
                <a:cubicBezTo>
                  <a:pt x="25568" y="74863"/>
                  <a:pt x="23312" y="74863"/>
                  <a:pt x="20303" y="74107"/>
                </a:cubicBezTo>
                <a:cubicBezTo>
                  <a:pt x="18048" y="73350"/>
                  <a:pt x="16544" y="71082"/>
                  <a:pt x="16544" y="68814"/>
                </a:cubicBezTo>
                <a:cubicBezTo>
                  <a:pt x="17296" y="61251"/>
                  <a:pt x="15039" y="55202"/>
                  <a:pt x="12784" y="49153"/>
                </a:cubicBezTo>
                <a:cubicBezTo>
                  <a:pt x="8272" y="37054"/>
                  <a:pt x="3007" y="24954"/>
                  <a:pt x="752" y="12099"/>
                </a:cubicBezTo>
                <a:cubicBezTo>
                  <a:pt x="0" y="9074"/>
                  <a:pt x="0" y="6049"/>
                  <a:pt x="0" y="3025"/>
                </a:cubicBezTo>
                <a:cubicBezTo>
                  <a:pt x="0" y="1513"/>
                  <a:pt x="1504" y="0"/>
                  <a:pt x="3007" y="0"/>
                </a:cubicBezTo>
                <a:cubicBezTo>
                  <a:pt x="5264" y="0"/>
                  <a:pt x="7520" y="0"/>
                  <a:pt x="9023" y="0"/>
                </a:cubicBezTo>
                <a:cubicBezTo>
                  <a:pt x="11280" y="756"/>
                  <a:pt x="13536" y="1513"/>
                  <a:pt x="15039" y="3025"/>
                </a:cubicBezTo>
                <a:cubicBezTo>
                  <a:pt x="18048" y="5293"/>
                  <a:pt x="21055" y="6806"/>
                  <a:pt x="23312" y="9074"/>
                </a:cubicBezTo>
                <a:cubicBezTo>
                  <a:pt x="31584" y="16636"/>
                  <a:pt x="40607" y="23442"/>
                  <a:pt x="48880" y="31003"/>
                </a:cubicBezTo>
                <a:cubicBezTo>
                  <a:pt x="52639" y="34028"/>
                  <a:pt x="55648" y="38566"/>
                  <a:pt x="58655" y="42347"/>
                </a:cubicBezTo>
                <a:cubicBezTo>
                  <a:pt x="65423" y="52177"/>
                  <a:pt x="63919" y="58983"/>
                  <a:pt x="54896" y="65789"/>
                </a:cubicBezTo>
                <a:cubicBezTo>
                  <a:pt x="48127" y="71838"/>
                  <a:pt x="37600" y="75620"/>
                  <a:pt x="28575" y="756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2870200" y="838200"/>
            <a:ext cx="33986" cy="65423"/>
          </a:xfrm>
          <a:custGeom>
            <a:avLst/>
            <a:gdLst/>
            <a:ahLst/>
            <a:cxnLst/>
            <a:rect l="l" t="t" r="r" b="b"/>
            <a:pathLst>
              <a:path w="33986" h="65423">
                <a:moveTo>
                  <a:pt x="4634" y="42864"/>
                </a:moveTo>
                <a:cubicBezTo>
                  <a:pt x="5406" y="29328"/>
                  <a:pt x="3862" y="17296"/>
                  <a:pt x="1544" y="6016"/>
                </a:cubicBezTo>
                <a:cubicBezTo>
                  <a:pt x="772" y="4512"/>
                  <a:pt x="0" y="2256"/>
                  <a:pt x="2318" y="1504"/>
                </a:cubicBezTo>
                <a:cubicBezTo>
                  <a:pt x="3862" y="0"/>
                  <a:pt x="5406" y="0"/>
                  <a:pt x="7724" y="1504"/>
                </a:cubicBezTo>
                <a:cubicBezTo>
                  <a:pt x="9268" y="2256"/>
                  <a:pt x="10814" y="3007"/>
                  <a:pt x="11586" y="4512"/>
                </a:cubicBezTo>
                <a:cubicBezTo>
                  <a:pt x="15448" y="8272"/>
                  <a:pt x="19310" y="12784"/>
                  <a:pt x="22400" y="16544"/>
                </a:cubicBezTo>
                <a:cubicBezTo>
                  <a:pt x="25489" y="20303"/>
                  <a:pt x="27807" y="24064"/>
                  <a:pt x="30124" y="27071"/>
                </a:cubicBezTo>
                <a:cubicBezTo>
                  <a:pt x="32441" y="30832"/>
                  <a:pt x="33986" y="34591"/>
                  <a:pt x="33213" y="39103"/>
                </a:cubicBezTo>
                <a:cubicBezTo>
                  <a:pt x="32441" y="44367"/>
                  <a:pt x="31669" y="50383"/>
                  <a:pt x="29351" y="55648"/>
                </a:cubicBezTo>
                <a:cubicBezTo>
                  <a:pt x="25489" y="62415"/>
                  <a:pt x="20855" y="65423"/>
                  <a:pt x="12358" y="65423"/>
                </a:cubicBezTo>
                <a:cubicBezTo>
                  <a:pt x="9268" y="65423"/>
                  <a:pt x="7724" y="63919"/>
                  <a:pt x="6180" y="60910"/>
                </a:cubicBezTo>
                <a:cubicBezTo>
                  <a:pt x="4634" y="57151"/>
                  <a:pt x="4634" y="53391"/>
                  <a:pt x="4634" y="48880"/>
                </a:cubicBezTo>
                <a:cubicBezTo>
                  <a:pt x="4634" y="46623"/>
                  <a:pt x="4634" y="44367"/>
                  <a:pt x="4634" y="428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876300" y="609600"/>
            <a:ext cx="664422" cy="662874"/>
          </a:xfrm>
          <a:custGeom>
            <a:avLst/>
            <a:gdLst/>
            <a:ahLst/>
            <a:cxnLst/>
            <a:rect l="l" t="t" r="r" b="b"/>
            <a:pathLst>
              <a:path w="664422" h="662874">
                <a:moveTo>
                  <a:pt x="0" y="320079"/>
                </a:moveTo>
                <a:cubicBezTo>
                  <a:pt x="0" y="317326"/>
                  <a:pt x="688" y="314573"/>
                  <a:pt x="688" y="311819"/>
                </a:cubicBezTo>
                <a:cubicBezTo>
                  <a:pt x="2065" y="295987"/>
                  <a:pt x="4131" y="280156"/>
                  <a:pt x="6885" y="264324"/>
                </a:cubicBezTo>
                <a:cubicBezTo>
                  <a:pt x="13082" y="236790"/>
                  <a:pt x="22033" y="210633"/>
                  <a:pt x="34426" y="185165"/>
                </a:cubicBezTo>
                <a:cubicBezTo>
                  <a:pt x="61279" y="130785"/>
                  <a:pt x="100524" y="87419"/>
                  <a:pt x="151474" y="53691"/>
                </a:cubicBezTo>
                <a:cubicBezTo>
                  <a:pt x="182458" y="33040"/>
                  <a:pt x="216884" y="18585"/>
                  <a:pt x="253375" y="9637"/>
                </a:cubicBezTo>
                <a:cubicBezTo>
                  <a:pt x="274030" y="4130"/>
                  <a:pt x="295375" y="1377"/>
                  <a:pt x="316031" y="688"/>
                </a:cubicBezTo>
                <a:cubicBezTo>
                  <a:pt x="317407" y="688"/>
                  <a:pt x="318785" y="0"/>
                  <a:pt x="320162" y="0"/>
                </a:cubicBezTo>
                <a:cubicBezTo>
                  <a:pt x="327736" y="0"/>
                  <a:pt x="335309" y="0"/>
                  <a:pt x="342883" y="0"/>
                </a:cubicBezTo>
                <a:cubicBezTo>
                  <a:pt x="344260" y="0"/>
                  <a:pt x="344949" y="688"/>
                  <a:pt x="346325" y="688"/>
                </a:cubicBezTo>
                <a:cubicBezTo>
                  <a:pt x="407604" y="3442"/>
                  <a:pt x="463373" y="21339"/>
                  <a:pt x="513636" y="55067"/>
                </a:cubicBezTo>
                <a:cubicBezTo>
                  <a:pt x="579045" y="98433"/>
                  <a:pt x="623800" y="157630"/>
                  <a:pt x="647898" y="232660"/>
                </a:cubicBezTo>
                <a:cubicBezTo>
                  <a:pt x="655471" y="256752"/>
                  <a:pt x="660291" y="282221"/>
                  <a:pt x="662357" y="307689"/>
                </a:cubicBezTo>
                <a:cubicBezTo>
                  <a:pt x="664422" y="346236"/>
                  <a:pt x="660979" y="384095"/>
                  <a:pt x="650651" y="421265"/>
                </a:cubicBezTo>
                <a:cubicBezTo>
                  <a:pt x="638259" y="463942"/>
                  <a:pt x="617602" y="503179"/>
                  <a:pt x="590062" y="538284"/>
                </a:cubicBezTo>
                <a:cubicBezTo>
                  <a:pt x="563898" y="570636"/>
                  <a:pt x="532915" y="596793"/>
                  <a:pt x="497111" y="617444"/>
                </a:cubicBezTo>
                <a:cubicBezTo>
                  <a:pt x="467505" y="635340"/>
                  <a:pt x="435834" y="647042"/>
                  <a:pt x="402096" y="654614"/>
                </a:cubicBezTo>
                <a:cubicBezTo>
                  <a:pt x="383506" y="658744"/>
                  <a:pt x="364915" y="660809"/>
                  <a:pt x="345637" y="662186"/>
                </a:cubicBezTo>
                <a:cubicBezTo>
                  <a:pt x="344260" y="662186"/>
                  <a:pt x="342883" y="662186"/>
                  <a:pt x="342195" y="662874"/>
                </a:cubicBezTo>
                <a:cubicBezTo>
                  <a:pt x="335309" y="662874"/>
                  <a:pt x="327736" y="662874"/>
                  <a:pt x="320850" y="662874"/>
                </a:cubicBezTo>
                <a:cubicBezTo>
                  <a:pt x="316719" y="662186"/>
                  <a:pt x="313277" y="661497"/>
                  <a:pt x="309146" y="661497"/>
                </a:cubicBezTo>
                <a:cubicBezTo>
                  <a:pt x="281605" y="659432"/>
                  <a:pt x="254753" y="654614"/>
                  <a:pt x="228589" y="645665"/>
                </a:cubicBezTo>
                <a:cubicBezTo>
                  <a:pt x="141835" y="616067"/>
                  <a:pt x="77114" y="560311"/>
                  <a:pt x="35114" y="478398"/>
                </a:cubicBezTo>
                <a:cubicBezTo>
                  <a:pt x="20655" y="450176"/>
                  <a:pt x="11016" y="419889"/>
                  <a:pt x="5508" y="388225"/>
                </a:cubicBezTo>
                <a:cubicBezTo>
                  <a:pt x="2755" y="375835"/>
                  <a:pt x="1377" y="363445"/>
                  <a:pt x="688" y="351055"/>
                </a:cubicBezTo>
                <a:cubicBezTo>
                  <a:pt x="688" y="348301"/>
                  <a:pt x="0" y="344860"/>
                  <a:pt x="0" y="342106"/>
                </a:cubicBezTo>
                <a:cubicBezTo>
                  <a:pt x="0" y="334535"/>
                  <a:pt x="0" y="326963"/>
                  <a:pt x="0" y="320079"/>
                </a:cubicBezTo>
                <a:close/>
                <a:moveTo>
                  <a:pt x="331178" y="651172"/>
                </a:moveTo>
                <a:cubicBezTo>
                  <a:pt x="508128" y="651172"/>
                  <a:pt x="651340" y="506621"/>
                  <a:pt x="651340" y="331093"/>
                </a:cubicBezTo>
                <a:cubicBezTo>
                  <a:pt x="652028" y="156942"/>
                  <a:pt x="509505" y="11702"/>
                  <a:pt x="331866" y="11702"/>
                </a:cubicBezTo>
                <a:cubicBezTo>
                  <a:pt x="155605" y="11013"/>
                  <a:pt x="11704" y="154876"/>
                  <a:pt x="11704" y="330404"/>
                </a:cubicBezTo>
                <a:cubicBezTo>
                  <a:pt x="11016" y="506621"/>
                  <a:pt x="154917" y="650484"/>
                  <a:pt x="331178" y="651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965200" y="698500"/>
            <a:ext cx="490184" cy="489412"/>
          </a:xfrm>
          <a:custGeom>
            <a:avLst/>
            <a:gdLst/>
            <a:ahLst/>
            <a:cxnLst/>
            <a:rect l="l" t="t" r="r" b="b"/>
            <a:pathLst>
              <a:path w="490184" h="489412">
                <a:moveTo>
                  <a:pt x="490184" y="245050"/>
                </a:moveTo>
                <a:cubicBezTo>
                  <a:pt x="490184" y="379965"/>
                  <a:pt x="379876" y="489412"/>
                  <a:pt x="244748" y="489412"/>
                </a:cubicBezTo>
                <a:cubicBezTo>
                  <a:pt x="109620" y="489412"/>
                  <a:pt x="690" y="379277"/>
                  <a:pt x="0" y="245739"/>
                </a:cubicBezTo>
                <a:cubicBezTo>
                  <a:pt x="0" y="111511"/>
                  <a:pt x="108930" y="1377"/>
                  <a:pt x="244058" y="688"/>
                </a:cubicBezTo>
                <a:cubicBezTo>
                  <a:pt x="379876" y="0"/>
                  <a:pt x="490184" y="109446"/>
                  <a:pt x="490184" y="245050"/>
                </a:cubicBezTo>
                <a:close/>
                <a:moveTo>
                  <a:pt x="244748" y="481841"/>
                </a:moveTo>
                <a:cubicBezTo>
                  <a:pt x="375740" y="482529"/>
                  <a:pt x="482601" y="375835"/>
                  <a:pt x="482601" y="245050"/>
                </a:cubicBezTo>
                <a:cubicBezTo>
                  <a:pt x="482601" y="114264"/>
                  <a:pt x="375740" y="8260"/>
                  <a:pt x="244748" y="8260"/>
                </a:cubicBezTo>
                <a:cubicBezTo>
                  <a:pt x="114446" y="8260"/>
                  <a:pt x="7583" y="114264"/>
                  <a:pt x="7583" y="245050"/>
                </a:cubicBezTo>
                <a:cubicBezTo>
                  <a:pt x="7583" y="375147"/>
                  <a:pt x="114446" y="481841"/>
                  <a:pt x="244748" y="48184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409700" y="749300"/>
            <a:ext cx="54207" cy="65048"/>
          </a:xfrm>
          <a:custGeom>
            <a:avLst/>
            <a:gdLst/>
            <a:ahLst/>
            <a:cxnLst/>
            <a:rect l="l" t="t" r="r" b="b"/>
            <a:pathLst>
              <a:path w="54207" h="65048">
                <a:moveTo>
                  <a:pt x="25389" y="28372"/>
                </a:moveTo>
                <a:cubicBezTo>
                  <a:pt x="21957" y="31833"/>
                  <a:pt x="17840" y="34600"/>
                  <a:pt x="14409" y="38061"/>
                </a:cubicBezTo>
                <a:cubicBezTo>
                  <a:pt x="12351" y="39444"/>
                  <a:pt x="12351" y="41520"/>
                  <a:pt x="13037" y="42904"/>
                </a:cubicBezTo>
                <a:cubicBezTo>
                  <a:pt x="13724" y="44287"/>
                  <a:pt x="13724" y="44980"/>
                  <a:pt x="13724" y="45672"/>
                </a:cubicBezTo>
                <a:cubicBezTo>
                  <a:pt x="11665" y="44980"/>
                  <a:pt x="2059" y="32523"/>
                  <a:pt x="0" y="27680"/>
                </a:cubicBezTo>
                <a:cubicBezTo>
                  <a:pt x="1373" y="28372"/>
                  <a:pt x="1373" y="28372"/>
                  <a:pt x="2059" y="29064"/>
                </a:cubicBezTo>
                <a:cubicBezTo>
                  <a:pt x="4803" y="30448"/>
                  <a:pt x="6176" y="30448"/>
                  <a:pt x="8233" y="29064"/>
                </a:cubicBezTo>
                <a:cubicBezTo>
                  <a:pt x="16468" y="22144"/>
                  <a:pt x="24702" y="15223"/>
                  <a:pt x="32936" y="8305"/>
                </a:cubicBezTo>
                <a:cubicBezTo>
                  <a:pt x="35681" y="6228"/>
                  <a:pt x="35681" y="4844"/>
                  <a:pt x="34308" y="1384"/>
                </a:cubicBezTo>
                <a:cubicBezTo>
                  <a:pt x="34308" y="692"/>
                  <a:pt x="34308" y="692"/>
                  <a:pt x="34308" y="0"/>
                </a:cubicBezTo>
                <a:cubicBezTo>
                  <a:pt x="34995" y="692"/>
                  <a:pt x="35681" y="692"/>
                  <a:pt x="35681" y="1384"/>
                </a:cubicBezTo>
                <a:cubicBezTo>
                  <a:pt x="39798" y="6920"/>
                  <a:pt x="43914" y="12456"/>
                  <a:pt x="48031" y="17992"/>
                </a:cubicBezTo>
                <a:cubicBezTo>
                  <a:pt x="50090" y="20759"/>
                  <a:pt x="51463" y="24220"/>
                  <a:pt x="52835" y="27680"/>
                </a:cubicBezTo>
                <a:cubicBezTo>
                  <a:pt x="54207" y="31140"/>
                  <a:pt x="54207" y="34600"/>
                  <a:pt x="51463" y="37368"/>
                </a:cubicBezTo>
                <a:cubicBezTo>
                  <a:pt x="48717" y="41520"/>
                  <a:pt x="43914" y="42904"/>
                  <a:pt x="39111" y="40828"/>
                </a:cubicBezTo>
                <a:cubicBezTo>
                  <a:pt x="37739" y="40136"/>
                  <a:pt x="36366" y="39444"/>
                  <a:pt x="34308" y="38752"/>
                </a:cubicBezTo>
                <a:cubicBezTo>
                  <a:pt x="32249" y="47748"/>
                  <a:pt x="28819" y="56051"/>
                  <a:pt x="27446" y="65048"/>
                </a:cubicBezTo>
                <a:cubicBezTo>
                  <a:pt x="27446" y="65048"/>
                  <a:pt x="26760" y="64356"/>
                  <a:pt x="26074" y="63664"/>
                </a:cubicBezTo>
                <a:cubicBezTo>
                  <a:pt x="24702" y="61587"/>
                  <a:pt x="22643" y="58820"/>
                  <a:pt x="21271" y="56744"/>
                </a:cubicBezTo>
                <a:cubicBezTo>
                  <a:pt x="19898" y="55361"/>
                  <a:pt x="19898" y="53976"/>
                  <a:pt x="19898" y="51900"/>
                </a:cubicBezTo>
                <a:cubicBezTo>
                  <a:pt x="22643" y="45672"/>
                  <a:pt x="24702" y="38752"/>
                  <a:pt x="26074" y="32523"/>
                </a:cubicBezTo>
                <a:cubicBezTo>
                  <a:pt x="26760" y="31140"/>
                  <a:pt x="27446" y="29756"/>
                  <a:pt x="25389" y="28372"/>
                </a:cubicBezTo>
                <a:close/>
                <a:moveTo>
                  <a:pt x="27446" y="26988"/>
                </a:moveTo>
                <a:cubicBezTo>
                  <a:pt x="28819" y="28372"/>
                  <a:pt x="29505" y="29756"/>
                  <a:pt x="30878" y="31140"/>
                </a:cubicBezTo>
                <a:cubicBezTo>
                  <a:pt x="34308" y="34600"/>
                  <a:pt x="37739" y="34600"/>
                  <a:pt x="41857" y="31140"/>
                </a:cubicBezTo>
                <a:cubicBezTo>
                  <a:pt x="43228" y="31140"/>
                  <a:pt x="43914" y="30448"/>
                  <a:pt x="44601" y="29756"/>
                </a:cubicBezTo>
                <a:cubicBezTo>
                  <a:pt x="48717" y="25604"/>
                  <a:pt x="48717" y="21452"/>
                  <a:pt x="44601" y="16608"/>
                </a:cubicBezTo>
                <a:cubicBezTo>
                  <a:pt x="43228" y="15223"/>
                  <a:pt x="42542" y="14533"/>
                  <a:pt x="40484" y="16608"/>
                </a:cubicBezTo>
                <a:cubicBezTo>
                  <a:pt x="37054" y="18684"/>
                  <a:pt x="34308" y="21452"/>
                  <a:pt x="30878" y="24220"/>
                </a:cubicBezTo>
                <a:cubicBezTo>
                  <a:pt x="30192" y="24912"/>
                  <a:pt x="28819" y="26297"/>
                  <a:pt x="27446" y="269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914400" y="876300"/>
            <a:ext cx="51885" cy="55756"/>
          </a:xfrm>
          <a:custGeom>
            <a:avLst/>
            <a:gdLst/>
            <a:ahLst/>
            <a:cxnLst/>
            <a:rect l="l" t="t" r="r" b="b"/>
            <a:pathLst>
              <a:path w="51885" h="55756">
                <a:moveTo>
                  <a:pt x="0" y="47393"/>
                </a:moveTo>
                <a:cubicBezTo>
                  <a:pt x="1365" y="39726"/>
                  <a:pt x="2730" y="32757"/>
                  <a:pt x="3414" y="25090"/>
                </a:cubicBezTo>
                <a:cubicBezTo>
                  <a:pt x="4096" y="25090"/>
                  <a:pt x="4096" y="25090"/>
                  <a:pt x="4779" y="25090"/>
                </a:cubicBezTo>
                <a:cubicBezTo>
                  <a:pt x="4779" y="25787"/>
                  <a:pt x="4779" y="26485"/>
                  <a:pt x="4779" y="27181"/>
                </a:cubicBezTo>
                <a:cubicBezTo>
                  <a:pt x="5461" y="29969"/>
                  <a:pt x="6144" y="31363"/>
                  <a:pt x="8875" y="32060"/>
                </a:cubicBezTo>
                <a:cubicBezTo>
                  <a:pt x="13654" y="33453"/>
                  <a:pt x="18433" y="34150"/>
                  <a:pt x="23894" y="34848"/>
                </a:cubicBezTo>
                <a:cubicBezTo>
                  <a:pt x="23212" y="34150"/>
                  <a:pt x="23212" y="33453"/>
                  <a:pt x="22529" y="32757"/>
                </a:cubicBezTo>
                <a:cubicBezTo>
                  <a:pt x="19115" y="27181"/>
                  <a:pt x="15702" y="22302"/>
                  <a:pt x="12289" y="16727"/>
                </a:cubicBezTo>
                <a:cubicBezTo>
                  <a:pt x="12289" y="16727"/>
                  <a:pt x="11605" y="16030"/>
                  <a:pt x="11605" y="15333"/>
                </a:cubicBezTo>
                <a:cubicBezTo>
                  <a:pt x="9558" y="13242"/>
                  <a:pt x="8193" y="13940"/>
                  <a:pt x="6826" y="16030"/>
                </a:cubicBezTo>
                <a:cubicBezTo>
                  <a:pt x="6826" y="17423"/>
                  <a:pt x="6144" y="18120"/>
                  <a:pt x="5461" y="20212"/>
                </a:cubicBezTo>
                <a:cubicBezTo>
                  <a:pt x="4779" y="16727"/>
                  <a:pt x="6826" y="2788"/>
                  <a:pt x="8193" y="0"/>
                </a:cubicBezTo>
                <a:cubicBezTo>
                  <a:pt x="8875" y="0"/>
                  <a:pt x="8875" y="697"/>
                  <a:pt x="8875" y="697"/>
                </a:cubicBezTo>
                <a:cubicBezTo>
                  <a:pt x="8875" y="5575"/>
                  <a:pt x="10923" y="9757"/>
                  <a:pt x="12971" y="13242"/>
                </a:cubicBezTo>
                <a:cubicBezTo>
                  <a:pt x="15019" y="17423"/>
                  <a:pt x="17750" y="20908"/>
                  <a:pt x="19798" y="24393"/>
                </a:cubicBezTo>
                <a:cubicBezTo>
                  <a:pt x="21163" y="24393"/>
                  <a:pt x="21845" y="23697"/>
                  <a:pt x="22529" y="23697"/>
                </a:cubicBezTo>
                <a:cubicBezTo>
                  <a:pt x="30721" y="18818"/>
                  <a:pt x="38913" y="13940"/>
                  <a:pt x="47106" y="9060"/>
                </a:cubicBezTo>
                <a:cubicBezTo>
                  <a:pt x="48471" y="8363"/>
                  <a:pt x="49836" y="6970"/>
                  <a:pt x="51201" y="5575"/>
                </a:cubicBezTo>
                <a:cubicBezTo>
                  <a:pt x="51885" y="8363"/>
                  <a:pt x="50518" y="10455"/>
                  <a:pt x="50518" y="12545"/>
                </a:cubicBezTo>
                <a:cubicBezTo>
                  <a:pt x="49836" y="15333"/>
                  <a:pt x="49836" y="18120"/>
                  <a:pt x="49153" y="20908"/>
                </a:cubicBezTo>
                <a:cubicBezTo>
                  <a:pt x="48471" y="23000"/>
                  <a:pt x="48471" y="25787"/>
                  <a:pt x="47788" y="27878"/>
                </a:cubicBezTo>
                <a:cubicBezTo>
                  <a:pt x="47106" y="27878"/>
                  <a:pt x="47106" y="27878"/>
                  <a:pt x="47106" y="27878"/>
                </a:cubicBezTo>
                <a:cubicBezTo>
                  <a:pt x="46422" y="26485"/>
                  <a:pt x="46422" y="24393"/>
                  <a:pt x="46422" y="22302"/>
                </a:cubicBezTo>
                <a:cubicBezTo>
                  <a:pt x="45057" y="22302"/>
                  <a:pt x="44375" y="23000"/>
                  <a:pt x="43692" y="23000"/>
                </a:cubicBezTo>
                <a:cubicBezTo>
                  <a:pt x="37548" y="26485"/>
                  <a:pt x="32087" y="29969"/>
                  <a:pt x="26624" y="33453"/>
                </a:cubicBezTo>
                <a:cubicBezTo>
                  <a:pt x="26624" y="34848"/>
                  <a:pt x="27308" y="35545"/>
                  <a:pt x="28673" y="35545"/>
                </a:cubicBezTo>
                <a:cubicBezTo>
                  <a:pt x="32769" y="36938"/>
                  <a:pt x="36866" y="37635"/>
                  <a:pt x="40961" y="38332"/>
                </a:cubicBezTo>
                <a:cubicBezTo>
                  <a:pt x="43009" y="38332"/>
                  <a:pt x="43692" y="37635"/>
                  <a:pt x="45057" y="35545"/>
                </a:cubicBezTo>
                <a:cubicBezTo>
                  <a:pt x="45057" y="34848"/>
                  <a:pt x="45740" y="34150"/>
                  <a:pt x="46422" y="33453"/>
                </a:cubicBezTo>
                <a:cubicBezTo>
                  <a:pt x="45740" y="40423"/>
                  <a:pt x="44375" y="48090"/>
                  <a:pt x="43009" y="55756"/>
                </a:cubicBezTo>
                <a:cubicBezTo>
                  <a:pt x="43009" y="55756"/>
                  <a:pt x="43009" y="55756"/>
                  <a:pt x="42327" y="55756"/>
                </a:cubicBezTo>
                <a:cubicBezTo>
                  <a:pt x="42327" y="55060"/>
                  <a:pt x="42327" y="54362"/>
                  <a:pt x="42327" y="53665"/>
                </a:cubicBezTo>
                <a:cubicBezTo>
                  <a:pt x="41643" y="50180"/>
                  <a:pt x="40961" y="49483"/>
                  <a:pt x="37548" y="48787"/>
                </a:cubicBezTo>
                <a:cubicBezTo>
                  <a:pt x="27308" y="46695"/>
                  <a:pt x="17750" y="44605"/>
                  <a:pt x="7510" y="43210"/>
                </a:cubicBezTo>
                <a:cubicBezTo>
                  <a:pt x="4096" y="42515"/>
                  <a:pt x="3414" y="43210"/>
                  <a:pt x="2049" y="45998"/>
                </a:cubicBezTo>
                <a:cubicBezTo>
                  <a:pt x="1365" y="46695"/>
                  <a:pt x="1365" y="47393"/>
                  <a:pt x="683" y="47393"/>
                </a:cubicBezTo>
                <a:cubicBezTo>
                  <a:pt x="683" y="47393"/>
                  <a:pt x="683" y="47393"/>
                  <a:pt x="0" y="473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358900" y="698500"/>
            <a:ext cx="56530" cy="60402"/>
          </a:xfrm>
          <a:custGeom>
            <a:avLst/>
            <a:gdLst/>
            <a:ahLst/>
            <a:cxnLst/>
            <a:rect l="l" t="t" r="r" b="b"/>
            <a:pathLst>
              <a:path w="56530" h="60402">
                <a:moveTo>
                  <a:pt x="42052" y="25688"/>
                </a:moveTo>
                <a:cubicBezTo>
                  <a:pt x="41364" y="28466"/>
                  <a:pt x="31712" y="43045"/>
                  <a:pt x="28955" y="45128"/>
                </a:cubicBezTo>
                <a:cubicBezTo>
                  <a:pt x="29644" y="43045"/>
                  <a:pt x="29644" y="41656"/>
                  <a:pt x="30333" y="40963"/>
                </a:cubicBezTo>
                <a:cubicBezTo>
                  <a:pt x="31712" y="36102"/>
                  <a:pt x="30333" y="31937"/>
                  <a:pt x="25508" y="29159"/>
                </a:cubicBezTo>
                <a:cubicBezTo>
                  <a:pt x="25508" y="29159"/>
                  <a:pt x="24818" y="29854"/>
                  <a:pt x="24818" y="30549"/>
                </a:cubicBezTo>
                <a:cubicBezTo>
                  <a:pt x="22060" y="34714"/>
                  <a:pt x="19303" y="38185"/>
                  <a:pt x="16546" y="42351"/>
                </a:cubicBezTo>
                <a:cubicBezTo>
                  <a:pt x="15166" y="44433"/>
                  <a:pt x="15166" y="45822"/>
                  <a:pt x="17235" y="47211"/>
                </a:cubicBezTo>
                <a:cubicBezTo>
                  <a:pt x="22750" y="52765"/>
                  <a:pt x="28955" y="55542"/>
                  <a:pt x="37228" y="51377"/>
                </a:cubicBezTo>
                <a:cubicBezTo>
                  <a:pt x="38605" y="50682"/>
                  <a:pt x="38605" y="50682"/>
                  <a:pt x="40674" y="50682"/>
                </a:cubicBezTo>
                <a:cubicBezTo>
                  <a:pt x="39295" y="52765"/>
                  <a:pt x="34469" y="58320"/>
                  <a:pt x="31022" y="60402"/>
                </a:cubicBezTo>
                <a:cubicBezTo>
                  <a:pt x="24818" y="56930"/>
                  <a:pt x="1379" y="38880"/>
                  <a:pt x="0" y="36102"/>
                </a:cubicBezTo>
                <a:cubicBezTo>
                  <a:pt x="1379" y="36797"/>
                  <a:pt x="2068" y="36797"/>
                  <a:pt x="2757" y="37490"/>
                </a:cubicBezTo>
                <a:cubicBezTo>
                  <a:pt x="5516" y="38185"/>
                  <a:pt x="6894" y="37490"/>
                  <a:pt x="8273" y="35408"/>
                </a:cubicBezTo>
                <a:cubicBezTo>
                  <a:pt x="14477" y="26383"/>
                  <a:pt x="20682" y="17357"/>
                  <a:pt x="26886" y="8331"/>
                </a:cubicBezTo>
                <a:cubicBezTo>
                  <a:pt x="28955" y="5554"/>
                  <a:pt x="28265" y="4166"/>
                  <a:pt x="26886" y="2083"/>
                </a:cubicBezTo>
                <a:cubicBezTo>
                  <a:pt x="26196" y="1388"/>
                  <a:pt x="26196" y="695"/>
                  <a:pt x="25508" y="0"/>
                </a:cubicBezTo>
                <a:cubicBezTo>
                  <a:pt x="27576" y="695"/>
                  <a:pt x="52394" y="18745"/>
                  <a:pt x="56530" y="22911"/>
                </a:cubicBezTo>
                <a:cubicBezTo>
                  <a:pt x="54461" y="26383"/>
                  <a:pt x="50325" y="31937"/>
                  <a:pt x="48257" y="33325"/>
                </a:cubicBezTo>
                <a:cubicBezTo>
                  <a:pt x="48257" y="32631"/>
                  <a:pt x="48257" y="31937"/>
                  <a:pt x="48257" y="31937"/>
                </a:cubicBezTo>
                <a:cubicBezTo>
                  <a:pt x="51015" y="24994"/>
                  <a:pt x="49637" y="20828"/>
                  <a:pt x="44811" y="16662"/>
                </a:cubicBezTo>
                <a:cubicBezTo>
                  <a:pt x="43431" y="15274"/>
                  <a:pt x="42052" y="13885"/>
                  <a:pt x="39985" y="13191"/>
                </a:cubicBezTo>
                <a:cubicBezTo>
                  <a:pt x="38605" y="11802"/>
                  <a:pt x="37228" y="12497"/>
                  <a:pt x="36538" y="13885"/>
                </a:cubicBezTo>
                <a:cubicBezTo>
                  <a:pt x="33781" y="17357"/>
                  <a:pt x="31022" y="20828"/>
                  <a:pt x="28265" y="24994"/>
                </a:cubicBezTo>
                <a:cubicBezTo>
                  <a:pt x="28265" y="25688"/>
                  <a:pt x="27576" y="26383"/>
                  <a:pt x="27576" y="27076"/>
                </a:cubicBezTo>
                <a:cubicBezTo>
                  <a:pt x="29644" y="29159"/>
                  <a:pt x="31712" y="30549"/>
                  <a:pt x="35159" y="29854"/>
                </a:cubicBezTo>
                <a:cubicBezTo>
                  <a:pt x="37228" y="29159"/>
                  <a:pt x="39985" y="27076"/>
                  <a:pt x="42052" y="256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914400" y="952500"/>
            <a:ext cx="48786" cy="46463"/>
          </a:xfrm>
          <a:custGeom>
            <a:avLst/>
            <a:gdLst/>
            <a:ahLst/>
            <a:cxnLst/>
            <a:rect l="l" t="t" r="r" b="b"/>
            <a:pathLst>
              <a:path w="48786" h="46463">
                <a:moveTo>
                  <a:pt x="33669" y="13665"/>
                </a:moveTo>
                <a:cubicBezTo>
                  <a:pt x="30234" y="15032"/>
                  <a:pt x="26798" y="16398"/>
                  <a:pt x="25424" y="19815"/>
                </a:cubicBezTo>
                <a:cubicBezTo>
                  <a:pt x="24737" y="21864"/>
                  <a:pt x="24737" y="23915"/>
                  <a:pt x="26111" y="26648"/>
                </a:cubicBezTo>
                <a:cubicBezTo>
                  <a:pt x="27485" y="25965"/>
                  <a:pt x="28859" y="25965"/>
                  <a:pt x="30234" y="25965"/>
                </a:cubicBezTo>
                <a:cubicBezTo>
                  <a:pt x="33669" y="25282"/>
                  <a:pt x="37104" y="24599"/>
                  <a:pt x="41228" y="24599"/>
                </a:cubicBezTo>
                <a:cubicBezTo>
                  <a:pt x="43289" y="23915"/>
                  <a:pt x="43976" y="23232"/>
                  <a:pt x="44663" y="20498"/>
                </a:cubicBezTo>
                <a:cubicBezTo>
                  <a:pt x="44663" y="12299"/>
                  <a:pt x="40541" y="5466"/>
                  <a:pt x="32982" y="2733"/>
                </a:cubicBezTo>
                <a:cubicBezTo>
                  <a:pt x="32295" y="2050"/>
                  <a:pt x="30921" y="2050"/>
                  <a:pt x="30234" y="0"/>
                </a:cubicBezTo>
                <a:cubicBezTo>
                  <a:pt x="35043" y="0"/>
                  <a:pt x="39167" y="683"/>
                  <a:pt x="43289" y="683"/>
                </a:cubicBezTo>
                <a:cubicBezTo>
                  <a:pt x="44663" y="3416"/>
                  <a:pt x="48786" y="36897"/>
                  <a:pt x="48099" y="40314"/>
                </a:cubicBezTo>
                <a:cubicBezTo>
                  <a:pt x="47412" y="38947"/>
                  <a:pt x="47412" y="38264"/>
                  <a:pt x="46725" y="37581"/>
                </a:cubicBezTo>
                <a:cubicBezTo>
                  <a:pt x="46038" y="35531"/>
                  <a:pt x="44663" y="34848"/>
                  <a:pt x="42602" y="34848"/>
                </a:cubicBezTo>
                <a:cubicBezTo>
                  <a:pt x="31608" y="36214"/>
                  <a:pt x="21300" y="37581"/>
                  <a:pt x="10994" y="39630"/>
                </a:cubicBezTo>
                <a:cubicBezTo>
                  <a:pt x="8246" y="39630"/>
                  <a:pt x="6871" y="40997"/>
                  <a:pt x="6184" y="44413"/>
                </a:cubicBezTo>
                <a:cubicBezTo>
                  <a:pt x="6184" y="45096"/>
                  <a:pt x="6184" y="45780"/>
                  <a:pt x="6184" y="46463"/>
                </a:cubicBezTo>
                <a:cubicBezTo>
                  <a:pt x="4809" y="44413"/>
                  <a:pt x="0" y="11615"/>
                  <a:pt x="687" y="7516"/>
                </a:cubicBezTo>
                <a:cubicBezTo>
                  <a:pt x="4809" y="6833"/>
                  <a:pt x="8246" y="6149"/>
                  <a:pt x="12369" y="6149"/>
                </a:cubicBezTo>
                <a:cubicBezTo>
                  <a:pt x="12369" y="6149"/>
                  <a:pt x="13056" y="6149"/>
                  <a:pt x="13056" y="6833"/>
                </a:cubicBezTo>
                <a:cubicBezTo>
                  <a:pt x="12369" y="6833"/>
                  <a:pt x="12369" y="7516"/>
                  <a:pt x="11681" y="7516"/>
                </a:cubicBezTo>
                <a:cubicBezTo>
                  <a:pt x="5497" y="9566"/>
                  <a:pt x="3435" y="14348"/>
                  <a:pt x="4122" y="20498"/>
                </a:cubicBezTo>
                <a:cubicBezTo>
                  <a:pt x="4122" y="21864"/>
                  <a:pt x="4122" y="23915"/>
                  <a:pt x="4809" y="25965"/>
                </a:cubicBezTo>
                <a:cubicBezTo>
                  <a:pt x="4809" y="28698"/>
                  <a:pt x="5497" y="29381"/>
                  <a:pt x="8933" y="28698"/>
                </a:cubicBezTo>
                <a:cubicBezTo>
                  <a:pt x="13743" y="28015"/>
                  <a:pt x="17865" y="27332"/>
                  <a:pt x="22675" y="26648"/>
                </a:cubicBezTo>
                <a:cubicBezTo>
                  <a:pt x="23363" y="23232"/>
                  <a:pt x="22675" y="20498"/>
                  <a:pt x="19926" y="19131"/>
                </a:cubicBezTo>
                <a:cubicBezTo>
                  <a:pt x="17865" y="17765"/>
                  <a:pt x="15117" y="17082"/>
                  <a:pt x="12369" y="16398"/>
                </a:cubicBezTo>
                <a:cubicBezTo>
                  <a:pt x="12369" y="15715"/>
                  <a:pt x="13056" y="15715"/>
                  <a:pt x="13056" y="15032"/>
                </a:cubicBezTo>
                <a:cubicBezTo>
                  <a:pt x="19926" y="14348"/>
                  <a:pt x="26798" y="13665"/>
                  <a:pt x="33669" y="12299"/>
                </a:cubicBezTo>
                <a:cubicBezTo>
                  <a:pt x="33669" y="12982"/>
                  <a:pt x="33669" y="12982"/>
                  <a:pt x="33669" y="1366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155700" y="1193800"/>
            <a:ext cx="34073" cy="48786"/>
          </a:xfrm>
          <a:custGeom>
            <a:avLst/>
            <a:gdLst/>
            <a:ahLst/>
            <a:cxnLst/>
            <a:rect l="l" t="t" r="r" b="b"/>
            <a:pathLst>
              <a:path w="34073" h="48786">
                <a:moveTo>
                  <a:pt x="11585" y="24393"/>
                </a:moveTo>
                <a:cubicBezTo>
                  <a:pt x="10222" y="23000"/>
                  <a:pt x="8178" y="20908"/>
                  <a:pt x="6815" y="18818"/>
                </a:cubicBezTo>
                <a:cubicBezTo>
                  <a:pt x="4770" y="15333"/>
                  <a:pt x="4088" y="11848"/>
                  <a:pt x="5452" y="7667"/>
                </a:cubicBezTo>
                <a:cubicBezTo>
                  <a:pt x="6815" y="4182"/>
                  <a:pt x="9540" y="2090"/>
                  <a:pt x="12948" y="697"/>
                </a:cubicBezTo>
                <a:cubicBezTo>
                  <a:pt x="17718" y="0"/>
                  <a:pt x="22488" y="0"/>
                  <a:pt x="26577" y="2090"/>
                </a:cubicBezTo>
                <a:cubicBezTo>
                  <a:pt x="29303" y="3485"/>
                  <a:pt x="31347" y="5575"/>
                  <a:pt x="32710" y="8363"/>
                </a:cubicBezTo>
                <a:cubicBezTo>
                  <a:pt x="34073" y="12545"/>
                  <a:pt x="32710" y="16727"/>
                  <a:pt x="28621" y="18818"/>
                </a:cubicBezTo>
                <a:cubicBezTo>
                  <a:pt x="26577" y="19515"/>
                  <a:pt x="25215" y="20211"/>
                  <a:pt x="23170" y="20908"/>
                </a:cubicBezTo>
                <a:cubicBezTo>
                  <a:pt x="23851" y="21605"/>
                  <a:pt x="24533" y="22302"/>
                  <a:pt x="25215" y="23000"/>
                </a:cubicBezTo>
                <a:cubicBezTo>
                  <a:pt x="27258" y="25787"/>
                  <a:pt x="29303" y="27878"/>
                  <a:pt x="29985" y="30665"/>
                </a:cubicBezTo>
                <a:cubicBezTo>
                  <a:pt x="32710" y="38332"/>
                  <a:pt x="28621" y="45998"/>
                  <a:pt x="20443" y="48089"/>
                </a:cubicBezTo>
                <a:cubicBezTo>
                  <a:pt x="15673" y="48786"/>
                  <a:pt x="10903" y="48089"/>
                  <a:pt x="6133" y="45301"/>
                </a:cubicBezTo>
                <a:cubicBezTo>
                  <a:pt x="2045" y="43210"/>
                  <a:pt x="0" y="39726"/>
                  <a:pt x="682" y="35543"/>
                </a:cubicBezTo>
                <a:cubicBezTo>
                  <a:pt x="682" y="30665"/>
                  <a:pt x="3407" y="27878"/>
                  <a:pt x="7496" y="26483"/>
                </a:cubicBezTo>
                <a:cubicBezTo>
                  <a:pt x="8860" y="25787"/>
                  <a:pt x="10222" y="25090"/>
                  <a:pt x="11585" y="24393"/>
                </a:cubicBezTo>
                <a:close/>
                <a:moveTo>
                  <a:pt x="13630" y="26483"/>
                </a:moveTo>
                <a:cubicBezTo>
                  <a:pt x="8860" y="30665"/>
                  <a:pt x="6815" y="37635"/>
                  <a:pt x="9540" y="42513"/>
                </a:cubicBezTo>
                <a:cubicBezTo>
                  <a:pt x="10222" y="45301"/>
                  <a:pt x="12266" y="46695"/>
                  <a:pt x="14992" y="46695"/>
                </a:cubicBezTo>
                <a:cubicBezTo>
                  <a:pt x="17718" y="46695"/>
                  <a:pt x="19080" y="44605"/>
                  <a:pt x="20443" y="42513"/>
                </a:cubicBezTo>
                <a:cubicBezTo>
                  <a:pt x="22488" y="36938"/>
                  <a:pt x="19762" y="30665"/>
                  <a:pt x="13630" y="26483"/>
                </a:cubicBezTo>
                <a:close/>
                <a:moveTo>
                  <a:pt x="21125" y="18818"/>
                </a:moveTo>
                <a:cubicBezTo>
                  <a:pt x="25215" y="16030"/>
                  <a:pt x="26577" y="9757"/>
                  <a:pt x="24533" y="5575"/>
                </a:cubicBezTo>
                <a:cubicBezTo>
                  <a:pt x="23851" y="2788"/>
                  <a:pt x="21807" y="2090"/>
                  <a:pt x="19080" y="2090"/>
                </a:cubicBezTo>
                <a:cubicBezTo>
                  <a:pt x="17037" y="2090"/>
                  <a:pt x="15673" y="3485"/>
                  <a:pt x="14310" y="5575"/>
                </a:cubicBezTo>
                <a:cubicBezTo>
                  <a:pt x="13630" y="7667"/>
                  <a:pt x="13630" y="10455"/>
                  <a:pt x="14992" y="12545"/>
                </a:cubicBezTo>
                <a:cubicBezTo>
                  <a:pt x="16355" y="15333"/>
                  <a:pt x="18400" y="17423"/>
                  <a:pt x="21125" y="1881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927100" y="1041400"/>
            <a:ext cx="50335" cy="43365"/>
          </a:xfrm>
          <a:custGeom>
            <a:avLst/>
            <a:gdLst/>
            <a:ahLst/>
            <a:cxnLst/>
            <a:rect l="l" t="t" r="r" b="b"/>
            <a:pathLst>
              <a:path w="50335" h="43365">
                <a:moveTo>
                  <a:pt x="10883" y="43365"/>
                </a:moveTo>
                <a:cubicBezTo>
                  <a:pt x="10203" y="42677"/>
                  <a:pt x="9522" y="41989"/>
                  <a:pt x="9522" y="41300"/>
                </a:cubicBezTo>
                <a:cubicBezTo>
                  <a:pt x="6802" y="35105"/>
                  <a:pt x="4761" y="28910"/>
                  <a:pt x="2041" y="23404"/>
                </a:cubicBezTo>
                <a:cubicBezTo>
                  <a:pt x="681" y="19962"/>
                  <a:pt x="0" y="15832"/>
                  <a:pt x="0" y="12390"/>
                </a:cubicBezTo>
                <a:cubicBezTo>
                  <a:pt x="0" y="7572"/>
                  <a:pt x="1360" y="4130"/>
                  <a:pt x="5442" y="2065"/>
                </a:cubicBezTo>
                <a:cubicBezTo>
                  <a:pt x="9522" y="0"/>
                  <a:pt x="12924" y="688"/>
                  <a:pt x="17005" y="2753"/>
                </a:cubicBezTo>
                <a:cubicBezTo>
                  <a:pt x="19046" y="4130"/>
                  <a:pt x="21086" y="6883"/>
                  <a:pt x="22447" y="8948"/>
                </a:cubicBezTo>
                <a:cubicBezTo>
                  <a:pt x="23807" y="11702"/>
                  <a:pt x="24487" y="15143"/>
                  <a:pt x="25848" y="17897"/>
                </a:cubicBezTo>
                <a:cubicBezTo>
                  <a:pt x="27208" y="17208"/>
                  <a:pt x="27888" y="17208"/>
                  <a:pt x="28569" y="17208"/>
                </a:cubicBezTo>
                <a:cubicBezTo>
                  <a:pt x="31289" y="15832"/>
                  <a:pt x="34690" y="14455"/>
                  <a:pt x="37412" y="13078"/>
                </a:cubicBezTo>
                <a:cubicBezTo>
                  <a:pt x="41492" y="11013"/>
                  <a:pt x="42173" y="10325"/>
                  <a:pt x="41492" y="6195"/>
                </a:cubicBezTo>
                <a:cubicBezTo>
                  <a:pt x="41492" y="5507"/>
                  <a:pt x="41492" y="4818"/>
                  <a:pt x="41492" y="4130"/>
                </a:cubicBezTo>
                <a:cubicBezTo>
                  <a:pt x="43533" y="6195"/>
                  <a:pt x="43533" y="8948"/>
                  <a:pt x="44893" y="11013"/>
                </a:cubicBezTo>
                <a:cubicBezTo>
                  <a:pt x="45574" y="13767"/>
                  <a:pt x="46934" y="15832"/>
                  <a:pt x="47614" y="18585"/>
                </a:cubicBezTo>
                <a:cubicBezTo>
                  <a:pt x="48294" y="20650"/>
                  <a:pt x="50335" y="22715"/>
                  <a:pt x="49654" y="26157"/>
                </a:cubicBezTo>
                <a:cubicBezTo>
                  <a:pt x="48975" y="24780"/>
                  <a:pt x="48294" y="24092"/>
                  <a:pt x="47614" y="23404"/>
                </a:cubicBezTo>
                <a:cubicBezTo>
                  <a:pt x="46253" y="22027"/>
                  <a:pt x="44893" y="21339"/>
                  <a:pt x="43533" y="22027"/>
                </a:cubicBezTo>
                <a:cubicBezTo>
                  <a:pt x="42173" y="22715"/>
                  <a:pt x="40813" y="23404"/>
                  <a:pt x="39451" y="24092"/>
                </a:cubicBezTo>
                <a:cubicBezTo>
                  <a:pt x="31289" y="27534"/>
                  <a:pt x="23127" y="30975"/>
                  <a:pt x="14964" y="34417"/>
                </a:cubicBezTo>
                <a:cubicBezTo>
                  <a:pt x="10883" y="36482"/>
                  <a:pt x="10883" y="37170"/>
                  <a:pt x="10883" y="41989"/>
                </a:cubicBezTo>
                <a:cubicBezTo>
                  <a:pt x="10883" y="42677"/>
                  <a:pt x="10883" y="42677"/>
                  <a:pt x="10883" y="43365"/>
                </a:cubicBezTo>
                <a:close/>
                <a:moveTo>
                  <a:pt x="24487" y="18585"/>
                </a:moveTo>
                <a:cubicBezTo>
                  <a:pt x="23127" y="17208"/>
                  <a:pt x="23127" y="15143"/>
                  <a:pt x="21767" y="13767"/>
                </a:cubicBezTo>
                <a:cubicBezTo>
                  <a:pt x="19726" y="11013"/>
                  <a:pt x="17005" y="9637"/>
                  <a:pt x="14284" y="11013"/>
                </a:cubicBezTo>
                <a:cubicBezTo>
                  <a:pt x="11563" y="11702"/>
                  <a:pt x="8843" y="13078"/>
                  <a:pt x="6802" y="14455"/>
                </a:cubicBezTo>
                <a:cubicBezTo>
                  <a:pt x="3401" y="16520"/>
                  <a:pt x="2720" y="20650"/>
                  <a:pt x="4761" y="24092"/>
                </a:cubicBezTo>
                <a:cubicBezTo>
                  <a:pt x="6121" y="26157"/>
                  <a:pt x="6802" y="26845"/>
                  <a:pt x="8843" y="26157"/>
                </a:cubicBezTo>
                <a:cubicBezTo>
                  <a:pt x="13604" y="23404"/>
                  <a:pt x="19046" y="21339"/>
                  <a:pt x="24487" y="1858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952500" y="736600"/>
            <a:ext cx="59628" cy="65048"/>
          </a:xfrm>
          <a:custGeom>
            <a:avLst/>
            <a:gdLst/>
            <a:ahLst/>
            <a:cxnLst/>
            <a:rect l="l" t="t" r="r" b="b"/>
            <a:pathLst>
              <a:path w="59628" h="65048">
                <a:moveTo>
                  <a:pt x="0" y="34920"/>
                </a:moveTo>
                <a:cubicBezTo>
                  <a:pt x="1370" y="33551"/>
                  <a:pt x="3426" y="31497"/>
                  <a:pt x="4112" y="29442"/>
                </a:cubicBezTo>
                <a:cubicBezTo>
                  <a:pt x="6854" y="25334"/>
                  <a:pt x="10281" y="23965"/>
                  <a:pt x="15079" y="24649"/>
                </a:cubicBezTo>
                <a:cubicBezTo>
                  <a:pt x="23303" y="24649"/>
                  <a:pt x="32212" y="24649"/>
                  <a:pt x="40437" y="24649"/>
                </a:cubicBezTo>
                <a:cubicBezTo>
                  <a:pt x="41808" y="24649"/>
                  <a:pt x="42493" y="24649"/>
                  <a:pt x="43865" y="24649"/>
                </a:cubicBezTo>
                <a:cubicBezTo>
                  <a:pt x="43179" y="23965"/>
                  <a:pt x="43179" y="23280"/>
                  <a:pt x="42493" y="22596"/>
                </a:cubicBezTo>
                <a:cubicBezTo>
                  <a:pt x="38381" y="19172"/>
                  <a:pt x="34268" y="15748"/>
                  <a:pt x="30156" y="12325"/>
                </a:cubicBezTo>
                <a:cubicBezTo>
                  <a:pt x="26044" y="8217"/>
                  <a:pt x="25359" y="8217"/>
                  <a:pt x="20561" y="10955"/>
                </a:cubicBezTo>
                <a:cubicBezTo>
                  <a:pt x="20561" y="11640"/>
                  <a:pt x="20561" y="10955"/>
                  <a:pt x="19876" y="10955"/>
                </a:cubicBezTo>
                <a:cubicBezTo>
                  <a:pt x="20561" y="8901"/>
                  <a:pt x="26044" y="2054"/>
                  <a:pt x="28786" y="0"/>
                </a:cubicBezTo>
                <a:cubicBezTo>
                  <a:pt x="28786" y="1369"/>
                  <a:pt x="28786" y="1369"/>
                  <a:pt x="28786" y="2054"/>
                </a:cubicBezTo>
                <a:cubicBezTo>
                  <a:pt x="27415" y="4793"/>
                  <a:pt x="28100" y="6847"/>
                  <a:pt x="30156" y="8901"/>
                </a:cubicBezTo>
                <a:cubicBezTo>
                  <a:pt x="37010" y="14379"/>
                  <a:pt x="43865" y="20541"/>
                  <a:pt x="50717" y="26020"/>
                </a:cubicBezTo>
                <a:cubicBezTo>
                  <a:pt x="53459" y="28758"/>
                  <a:pt x="56201" y="31497"/>
                  <a:pt x="59628" y="34235"/>
                </a:cubicBezTo>
                <a:cubicBezTo>
                  <a:pt x="58257" y="34920"/>
                  <a:pt x="57572" y="35606"/>
                  <a:pt x="56887" y="35606"/>
                </a:cubicBezTo>
                <a:cubicBezTo>
                  <a:pt x="55516" y="35606"/>
                  <a:pt x="54145" y="35606"/>
                  <a:pt x="52774" y="35606"/>
                </a:cubicBezTo>
                <a:cubicBezTo>
                  <a:pt x="41123" y="35606"/>
                  <a:pt x="28786" y="35606"/>
                  <a:pt x="17135" y="34920"/>
                </a:cubicBezTo>
                <a:cubicBezTo>
                  <a:pt x="15763" y="34920"/>
                  <a:pt x="15079" y="34920"/>
                  <a:pt x="13023" y="34920"/>
                </a:cubicBezTo>
                <a:cubicBezTo>
                  <a:pt x="13707" y="36290"/>
                  <a:pt x="14393" y="36975"/>
                  <a:pt x="15079" y="37659"/>
                </a:cubicBezTo>
                <a:cubicBezTo>
                  <a:pt x="20561" y="42452"/>
                  <a:pt x="26730" y="47245"/>
                  <a:pt x="32212" y="52723"/>
                </a:cubicBezTo>
                <a:cubicBezTo>
                  <a:pt x="34954" y="55462"/>
                  <a:pt x="37696" y="56831"/>
                  <a:pt x="41808" y="53407"/>
                </a:cubicBezTo>
                <a:cubicBezTo>
                  <a:pt x="41808" y="52723"/>
                  <a:pt x="41808" y="52723"/>
                  <a:pt x="41808" y="52723"/>
                </a:cubicBezTo>
                <a:cubicBezTo>
                  <a:pt x="41808" y="54778"/>
                  <a:pt x="35640" y="62993"/>
                  <a:pt x="32898" y="65048"/>
                </a:cubicBezTo>
                <a:cubicBezTo>
                  <a:pt x="32898" y="63679"/>
                  <a:pt x="32898" y="62993"/>
                  <a:pt x="33584" y="62309"/>
                </a:cubicBezTo>
                <a:cubicBezTo>
                  <a:pt x="34954" y="59571"/>
                  <a:pt x="34268" y="58200"/>
                  <a:pt x="32212" y="56147"/>
                </a:cubicBezTo>
                <a:cubicBezTo>
                  <a:pt x="28100" y="52723"/>
                  <a:pt x="23988" y="49300"/>
                  <a:pt x="20561" y="45876"/>
                </a:cubicBezTo>
                <a:cubicBezTo>
                  <a:pt x="17135" y="42452"/>
                  <a:pt x="13707" y="39713"/>
                  <a:pt x="10281" y="36975"/>
                </a:cubicBezTo>
                <a:cubicBezTo>
                  <a:pt x="8225" y="34920"/>
                  <a:pt x="6854" y="34920"/>
                  <a:pt x="4798" y="34920"/>
                </a:cubicBezTo>
                <a:cubicBezTo>
                  <a:pt x="3426" y="35606"/>
                  <a:pt x="2056" y="35606"/>
                  <a:pt x="686" y="35606"/>
                </a:cubicBezTo>
                <a:cubicBezTo>
                  <a:pt x="0" y="35606"/>
                  <a:pt x="0" y="35606"/>
                  <a:pt x="0" y="349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308100" y="1181100"/>
            <a:ext cx="41817" cy="48012"/>
          </a:xfrm>
          <a:custGeom>
            <a:avLst/>
            <a:gdLst/>
            <a:ahLst/>
            <a:cxnLst/>
            <a:rect l="l" t="t" r="r" b="b"/>
            <a:pathLst>
              <a:path w="41817" h="48012">
                <a:moveTo>
                  <a:pt x="24679" y="17833"/>
                </a:moveTo>
                <a:cubicBezTo>
                  <a:pt x="27421" y="18519"/>
                  <a:pt x="29478" y="19205"/>
                  <a:pt x="31534" y="19891"/>
                </a:cubicBezTo>
                <a:cubicBezTo>
                  <a:pt x="37018" y="21262"/>
                  <a:pt x="40446" y="25377"/>
                  <a:pt x="41131" y="30865"/>
                </a:cubicBezTo>
                <a:cubicBezTo>
                  <a:pt x="41817" y="34980"/>
                  <a:pt x="40446" y="37724"/>
                  <a:pt x="37704" y="40467"/>
                </a:cubicBezTo>
                <a:cubicBezTo>
                  <a:pt x="34276" y="44582"/>
                  <a:pt x="28792" y="47327"/>
                  <a:pt x="23308" y="47327"/>
                </a:cubicBezTo>
                <a:cubicBezTo>
                  <a:pt x="19195" y="48012"/>
                  <a:pt x="16453" y="45955"/>
                  <a:pt x="14395" y="42525"/>
                </a:cubicBezTo>
                <a:cubicBezTo>
                  <a:pt x="11654" y="39096"/>
                  <a:pt x="11654" y="34980"/>
                  <a:pt x="14395" y="31551"/>
                </a:cubicBezTo>
                <a:cubicBezTo>
                  <a:pt x="15081" y="30179"/>
                  <a:pt x="16453" y="28807"/>
                  <a:pt x="17823" y="26750"/>
                </a:cubicBezTo>
                <a:cubicBezTo>
                  <a:pt x="15767" y="26750"/>
                  <a:pt x="13711" y="26064"/>
                  <a:pt x="11654" y="25377"/>
                </a:cubicBezTo>
                <a:cubicBezTo>
                  <a:pt x="2056" y="21948"/>
                  <a:pt x="0" y="11660"/>
                  <a:pt x="7541" y="5488"/>
                </a:cubicBezTo>
                <a:cubicBezTo>
                  <a:pt x="10969" y="2743"/>
                  <a:pt x="15081" y="686"/>
                  <a:pt x="19195" y="0"/>
                </a:cubicBezTo>
                <a:cubicBezTo>
                  <a:pt x="23308" y="0"/>
                  <a:pt x="26736" y="1372"/>
                  <a:pt x="28792" y="4801"/>
                </a:cubicBezTo>
                <a:cubicBezTo>
                  <a:pt x="30848" y="8231"/>
                  <a:pt x="29478" y="11660"/>
                  <a:pt x="27421" y="14403"/>
                </a:cubicBezTo>
                <a:cubicBezTo>
                  <a:pt x="26736" y="15776"/>
                  <a:pt x="26050" y="16462"/>
                  <a:pt x="24679" y="17833"/>
                </a:cubicBezTo>
                <a:close/>
                <a:moveTo>
                  <a:pt x="19881" y="27436"/>
                </a:moveTo>
                <a:cubicBezTo>
                  <a:pt x="19881" y="29493"/>
                  <a:pt x="19195" y="31551"/>
                  <a:pt x="19195" y="32922"/>
                </a:cubicBezTo>
                <a:cubicBezTo>
                  <a:pt x="19881" y="37038"/>
                  <a:pt x="21937" y="40467"/>
                  <a:pt x="25364" y="43210"/>
                </a:cubicBezTo>
                <a:cubicBezTo>
                  <a:pt x="27421" y="44582"/>
                  <a:pt x="29478" y="45268"/>
                  <a:pt x="31534" y="43896"/>
                </a:cubicBezTo>
                <a:cubicBezTo>
                  <a:pt x="34276" y="42525"/>
                  <a:pt x="34962" y="39781"/>
                  <a:pt x="34276" y="37724"/>
                </a:cubicBezTo>
                <a:cubicBezTo>
                  <a:pt x="33590" y="33608"/>
                  <a:pt x="31534" y="30865"/>
                  <a:pt x="28106" y="29493"/>
                </a:cubicBezTo>
                <a:cubicBezTo>
                  <a:pt x="25364" y="28122"/>
                  <a:pt x="23308" y="28122"/>
                  <a:pt x="19881" y="27436"/>
                </a:cubicBezTo>
                <a:close/>
                <a:moveTo>
                  <a:pt x="22623" y="17833"/>
                </a:moveTo>
                <a:cubicBezTo>
                  <a:pt x="23993" y="12346"/>
                  <a:pt x="22623" y="8231"/>
                  <a:pt x="19195" y="4801"/>
                </a:cubicBezTo>
                <a:cubicBezTo>
                  <a:pt x="17823" y="3429"/>
                  <a:pt x="16453" y="3429"/>
                  <a:pt x="15081" y="3429"/>
                </a:cubicBezTo>
                <a:cubicBezTo>
                  <a:pt x="12339" y="3429"/>
                  <a:pt x="10969" y="4801"/>
                  <a:pt x="9597" y="6859"/>
                </a:cubicBezTo>
                <a:cubicBezTo>
                  <a:pt x="8912" y="8917"/>
                  <a:pt x="9597" y="10974"/>
                  <a:pt x="10969" y="13031"/>
                </a:cubicBezTo>
                <a:cubicBezTo>
                  <a:pt x="14395" y="16462"/>
                  <a:pt x="17823" y="17148"/>
                  <a:pt x="22623" y="178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6000" y="685800"/>
            <a:ext cx="56530" cy="54981"/>
          </a:xfrm>
          <a:custGeom>
            <a:avLst/>
            <a:gdLst/>
            <a:ahLst/>
            <a:cxnLst/>
            <a:rect l="l" t="t" r="r" b="b"/>
            <a:pathLst>
              <a:path w="56530" h="54981">
                <a:moveTo>
                  <a:pt x="30333" y="0"/>
                </a:moveTo>
                <a:cubicBezTo>
                  <a:pt x="32402" y="1374"/>
                  <a:pt x="38605" y="9622"/>
                  <a:pt x="39295" y="13058"/>
                </a:cubicBezTo>
                <a:cubicBezTo>
                  <a:pt x="38605" y="13745"/>
                  <a:pt x="37916" y="12371"/>
                  <a:pt x="36538" y="12371"/>
                </a:cubicBezTo>
                <a:cubicBezTo>
                  <a:pt x="33091" y="10309"/>
                  <a:pt x="29644" y="9622"/>
                  <a:pt x="26196" y="9622"/>
                </a:cubicBezTo>
                <a:cubicBezTo>
                  <a:pt x="17925" y="9622"/>
                  <a:pt x="12409" y="15806"/>
                  <a:pt x="14477" y="24054"/>
                </a:cubicBezTo>
                <a:cubicBezTo>
                  <a:pt x="17235" y="32988"/>
                  <a:pt x="22750" y="41236"/>
                  <a:pt x="30333" y="46733"/>
                </a:cubicBezTo>
                <a:cubicBezTo>
                  <a:pt x="35848" y="50857"/>
                  <a:pt x="41364" y="50170"/>
                  <a:pt x="46189" y="45359"/>
                </a:cubicBezTo>
                <a:cubicBezTo>
                  <a:pt x="48257" y="43298"/>
                  <a:pt x="48947" y="41236"/>
                  <a:pt x="46878" y="38486"/>
                </a:cubicBezTo>
                <a:cubicBezTo>
                  <a:pt x="45500" y="37112"/>
                  <a:pt x="44121" y="35051"/>
                  <a:pt x="42742" y="32988"/>
                </a:cubicBezTo>
                <a:cubicBezTo>
                  <a:pt x="40674" y="30240"/>
                  <a:pt x="39985" y="30240"/>
                  <a:pt x="36538" y="31614"/>
                </a:cubicBezTo>
                <a:cubicBezTo>
                  <a:pt x="35848" y="32301"/>
                  <a:pt x="35159" y="32301"/>
                  <a:pt x="34469" y="32301"/>
                </a:cubicBezTo>
                <a:cubicBezTo>
                  <a:pt x="35848" y="30240"/>
                  <a:pt x="37916" y="28865"/>
                  <a:pt x="39985" y="27490"/>
                </a:cubicBezTo>
                <a:cubicBezTo>
                  <a:pt x="42052" y="26116"/>
                  <a:pt x="44121" y="24054"/>
                  <a:pt x="46189" y="22680"/>
                </a:cubicBezTo>
                <a:cubicBezTo>
                  <a:pt x="48257" y="21306"/>
                  <a:pt x="49637" y="19930"/>
                  <a:pt x="51704" y="18556"/>
                </a:cubicBezTo>
                <a:cubicBezTo>
                  <a:pt x="52394" y="18556"/>
                  <a:pt x="52394" y="18556"/>
                  <a:pt x="52394" y="19243"/>
                </a:cubicBezTo>
                <a:cubicBezTo>
                  <a:pt x="52394" y="19243"/>
                  <a:pt x="51704" y="19930"/>
                  <a:pt x="51704" y="19930"/>
                </a:cubicBezTo>
                <a:cubicBezTo>
                  <a:pt x="49637" y="23367"/>
                  <a:pt x="48947" y="24741"/>
                  <a:pt x="51704" y="27490"/>
                </a:cubicBezTo>
                <a:cubicBezTo>
                  <a:pt x="53083" y="30240"/>
                  <a:pt x="55151" y="32301"/>
                  <a:pt x="56530" y="34364"/>
                </a:cubicBezTo>
                <a:cubicBezTo>
                  <a:pt x="56530" y="35051"/>
                  <a:pt x="56530" y="35051"/>
                  <a:pt x="56530" y="35738"/>
                </a:cubicBezTo>
                <a:cubicBezTo>
                  <a:pt x="51015" y="43985"/>
                  <a:pt x="44121" y="50857"/>
                  <a:pt x="33781" y="53607"/>
                </a:cubicBezTo>
                <a:cubicBezTo>
                  <a:pt x="29644" y="54981"/>
                  <a:pt x="25508" y="54294"/>
                  <a:pt x="21372" y="52233"/>
                </a:cubicBezTo>
                <a:cubicBezTo>
                  <a:pt x="7583" y="45359"/>
                  <a:pt x="0" y="24054"/>
                  <a:pt x="16546" y="10309"/>
                </a:cubicBezTo>
                <a:cubicBezTo>
                  <a:pt x="18613" y="8934"/>
                  <a:pt x="22060" y="8247"/>
                  <a:pt x="24818" y="6873"/>
                </a:cubicBezTo>
                <a:cubicBezTo>
                  <a:pt x="25508" y="6185"/>
                  <a:pt x="26196" y="6185"/>
                  <a:pt x="26886" y="6185"/>
                </a:cubicBezTo>
                <a:cubicBezTo>
                  <a:pt x="30333" y="4811"/>
                  <a:pt x="30333" y="4811"/>
                  <a:pt x="30333" y="1374"/>
                </a:cubicBezTo>
                <a:cubicBezTo>
                  <a:pt x="30333" y="1374"/>
                  <a:pt x="30333" y="1374"/>
                  <a:pt x="30333" y="687"/>
                </a:cubicBezTo>
                <a:cubicBezTo>
                  <a:pt x="30333" y="687"/>
                  <a:pt x="30333" y="687"/>
                  <a:pt x="30333"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181100" y="635000"/>
            <a:ext cx="44914" cy="48786"/>
          </a:xfrm>
          <a:custGeom>
            <a:avLst/>
            <a:gdLst/>
            <a:ahLst/>
            <a:cxnLst/>
            <a:rect l="l" t="t" r="r" b="b"/>
            <a:pathLst>
              <a:path w="44914" h="48786">
                <a:moveTo>
                  <a:pt x="40077" y="48089"/>
                </a:moveTo>
                <a:cubicBezTo>
                  <a:pt x="37313" y="48786"/>
                  <a:pt x="37313" y="47393"/>
                  <a:pt x="36622" y="45998"/>
                </a:cubicBezTo>
                <a:cubicBezTo>
                  <a:pt x="29713" y="38332"/>
                  <a:pt x="23494" y="29968"/>
                  <a:pt x="17275" y="21605"/>
                </a:cubicBezTo>
                <a:cubicBezTo>
                  <a:pt x="14511" y="18818"/>
                  <a:pt x="11746" y="15333"/>
                  <a:pt x="8983" y="11848"/>
                </a:cubicBezTo>
                <a:cubicBezTo>
                  <a:pt x="8983" y="13242"/>
                  <a:pt x="8292" y="13938"/>
                  <a:pt x="8292" y="14635"/>
                </a:cubicBezTo>
                <a:cubicBezTo>
                  <a:pt x="8292" y="23000"/>
                  <a:pt x="8292" y="30665"/>
                  <a:pt x="8292" y="39028"/>
                </a:cubicBezTo>
                <a:cubicBezTo>
                  <a:pt x="8292" y="43908"/>
                  <a:pt x="8983" y="44605"/>
                  <a:pt x="13820" y="45998"/>
                </a:cubicBezTo>
                <a:cubicBezTo>
                  <a:pt x="13820" y="46695"/>
                  <a:pt x="14511" y="46695"/>
                  <a:pt x="14511" y="47393"/>
                </a:cubicBezTo>
                <a:cubicBezTo>
                  <a:pt x="12437" y="48089"/>
                  <a:pt x="3454" y="48089"/>
                  <a:pt x="0" y="47393"/>
                </a:cubicBezTo>
                <a:cubicBezTo>
                  <a:pt x="691" y="46695"/>
                  <a:pt x="1382" y="45998"/>
                  <a:pt x="2073" y="45998"/>
                </a:cubicBezTo>
                <a:cubicBezTo>
                  <a:pt x="4837" y="45301"/>
                  <a:pt x="6219" y="43908"/>
                  <a:pt x="6219" y="40423"/>
                </a:cubicBezTo>
                <a:cubicBezTo>
                  <a:pt x="6219" y="30665"/>
                  <a:pt x="6219" y="20211"/>
                  <a:pt x="6219" y="9757"/>
                </a:cubicBezTo>
                <a:cubicBezTo>
                  <a:pt x="6219" y="7667"/>
                  <a:pt x="4837" y="6273"/>
                  <a:pt x="4145" y="5575"/>
                </a:cubicBezTo>
                <a:cubicBezTo>
                  <a:pt x="2764" y="4182"/>
                  <a:pt x="1382" y="2788"/>
                  <a:pt x="0" y="1394"/>
                </a:cubicBezTo>
                <a:cubicBezTo>
                  <a:pt x="2764" y="697"/>
                  <a:pt x="4837" y="1394"/>
                  <a:pt x="6910" y="697"/>
                </a:cubicBezTo>
                <a:cubicBezTo>
                  <a:pt x="12437" y="0"/>
                  <a:pt x="15202" y="2090"/>
                  <a:pt x="18656" y="6273"/>
                </a:cubicBezTo>
                <a:cubicBezTo>
                  <a:pt x="23494" y="13242"/>
                  <a:pt x="29021" y="20211"/>
                  <a:pt x="34549" y="27181"/>
                </a:cubicBezTo>
                <a:cubicBezTo>
                  <a:pt x="35240" y="27878"/>
                  <a:pt x="35931" y="28575"/>
                  <a:pt x="37313" y="29272"/>
                </a:cubicBezTo>
                <a:cubicBezTo>
                  <a:pt x="37313" y="28575"/>
                  <a:pt x="37313" y="27181"/>
                  <a:pt x="37313" y="26483"/>
                </a:cubicBezTo>
                <a:cubicBezTo>
                  <a:pt x="37313" y="20908"/>
                  <a:pt x="37313" y="16030"/>
                  <a:pt x="37313" y="10455"/>
                </a:cubicBezTo>
                <a:cubicBezTo>
                  <a:pt x="37313" y="6273"/>
                  <a:pt x="36622" y="2788"/>
                  <a:pt x="31786" y="2090"/>
                </a:cubicBezTo>
                <a:cubicBezTo>
                  <a:pt x="31786" y="2090"/>
                  <a:pt x="31095" y="2090"/>
                  <a:pt x="31095" y="2090"/>
                </a:cubicBezTo>
                <a:cubicBezTo>
                  <a:pt x="33167" y="697"/>
                  <a:pt x="42150" y="697"/>
                  <a:pt x="44914" y="1394"/>
                </a:cubicBezTo>
                <a:cubicBezTo>
                  <a:pt x="44223" y="2090"/>
                  <a:pt x="44223" y="2090"/>
                  <a:pt x="43532" y="2788"/>
                </a:cubicBezTo>
                <a:cubicBezTo>
                  <a:pt x="40768" y="3485"/>
                  <a:pt x="39387" y="5575"/>
                  <a:pt x="40077" y="8363"/>
                </a:cubicBezTo>
                <a:cubicBezTo>
                  <a:pt x="40077" y="11848"/>
                  <a:pt x="40077" y="15333"/>
                  <a:pt x="40077" y="18120"/>
                </a:cubicBezTo>
                <a:cubicBezTo>
                  <a:pt x="40077" y="27181"/>
                  <a:pt x="40077" y="35543"/>
                  <a:pt x="40077" y="44605"/>
                </a:cubicBezTo>
                <a:cubicBezTo>
                  <a:pt x="40077" y="45998"/>
                  <a:pt x="40077" y="46695"/>
                  <a:pt x="40077" y="480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231900" y="1193800"/>
            <a:ext cx="34848" cy="49560"/>
          </a:xfrm>
          <a:custGeom>
            <a:avLst/>
            <a:gdLst/>
            <a:ahLst/>
            <a:cxnLst/>
            <a:rect l="l" t="t" r="r" b="b"/>
            <a:pathLst>
              <a:path w="34848" h="49560">
                <a:moveTo>
                  <a:pt x="6273" y="49560"/>
                </a:moveTo>
                <a:cubicBezTo>
                  <a:pt x="15333" y="46071"/>
                  <a:pt x="20211" y="38392"/>
                  <a:pt x="21605" y="28619"/>
                </a:cubicBezTo>
                <a:cubicBezTo>
                  <a:pt x="19515" y="29318"/>
                  <a:pt x="18120" y="30016"/>
                  <a:pt x="16030" y="30714"/>
                </a:cubicBezTo>
                <a:cubicBezTo>
                  <a:pt x="9757" y="32109"/>
                  <a:pt x="4878" y="29318"/>
                  <a:pt x="2090" y="23035"/>
                </a:cubicBezTo>
                <a:cubicBezTo>
                  <a:pt x="0" y="18150"/>
                  <a:pt x="697" y="13263"/>
                  <a:pt x="2090" y="9074"/>
                </a:cubicBezTo>
                <a:cubicBezTo>
                  <a:pt x="4878" y="3490"/>
                  <a:pt x="9060" y="698"/>
                  <a:pt x="14635" y="698"/>
                </a:cubicBezTo>
                <a:cubicBezTo>
                  <a:pt x="20211" y="0"/>
                  <a:pt x="25090" y="2094"/>
                  <a:pt x="28575" y="7678"/>
                </a:cubicBezTo>
                <a:cubicBezTo>
                  <a:pt x="34848" y="18150"/>
                  <a:pt x="32756" y="32808"/>
                  <a:pt x="23696" y="41185"/>
                </a:cubicBezTo>
                <a:cubicBezTo>
                  <a:pt x="19515" y="45373"/>
                  <a:pt x="11848" y="48863"/>
                  <a:pt x="6273" y="49560"/>
                </a:cubicBezTo>
                <a:close/>
                <a:moveTo>
                  <a:pt x="21605" y="22337"/>
                </a:moveTo>
                <a:cubicBezTo>
                  <a:pt x="21605" y="22337"/>
                  <a:pt x="21605" y="22337"/>
                  <a:pt x="22302" y="22337"/>
                </a:cubicBezTo>
                <a:cubicBezTo>
                  <a:pt x="20908" y="17451"/>
                  <a:pt x="20211" y="13263"/>
                  <a:pt x="19515" y="8377"/>
                </a:cubicBezTo>
                <a:cubicBezTo>
                  <a:pt x="18818" y="6980"/>
                  <a:pt x="18120" y="5584"/>
                  <a:pt x="17423" y="4188"/>
                </a:cubicBezTo>
                <a:cubicBezTo>
                  <a:pt x="16727" y="2793"/>
                  <a:pt x="15333" y="2094"/>
                  <a:pt x="13242" y="2094"/>
                </a:cubicBezTo>
                <a:cubicBezTo>
                  <a:pt x="11848" y="2793"/>
                  <a:pt x="10455" y="3490"/>
                  <a:pt x="10455" y="5584"/>
                </a:cubicBezTo>
                <a:cubicBezTo>
                  <a:pt x="10455" y="6283"/>
                  <a:pt x="9757" y="6980"/>
                  <a:pt x="9757" y="6980"/>
                </a:cubicBezTo>
                <a:cubicBezTo>
                  <a:pt x="10455" y="12565"/>
                  <a:pt x="11151" y="17451"/>
                  <a:pt x="12545" y="22337"/>
                </a:cubicBezTo>
                <a:cubicBezTo>
                  <a:pt x="13242" y="23734"/>
                  <a:pt x="13938" y="24431"/>
                  <a:pt x="14635" y="25828"/>
                </a:cubicBezTo>
                <a:cubicBezTo>
                  <a:pt x="16030" y="27224"/>
                  <a:pt x="17423" y="27224"/>
                  <a:pt x="20211" y="27224"/>
                </a:cubicBezTo>
                <a:cubicBezTo>
                  <a:pt x="22302" y="26525"/>
                  <a:pt x="21605" y="24431"/>
                  <a:pt x="21605" y="23035"/>
                </a:cubicBezTo>
                <a:cubicBezTo>
                  <a:pt x="21605" y="23035"/>
                  <a:pt x="21605" y="22337"/>
                  <a:pt x="21605" y="2233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104900" y="647700"/>
            <a:ext cx="46463" cy="52658"/>
          </a:xfrm>
          <a:custGeom>
            <a:avLst/>
            <a:gdLst/>
            <a:ahLst/>
            <a:cxnLst/>
            <a:rect l="l" t="t" r="r" b="b"/>
            <a:pathLst>
              <a:path w="46463" h="52658">
                <a:moveTo>
                  <a:pt x="28698" y="4787"/>
                </a:moveTo>
                <a:cubicBezTo>
                  <a:pt x="30748" y="2736"/>
                  <a:pt x="38947" y="683"/>
                  <a:pt x="42363" y="0"/>
                </a:cubicBezTo>
                <a:cubicBezTo>
                  <a:pt x="41680" y="683"/>
                  <a:pt x="41680" y="1368"/>
                  <a:pt x="40997" y="2051"/>
                </a:cubicBezTo>
                <a:cubicBezTo>
                  <a:pt x="38947" y="3419"/>
                  <a:pt x="38264" y="5471"/>
                  <a:pt x="38947" y="8207"/>
                </a:cubicBezTo>
                <a:cubicBezTo>
                  <a:pt x="40997" y="14361"/>
                  <a:pt x="43047" y="21200"/>
                  <a:pt x="44413" y="27355"/>
                </a:cubicBezTo>
                <a:cubicBezTo>
                  <a:pt x="45096" y="30775"/>
                  <a:pt x="45780" y="34193"/>
                  <a:pt x="45780" y="37612"/>
                </a:cubicBezTo>
                <a:cubicBezTo>
                  <a:pt x="46463" y="41716"/>
                  <a:pt x="45096" y="44451"/>
                  <a:pt x="42363" y="46504"/>
                </a:cubicBezTo>
                <a:cubicBezTo>
                  <a:pt x="36897" y="50607"/>
                  <a:pt x="30065" y="52658"/>
                  <a:pt x="23232" y="51975"/>
                </a:cubicBezTo>
                <a:cubicBezTo>
                  <a:pt x="19131" y="51290"/>
                  <a:pt x="16398" y="49239"/>
                  <a:pt x="14348" y="45136"/>
                </a:cubicBezTo>
                <a:cubicBezTo>
                  <a:pt x="13665" y="43768"/>
                  <a:pt x="12982" y="42400"/>
                  <a:pt x="12982" y="41032"/>
                </a:cubicBezTo>
                <a:cubicBezTo>
                  <a:pt x="10932" y="33510"/>
                  <a:pt x="8882" y="25987"/>
                  <a:pt x="6833" y="18465"/>
                </a:cubicBezTo>
                <a:cubicBezTo>
                  <a:pt x="6833" y="18465"/>
                  <a:pt x="6149" y="17780"/>
                  <a:pt x="6149" y="17097"/>
                </a:cubicBezTo>
                <a:cubicBezTo>
                  <a:pt x="5466" y="15046"/>
                  <a:pt x="4100" y="13678"/>
                  <a:pt x="1367" y="13678"/>
                </a:cubicBezTo>
                <a:cubicBezTo>
                  <a:pt x="683" y="13678"/>
                  <a:pt x="683" y="13678"/>
                  <a:pt x="0" y="12993"/>
                </a:cubicBezTo>
                <a:cubicBezTo>
                  <a:pt x="5466" y="10258"/>
                  <a:pt x="12299" y="8890"/>
                  <a:pt x="18448" y="6839"/>
                </a:cubicBezTo>
                <a:cubicBezTo>
                  <a:pt x="19131" y="6839"/>
                  <a:pt x="19815" y="6839"/>
                  <a:pt x="20498" y="6839"/>
                </a:cubicBezTo>
                <a:cubicBezTo>
                  <a:pt x="20498" y="6839"/>
                  <a:pt x="20498" y="6839"/>
                  <a:pt x="20498" y="7522"/>
                </a:cubicBezTo>
                <a:cubicBezTo>
                  <a:pt x="19815" y="7522"/>
                  <a:pt x="19131" y="8207"/>
                  <a:pt x="18448" y="8207"/>
                </a:cubicBezTo>
                <a:cubicBezTo>
                  <a:pt x="16398" y="9575"/>
                  <a:pt x="15715" y="10942"/>
                  <a:pt x="16398" y="13678"/>
                </a:cubicBezTo>
                <a:cubicBezTo>
                  <a:pt x="18448" y="22568"/>
                  <a:pt x="21181" y="31458"/>
                  <a:pt x="23232" y="40348"/>
                </a:cubicBezTo>
                <a:cubicBezTo>
                  <a:pt x="23915" y="41032"/>
                  <a:pt x="23915" y="41032"/>
                  <a:pt x="23915" y="41716"/>
                </a:cubicBezTo>
                <a:cubicBezTo>
                  <a:pt x="25965" y="46504"/>
                  <a:pt x="29381" y="48555"/>
                  <a:pt x="34164" y="47871"/>
                </a:cubicBezTo>
                <a:cubicBezTo>
                  <a:pt x="40314" y="46504"/>
                  <a:pt x="43730" y="43083"/>
                  <a:pt x="43730" y="37612"/>
                </a:cubicBezTo>
                <a:cubicBezTo>
                  <a:pt x="43730" y="34878"/>
                  <a:pt x="43047" y="32826"/>
                  <a:pt x="43047" y="30775"/>
                </a:cubicBezTo>
                <a:cubicBezTo>
                  <a:pt x="40997" y="23936"/>
                  <a:pt x="38947" y="17097"/>
                  <a:pt x="36897" y="10258"/>
                </a:cubicBezTo>
                <a:cubicBezTo>
                  <a:pt x="35531" y="5471"/>
                  <a:pt x="34848" y="4787"/>
                  <a:pt x="30065" y="4787"/>
                </a:cubicBezTo>
                <a:cubicBezTo>
                  <a:pt x="29381" y="4787"/>
                  <a:pt x="29381" y="4787"/>
                  <a:pt x="28698" y="478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447800" y="825500"/>
            <a:ext cx="54207" cy="43365"/>
          </a:xfrm>
          <a:custGeom>
            <a:avLst/>
            <a:gdLst/>
            <a:ahLst/>
            <a:cxnLst/>
            <a:rect l="l" t="t" r="r" b="b"/>
            <a:pathLst>
              <a:path w="54207" h="43365">
                <a:moveTo>
                  <a:pt x="0" y="15143"/>
                </a:moveTo>
                <a:cubicBezTo>
                  <a:pt x="4803" y="13078"/>
                  <a:pt x="9606" y="11013"/>
                  <a:pt x="13724" y="8948"/>
                </a:cubicBezTo>
                <a:cubicBezTo>
                  <a:pt x="15095" y="10325"/>
                  <a:pt x="14409" y="11013"/>
                  <a:pt x="13724" y="11702"/>
                </a:cubicBezTo>
                <a:cubicBezTo>
                  <a:pt x="11665" y="13767"/>
                  <a:pt x="9606" y="15832"/>
                  <a:pt x="8233" y="17897"/>
                </a:cubicBezTo>
                <a:cubicBezTo>
                  <a:pt x="5489" y="22715"/>
                  <a:pt x="6176" y="26845"/>
                  <a:pt x="8920" y="31664"/>
                </a:cubicBezTo>
                <a:cubicBezTo>
                  <a:pt x="10979" y="34417"/>
                  <a:pt x="13037" y="35105"/>
                  <a:pt x="16468" y="34417"/>
                </a:cubicBezTo>
                <a:cubicBezTo>
                  <a:pt x="19213" y="33729"/>
                  <a:pt x="21271" y="31664"/>
                  <a:pt x="21957" y="28910"/>
                </a:cubicBezTo>
                <a:cubicBezTo>
                  <a:pt x="21957" y="27534"/>
                  <a:pt x="21957" y="25469"/>
                  <a:pt x="21957" y="24092"/>
                </a:cubicBezTo>
                <a:cubicBezTo>
                  <a:pt x="22643" y="19274"/>
                  <a:pt x="22643" y="14455"/>
                  <a:pt x="24016" y="9637"/>
                </a:cubicBezTo>
                <a:cubicBezTo>
                  <a:pt x="25389" y="4130"/>
                  <a:pt x="29505" y="1377"/>
                  <a:pt x="34995" y="688"/>
                </a:cubicBezTo>
                <a:cubicBezTo>
                  <a:pt x="39111" y="0"/>
                  <a:pt x="42542" y="2065"/>
                  <a:pt x="45287" y="4818"/>
                </a:cubicBezTo>
                <a:cubicBezTo>
                  <a:pt x="48031" y="8260"/>
                  <a:pt x="49404" y="12390"/>
                  <a:pt x="50090" y="16520"/>
                </a:cubicBezTo>
                <a:cubicBezTo>
                  <a:pt x="50090" y="17897"/>
                  <a:pt x="50090" y="18585"/>
                  <a:pt x="50090" y="19274"/>
                </a:cubicBezTo>
                <a:cubicBezTo>
                  <a:pt x="50090" y="20650"/>
                  <a:pt x="50776" y="22027"/>
                  <a:pt x="52149" y="22027"/>
                </a:cubicBezTo>
                <a:cubicBezTo>
                  <a:pt x="52835" y="22027"/>
                  <a:pt x="53520" y="22715"/>
                  <a:pt x="54207" y="23404"/>
                </a:cubicBezTo>
                <a:cubicBezTo>
                  <a:pt x="51463" y="25469"/>
                  <a:pt x="43228" y="28910"/>
                  <a:pt x="40484" y="28910"/>
                </a:cubicBezTo>
                <a:cubicBezTo>
                  <a:pt x="41170" y="27534"/>
                  <a:pt x="41857" y="26845"/>
                  <a:pt x="42542" y="26157"/>
                </a:cubicBezTo>
                <a:cubicBezTo>
                  <a:pt x="44601" y="23404"/>
                  <a:pt x="46660" y="21339"/>
                  <a:pt x="47346" y="17897"/>
                </a:cubicBezTo>
                <a:cubicBezTo>
                  <a:pt x="48031" y="14455"/>
                  <a:pt x="47346" y="11013"/>
                  <a:pt x="44601" y="8260"/>
                </a:cubicBezTo>
                <a:cubicBezTo>
                  <a:pt x="41857" y="4818"/>
                  <a:pt x="36366" y="5507"/>
                  <a:pt x="34308" y="9637"/>
                </a:cubicBezTo>
                <a:cubicBezTo>
                  <a:pt x="33622" y="11013"/>
                  <a:pt x="33622" y="13078"/>
                  <a:pt x="33622" y="14455"/>
                </a:cubicBezTo>
                <a:cubicBezTo>
                  <a:pt x="32936" y="18585"/>
                  <a:pt x="33622" y="22715"/>
                  <a:pt x="32936" y="26845"/>
                </a:cubicBezTo>
                <a:cubicBezTo>
                  <a:pt x="32249" y="28910"/>
                  <a:pt x="32249" y="31664"/>
                  <a:pt x="30878" y="34417"/>
                </a:cubicBezTo>
                <a:cubicBezTo>
                  <a:pt x="26760" y="41300"/>
                  <a:pt x="16468" y="43365"/>
                  <a:pt x="10292" y="36482"/>
                </a:cubicBezTo>
                <a:cubicBezTo>
                  <a:pt x="7548" y="32352"/>
                  <a:pt x="5489" y="28222"/>
                  <a:pt x="4803" y="23404"/>
                </a:cubicBezTo>
                <a:cubicBezTo>
                  <a:pt x="3430" y="18585"/>
                  <a:pt x="3430" y="18585"/>
                  <a:pt x="0" y="151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447800" y="1028700"/>
            <a:ext cx="53433" cy="49560"/>
          </a:xfrm>
          <a:custGeom>
            <a:avLst/>
            <a:gdLst/>
            <a:ahLst/>
            <a:cxnLst/>
            <a:rect l="l" t="t" r="r" b="b"/>
            <a:pathLst>
              <a:path w="53433" h="49560">
                <a:moveTo>
                  <a:pt x="44412" y="27534"/>
                </a:moveTo>
                <a:cubicBezTo>
                  <a:pt x="45105" y="26845"/>
                  <a:pt x="45105" y="26157"/>
                  <a:pt x="45105" y="25469"/>
                </a:cubicBezTo>
                <a:cubicBezTo>
                  <a:pt x="46493" y="21339"/>
                  <a:pt x="45800" y="20650"/>
                  <a:pt x="40942" y="20650"/>
                </a:cubicBezTo>
                <a:cubicBezTo>
                  <a:pt x="37473" y="21339"/>
                  <a:pt x="34696" y="21339"/>
                  <a:pt x="31227" y="22027"/>
                </a:cubicBezTo>
                <a:cubicBezTo>
                  <a:pt x="29145" y="22027"/>
                  <a:pt x="27757" y="22027"/>
                  <a:pt x="25676" y="22027"/>
                </a:cubicBezTo>
                <a:cubicBezTo>
                  <a:pt x="24982" y="22715"/>
                  <a:pt x="24287" y="22715"/>
                  <a:pt x="22899" y="22715"/>
                </a:cubicBezTo>
                <a:cubicBezTo>
                  <a:pt x="24287" y="24780"/>
                  <a:pt x="25676" y="26845"/>
                  <a:pt x="27064" y="28222"/>
                </a:cubicBezTo>
                <a:cubicBezTo>
                  <a:pt x="28452" y="30975"/>
                  <a:pt x="30533" y="33040"/>
                  <a:pt x="32615" y="35794"/>
                </a:cubicBezTo>
                <a:cubicBezTo>
                  <a:pt x="33308" y="36482"/>
                  <a:pt x="34003" y="37859"/>
                  <a:pt x="34696" y="38547"/>
                </a:cubicBezTo>
                <a:cubicBezTo>
                  <a:pt x="36778" y="39924"/>
                  <a:pt x="38166" y="39924"/>
                  <a:pt x="39554" y="37859"/>
                </a:cubicBezTo>
                <a:cubicBezTo>
                  <a:pt x="40249" y="37170"/>
                  <a:pt x="40942" y="36482"/>
                  <a:pt x="41636" y="35105"/>
                </a:cubicBezTo>
                <a:cubicBezTo>
                  <a:pt x="41636" y="37859"/>
                  <a:pt x="38861" y="46807"/>
                  <a:pt x="36778" y="49560"/>
                </a:cubicBezTo>
                <a:cubicBezTo>
                  <a:pt x="36778" y="48872"/>
                  <a:pt x="36085" y="48872"/>
                  <a:pt x="36085" y="48872"/>
                </a:cubicBezTo>
                <a:cubicBezTo>
                  <a:pt x="36085" y="46119"/>
                  <a:pt x="34696" y="44054"/>
                  <a:pt x="33308" y="41300"/>
                </a:cubicBezTo>
                <a:cubicBezTo>
                  <a:pt x="29145" y="36482"/>
                  <a:pt x="25676" y="30975"/>
                  <a:pt x="21513" y="25469"/>
                </a:cubicBezTo>
                <a:cubicBezTo>
                  <a:pt x="20818" y="24092"/>
                  <a:pt x="20124" y="23404"/>
                  <a:pt x="18043" y="22715"/>
                </a:cubicBezTo>
                <a:cubicBezTo>
                  <a:pt x="15267" y="21339"/>
                  <a:pt x="11797" y="19962"/>
                  <a:pt x="9021" y="18585"/>
                </a:cubicBezTo>
                <a:cubicBezTo>
                  <a:pt x="4858" y="17208"/>
                  <a:pt x="4163" y="17208"/>
                  <a:pt x="1388" y="21339"/>
                </a:cubicBezTo>
                <a:cubicBezTo>
                  <a:pt x="1388" y="21339"/>
                  <a:pt x="693" y="21339"/>
                  <a:pt x="693" y="22027"/>
                </a:cubicBezTo>
                <a:cubicBezTo>
                  <a:pt x="693" y="21339"/>
                  <a:pt x="0" y="21339"/>
                  <a:pt x="0" y="20650"/>
                </a:cubicBezTo>
                <a:cubicBezTo>
                  <a:pt x="2776" y="13767"/>
                  <a:pt x="5551" y="7572"/>
                  <a:pt x="8327" y="688"/>
                </a:cubicBezTo>
                <a:cubicBezTo>
                  <a:pt x="8327" y="688"/>
                  <a:pt x="8327" y="0"/>
                  <a:pt x="9021" y="0"/>
                </a:cubicBezTo>
                <a:cubicBezTo>
                  <a:pt x="9021" y="688"/>
                  <a:pt x="9021" y="1377"/>
                  <a:pt x="9021" y="2065"/>
                </a:cubicBezTo>
                <a:cubicBezTo>
                  <a:pt x="8327" y="5507"/>
                  <a:pt x="9021" y="6883"/>
                  <a:pt x="12490" y="8260"/>
                </a:cubicBezTo>
                <a:cubicBezTo>
                  <a:pt x="15267" y="9637"/>
                  <a:pt x="18043" y="11013"/>
                  <a:pt x="20818" y="11702"/>
                </a:cubicBezTo>
                <a:cubicBezTo>
                  <a:pt x="21513" y="12390"/>
                  <a:pt x="22899" y="12390"/>
                  <a:pt x="23594" y="12390"/>
                </a:cubicBezTo>
                <a:cubicBezTo>
                  <a:pt x="31227" y="11702"/>
                  <a:pt x="38861" y="10325"/>
                  <a:pt x="46493" y="9637"/>
                </a:cubicBezTo>
                <a:cubicBezTo>
                  <a:pt x="48575" y="8948"/>
                  <a:pt x="51351" y="8260"/>
                  <a:pt x="52739" y="5507"/>
                </a:cubicBezTo>
                <a:cubicBezTo>
                  <a:pt x="53433" y="6195"/>
                  <a:pt x="53433" y="6883"/>
                  <a:pt x="53433" y="6883"/>
                </a:cubicBezTo>
                <a:cubicBezTo>
                  <a:pt x="51351" y="13767"/>
                  <a:pt x="48575" y="19962"/>
                  <a:pt x="45800" y="26845"/>
                </a:cubicBezTo>
                <a:cubicBezTo>
                  <a:pt x="45800" y="26845"/>
                  <a:pt x="45800" y="26845"/>
                  <a:pt x="44412" y="275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473200" y="952500"/>
            <a:ext cx="47236" cy="41817"/>
          </a:xfrm>
          <a:custGeom>
            <a:avLst/>
            <a:gdLst/>
            <a:ahLst/>
            <a:cxnLst/>
            <a:rect l="l" t="t" r="r" b="b"/>
            <a:pathLst>
              <a:path w="47236" h="41817">
                <a:moveTo>
                  <a:pt x="3473" y="6855"/>
                </a:moveTo>
                <a:cubicBezTo>
                  <a:pt x="3473" y="7541"/>
                  <a:pt x="3473" y="8226"/>
                  <a:pt x="3473" y="8912"/>
                </a:cubicBezTo>
                <a:cubicBezTo>
                  <a:pt x="4168" y="11654"/>
                  <a:pt x="5558" y="13025"/>
                  <a:pt x="8336" y="13711"/>
                </a:cubicBezTo>
                <a:cubicBezTo>
                  <a:pt x="13894" y="13711"/>
                  <a:pt x="20145" y="14395"/>
                  <a:pt x="25702" y="15081"/>
                </a:cubicBezTo>
                <a:cubicBezTo>
                  <a:pt x="31260" y="15081"/>
                  <a:pt x="36817" y="15767"/>
                  <a:pt x="42375" y="15767"/>
                </a:cubicBezTo>
                <a:cubicBezTo>
                  <a:pt x="43070" y="15767"/>
                  <a:pt x="43764" y="15767"/>
                  <a:pt x="44459" y="15767"/>
                </a:cubicBezTo>
                <a:cubicBezTo>
                  <a:pt x="45154" y="13711"/>
                  <a:pt x="44459" y="11654"/>
                  <a:pt x="43764" y="9597"/>
                </a:cubicBezTo>
                <a:cubicBezTo>
                  <a:pt x="43070" y="6855"/>
                  <a:pt x="42375" y="5484"/>
                  <a:pt x="40291" y="4114"/>
                </a:cubicBezTo>
                <a:cubicBezTo>
                  <a:pt x="38207" y="2742"/>
                  <a:pt x="36123" y="2056"/>
                  <a:pt x="34733" y="686"/>
                </a:cubicBezTo>
                <a:cubicBezTo>
                  <a:pt x="38901" y="0"/>
                  <a:pt x="43070" y="686"/>
                  <a:pt x="47236" y="1372"/>
                </a:cubicBezTo>
                <a:cubicBezTo>
                  <a:pt x="46543" y="14395"/>
                  <a:pt x="45154" y="28106"/>
                  <a:pt x="44459" y="41817"/>
                </a:cubicBezTo>
                <a:cubicBezTo>
                  <a:pt x="40291" y="41817"/>
                  <a:pt x="36123" y="41817"/>
                  <a:pt x="31954" y="41131"/>
                </a:cubicBezTo>
                <a:cubicBezTo>
                  <a:pt x="31954" y="40446"/>
                  <a:pt x="31954" y="39760"/>
                  <a:pt x="32649" y="39075"/>
                </a:cubicBezTo>
                <a:cubicBezTo>
                  <a:pt x="32649" y="39075"/>
                  <a:pt x="33344" y="39075"/>
                  <a:pt x="34039" y="39075"/>
                </a:cubicBezTo>
                <a:cubicBezTo>
                  <a:pt x="40291" y="37704"/>
                  <a:pt x="43764" y="34276"/>
                  <a:pt x="43764" y="27421"/>
                </a:cubicBezTo>
                <a:cubicBezTo>
                  <a:pt x="43070" y="26736"/>
                  <a:pt x="42375" y="26736"/>
                  <a:pt x="41680" y="26736"/>
                </a:cubicBezTo>
                <a:cubicBezTo>
                  <a:pt x="31954" y="26050"/>
                  <a:pt x="21534" y="25364"/>
                  <a:pt x="11810" y="24679"/>
                </a:cubicBezTo>
                <a:cubicBezTo>
                  <a:pt x="10420" y="24679"/>
                  <a:pt x="9031" y="23993"/>
                  <a:pt x="8336" y="23993"/>
                </a:cubicBezTo>
                <a:cubicBezTo>
                  <a:pt x="4863" y="23993"/>
                  <a:pt x="2779" y="24679"/>
                  <a:pt x="2084" y="28106"/>
                </a:cubicBezTo>
                <a:cubicBezTo>
                  <a:pt x="2084" y="28792"/>
                  <a:pt x="2084" y="29478"/>
                  <a:pt x="1389" y="30848"/>
                </a:cubicBezTo>
                <a:cubicBezTo>
                  <a:pt x="0" y="28106"/>
                  <a:pt x="1389" y="26050"/>
                  <a:pt x="1389" y="24679"/>
                </a:cubicBezTo>
                <a:cubicBezTo>
                  <a:pt x="1389" y="22623"/>
                  <a:pt x="1389" y="20565"/>
                  <a:pt x="1389" y="18509"/>
                </a:cubicBezTo>
                <a:cubicBezTo>
                  <a:pt x="1389" y="16453"/>
                  <a:pt x="1389" y="14395"/>
                  <a:pt x="2084" y="12339"/>
                </a:cubicBezTo>
                <a:cubicBezTo>
                  <a:pt x="2084" y="10283"/>
                  <a:pt x="1389" y="8226"/>
                  <a:pt x="2779" y="6170"/>
                </a:cubicBezTo>
                <a:cubicBezTo>
                  <a:pt x="2779" y="6170"/>
                  <a:pt x="2779" y="6855"/>
                  <a:pt x="3473" y="685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320800" y="660400"/>
            <a:ext cx="42591" cy="53433"/>
          </a:xfrm>
          <a:custGeom>
            <a:avLst/>
            <a:gdLst/>
            <a:ahLst/>
            <a:cxnLst/>
            <a:rect l="l" t="t" r="r" b="b"/>
            <a:pathLst>
              <a:path w="42591" h="53433">
                <a:moveTo>
                  <a:pt x="4190" y="53433"/>
                </a:moveTo>
                <a:cubicBezTo>
                  <a:pt x="3491" y="51351"/>
                  <a:pt x="3491" y="50658"/>
                  <a:pt x="3491" y="49270"/>
                </a:cubicBezTo>
                <a:cubicBezTo>
                  <a:pt x="3491" y="36085"/>
                  <a:pt x="3491" y="22899"/>
                  <a:pt x="3491" y="9716"/>
                </a:cubicBezTo>
                <a:cubicBezTo>
                  <a:pt x="3491" y="6246"/>
                  <a:pt x="3491" y="2776"/>
                  <a:pt x="0" y="693"/>
                </a:cubicBezTo>
                <a:cubicBezTo>
                  <a:pt x="2793" y="0"/>
                  <a:pt x="18153" y="6939"/>
                  <a:pt x="20248" y="9716"/>
                </a:cubicBezTo>
                <a:cubicBezTo>
                  <a:pt x="19550" y="9021"/>
                  <a:pt x="18852" y="9021"/>
                  <a:pt x="17455" y="9021"/>
                </a:cubicBezTo>
                <a:cubicBezTo>
                  <a:pt x="15361" y="8327"/>
                  <a:pt x="14662" y="9021"/>
                  <a:pt x="13964" y="11102"/>
                </a:cubicBezTo>
                <a:cubicBezTo>
                  <a:pt x="13964" y="11797"/>
                  <a:pt x="13964" y="12490"/>
                  <a:pt x="13964" y="13185"/>
                </a:cubicBezTo>
                <a:cubicBezTo>
                  <a:pt x="13266" y="21513"/>
                  <a:pt x="13266" y="29839"/>
                  <a:pt x="13266" y="38166"/>
                </a:cubicBezTo>
                <a:cubicBezTo>
                  <a:pt x="13266" y="38166"/>
                  <a:pt x="13266" y="38861"/>
                  <a:pt x="13964" y="39554"/>
                </a:cubicBezTo>
                <a:cubicBezTo>
                  <a:pt x="13964" y="39554"/>
                  <a:pt x="14662" y="39554"/>
                  <a:pt x="14662" y="39554"/>
                </a:cubicBezTo>
                <a:cubicBezTo>
                  <a:pt x="20248" y="33308"/>
                  <a:pt x="25834" y="27757"/>
                  <a:pt x="31420" y="21513"/>
                </a:cubicBezTo>
                <a:cubicBezTo>
                  <a:pt x="31420" y="21513"/>
                  <a:pt x="31420" y="21513"/>
                  <a:pt x="31420" y="21513"/>
                </a:cubicBezTo>
                <a:cubicBezTo>
                  <a:pt x="34213" y="18043"/>
                  <a:pt x="34213" y="16655"/>
                  <a:pt x="30721" y="14573"/>
                </a:cubicBezTo>
                <a:cubicBezTo>
                  <a:pt x="30023" y="13879"/>
                  <a:pt x="30023" y="13879"/>
                  <a:pt x="30023" y="13185"/>
                </a:cubicBezTo>
                <a:cubicBezTo>
                  <a:pt x="34213" y="13879"/>
                  <a:pt x="38402" y="15960"/>
                  <a:pt x="42591" y="18043"/>
                </a:cubicBezTo>
                <a:cubicBezTo>
                  <a:pt x="41892" y="18736"/>
                  <a:pt x="41892" y="18736"/>
                  <a:pt x="41195" y="18736"/>
                </a:cubicBezTo>
                <a:cubicBezTo>
                  <a:pt x="38402" y="18736"/>
                  <a:pt x="36307" y="20124"/>
                  <a:pt x="34213" y="22206"/>
                </a:cubicBezTo>
                <a:cubicBezTo>
                  <a:pt x="25136" y="31921"/>
                  <a:pt x="16059" y="41636"/>
                  <a:pt x="6982" y="50658"/>
                </a:cubicBezTo>
                <a:cubicBezTo>
                  <a:pt x="6284" y="51351"/>
                  <a:pt x="5585" y="52045"/>
                  <a:pt x="4190" y="534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927100" y="812800"/>
            <a:ext cx="48786" cy="42591"/>
          </a:xfrm>
          <a:custGeom>
            <a:avLst/>
            <a:gdLst/>
            <a:ahLst/>
            <a:cxnLst/>
            <a:rect l="l" t="t" r="r" b="b"/>
            <a:pathLst>
              <a:path w="48786" h="42591">
                <a:moveTo>
                  <a:pt x="0" y="22343"/>
                </a:moveTo>
                <a:cubicBezTo>
                  <a:pt x="0" y="18852"/>
                  <a:pt x="7558" y="2793"/>
                  <a:pt x="10307" y="0"/>
                </a:cubicBezTo>
                <a:cubicBezTo>
                  <a:pt x="9620" y="699"/>
                  <a:pt x="9620" y="1397"/>
                  <a:pt x="9620" y="2094"/>
                </a:cubicBezTo>
                <a:cubicBezTo>
                  <a:pt x="8933" y="6284"/>
                  <a:pt x="9620" y="7681"/>
                  <a:pt x="13056" y="9077"/>
                </a:cubicBezTo>
                <a:cubicBezTo>
                  <a:pt x="21988" y="13964"/>
                  <a:pt x="30921" y="18852"/>
                  <a:pt x="39854" y="23042"/>
                </a:cubicBezTo>
                <a:cubicBezTo>
                  <a:pt x="43289" y="25136"/>
                  <a:pt x="44663" y="24437"/>
                  <a:pt x="46725" y="21645"/>
                </a:cubicBezTo>
                <a:cubicBezTo>
                  <a:pt x="47412" y="20946"/>
                  <a:pt x="48099" y="20248"/>
                  <a:pt x="48786" y="19550"/>
                </a:cubicBezTo>
                <a:cubicBezTo>
                  <a:pt x="48099" y="22343"/>
                  <a:pt x="41228" y="39099"/>
                  <a:pt x="38480" y="42591"/>
                </a:cubicBezTo>
                <a:cubicBezTo>
                  <a:pt x="38480" y="41195"/>
                  <a:pt x="38480" y="40496"/>
                  <a:pt x="38480" y="39798"/>
                </a:cubicBezTo>
                <a:cubicBezTo>
                  <a:pt x="39167" y="36307"/>
                  <a:pt x="38480" y="34911"/>
                  <a:pt x="35730" y="32816"/>
                </a:cubicBezTo>
                <a:cubicBezTo>
                  <a:pt x="26798" y="28627"/>
                  <a:pt x="17865" y="23739"/>
                  <a:pt x="8933" y="19550"/>
                </a:cubicBezTo>
                <a:cubicBezTo>
                  <a:pt x="4809" y="17455"/>
                  <a:pt x="4122" y="17455"/>
                  <a:pt x="687" y="20946"/>
                </a:cubicBezTo>
                <a:cubicBezTo>
                  <a:pt x="687" y="21645"/>
                  <a:pt x="687" y="21645"/>
                  <a:pt x="0" y="223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473200" y="889000"/>
            <a:ext cx="47236" cy="30975"/>
          </a:xfrm>
          <a:custGeom>
            <a:avLst/>
            <a:gdLst/>
            <a:ahLst/>
            <a:cxnLst/>
            <a:rect l="l" t="t" r="r" b="b"/>
            <a:pathLst>
              <a:path w="47236" h="30975">
                <a:moveTo>
                  <a:pt x="3423" y="30975"/>
                </a:moveTo>
                <a:cubicBezTo>
                  <a:pt x="2054" y="24092"/>
                  <a:pt x="1369" y="16520"/>
                  <a:pt x="0" y="8948"/>
                </a:cubicBezTo>
                <a:cubicBezTo>
                  <a:pt x="0" y="8948"/>
                  <a:pt x="0" y="8260"/>
                  <a:pt x="685" y="7572"/>
                </a:cubicBezTo>
                <a:cubicBezTo>
                  <a:pt x="1369" y="8948"/>
                  <a:pt x="1369" y="9637"/>
                  <a:pt x="2054" y="10325"/>
                </a:cubicBezTo>
                <a:cubicBezTo>
                  <a:pt x="3423" y="13078"/>
                  <a:pt x="4107" y="13767"/>
                  <a:pt x="7531" y="13078"/>
                </a:cubicBezTo>
                <a:cubicBezTo>
                  <a:pt x="15745" y="11702"/>
                  <a:pt x="23961" y="10325"/>
                  <a:pt x="32175" y="8948"/>
                </a:cubicBezTo>
                <a:cubicBezTo>
                  <a:pt x="34230" y="8948"/>
                  <a:pt x="35599" y="8260"/>
                  <a:pt x="37653" y="8260"/>
                </a:cubicBezTo>
                <a:cubicBezTo>
                  <a:pt x="41076" y="7572"/>
                  <a:pt x="41760" y="6195"/>
                  <a:pt x="42445" y="3442"/>
                </a:cubicBezTo>
                <a:cubicBezTo>
                  <a:pt x="42445" y="2753"/>
                  <a:pt x="42445" y="2065"/>
                  <a:pt x="42445" y="0"/>
                </a:cubicBezTo>
                <a:cubicBezTo>
                  <a:pt x="43129" y="1377"/>
                  <a:pt x="43814" y="2065"/>
                  <a:pt x="43814" y="2065"/>
                </a:cubicBezTo>
                <a:cubicBezTo>
                  <a:pt x="44498" y="9637"/>
                  <a:pt x="45867" y="16520"/>
                  <a:pt x="47236" y="24092"/>
                </a:cubicBezTo>
                <a:cubicBezTo>
                  <a:pt x="46552" y="24092"/>
                  <a:pt x="46552" y="24092"/>
                  <a:pt x="45867" y="24092"/>
                </a:cubicBezTo>
                <a:cubicBezTo>
                  <a:pt x="45867" y="24092"/>
                  <a:pt x="45183" y="23404"/>
                  <a:pt x="45183" y="22715"/>
                </a:cubicBezTo>
                <a:cubicBezTo>
                  <a:pt x="43814" y="19274"/>
                  <a:pt x="42445" y="18585"/>
                  <a:pt x="39022" y="18585"/>
                </a:cubicBezTo>
                <a:cubicBezTo>
                  <a:pt x="29437" y="20650"/>
                  <a:pt x="19168" y="22027"/>
                  <a:pt x="9585" y="24092"/>
                </a:cubicBezTo>
                <a:cubicBezTo>
                  <a:pt x="6161" y="24092"/>
                  <a:pt x="4792" y="25469"/>
                  <a:pt x="4792" y="28910"/>
                </a:cubicBezTo>
                <a:cubicBezTo>
                  <a:pt x="4792" y="29599"/>
                  <a:pt x="4107" y="30287"/>
                  <a:pt x="4107" y="30975"/>
                </a:cubicBezTo>
                <a:cubicBezTo>
                  <a:pt x="4107" y="30975"/>
                  <a:pt x="3423" y="30975"/>
                  <a:pt x="3423" y="3097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257300" y="647700"/>
            <a:ext cx="28652" cy="48012"/>
          </a:xfrm>
          <a:custGeom>
            <a:avLst/>
            <a:gdLst/>
            <a:ahLst/>
            <a:cxnLst/>
            <a:rect l="l" t="t" r="r" b="b"/>
            <a:pathLst>
              <a:path w="28652" h="48012">
                <a:moveTo>
                  <a:pt x="682" y="43896"/>
                </a:moveTo>
                <a:cubicBezTo>
                  <a:pt x="1364" y="43896"/>
                  <a:pt x="2046" y="43896"/>
                  <a:pt x="2729" y="43896"/>
                </a:cubicBezTo>
                <a:cubicBezTo>
                  <a:pt x="5457" y="43210"/>
                  <a:pt x="6822" y="42525"/>
                  <a:pt x="6822" y="39096"/>
                </a:cubicBezTo>
                <a:cubicBezTo>
                  <a:pt x="7504" y="35667"/>
                  <a:pt x="8186" y="32236"/>
                  <a:pt x="8868" y="28122"/>
                </a:cubicBezTo>
                <a:cubicBezTo>
                  <a:pt x="9550" y="21948"/>
                  <a:pt x="10232" y="15776"/>
                  <a:pt x="10916" y="9602"/>
                </a:cubicBezTo>
                <a:cubicBezTo>
                  <a:pt x="10916" y="8917"/>
                  <a:pt x="11598" y="8231"/>
                  <a:pt x="11598" y="6859"/>
                </a:cubicBezTo>
                <a:cubicBezTo>
                  <a:pt x="11598" y="3429"/>
                  <a:pt x="10916" y="2743"/>
                  <a:pt x="7504" y="1372"/>
                </a:cubicBezTo>
                <a:cubicBezTo>
                  <a:pt x="6822" y="686"/>
                  <a:pt x="6822" y="686"/>
                  <a:pt x="6139" y="0"/>
                </a:cubicBezTo>
                <a:cubicBezTo>
                  <a:pt x="13644" y="686"/>
                  <a:pt x="21148" y="1372"/>
                  <a:pt x="28652" y="2743"/>
                </a:cubicBezTo>
                <a:cubicBezTo>
                  <a:pt x="28652" y="3429"/>
                  <a:pt x="28652" y="3429"/>
                  <a:pt x="28652" y="3429"/>
                </a:cubicBezTo>
                <a:cubicBezTo>
                  <a:pt x="27969" y="3429"/>
                  <a:pt x="27287" y="4115"/>
                  <a:pt x="26605" y="4115"/>
                </a:cubicBezTo>
                <a:cubicBezTo>
                  <a:pt x="23194" y="4115"/>
                  <a:pt x="21830" y="4801"/>
                  <a:pt x="21830" y="8917"/>
                </a:cubicBezTo>
                <a:cubicBezTo>
                  <a:pt x="20466" y="16462"/>
                  <a:pt x="19101" y="24691"/>
                  <a:pt x="18419" y="32236"/>
                </a:cubicBezTo>
                <a:cubicBezTo>
                  <a:pt x="17737" y="34980"/>
                  <a:pt x="17737" y="37724"/>
                  <a:pt x="17055" y="39781"/>
                </a:cubicBezTo>
                <a:cubicBezTo>
                  <a:pt x="17055" y="43896"/>
                  <a:pt x="17737" y="45268"/>
                  <a:pt x="21148" y="46641"/>
                </a:cubicBezTo>
                <a:cubicBezTo>
                  <a:pt x="21830" y="46641"/>
                  <a:pt x="21830" y="47327"/>
                  <a:pt x="22512" y="47327"/>
                </a:cubicBezTo>
                <a:cubicBezTo>
                  <a:pt x="22512" y="47327"/>
                  <a:pt x="22512" y="47327"/>
                  <a:pt x="22512" y="48012"/>
                </a:cubicBezTo>
                <a:cubicBezTo>
                  <a:pt x="15008" y="47327"/>
                  <a:pt x="7504" y="46641"/>
                  <a:pt x="0" y="45268"/>
                </a:cubicBezTo>
                <a:cubicBezTo>
                  <a:pt x="682" y="44582"/>
                  <a:pt x="682" y="44582"/>
                  <a:pt x="682" y="438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79500" y="1181100"/>
            <a:ext cx="35622" cy="46463"/>
          </a:xfrm>
          <a:custGeom>
            <a:avLst/>
            <a:gdLst/>
            <a:ahLst/>
            <a:cxnLst/>
            <a:rect l="l" t="t" r="r" b="b"/>
            <a:pathLst>
              <a:path w="35622" h="46463">
                <a:moveTo>
                  <a:pt x="685" y="35367"/>
                </a:moveTo>
                <a:cubicBezTo>
                  <a:pt x="1370" y="35367"/>
                  <a:pt x="2741" y="35367"/>
                  <a:pt x="3425" y="36060"/>
                </a:cubicBezTo>
                <a:cubicBezTo>
                  <a:pt x="6850" y="36754"/>
                  <a:pt x="8905" y="36060"/>
                  <a:pt x="10960" y="32593"/>
                </a:cubicBezTo>
                <a:cubicBezTo>
                  <a:pt x="14385" y="24272"/>
                  <a:pt x="18496" y="15950"/>
                  <a:pt x="21921" y="8322"/>
                </a:cubicBezTo>
                <a:cubicBezTo>
                  <a:pt x="22606" y="7628"/>
                  <a:pt x="22606" y="6934"/>
                  <a:pt x="22606" y="6241"/>
                </a:cubicBezTo>
                <a:cubicBezTo>
                  <a:pt x="23292" y="3467"/>
                  <a:pt x="22606" y="2080"/>
                  <a:pt x="19867" y="1387"/>
                </a:cubicBezTo>
                <a:cubicBezTo>
                  <a:pt x="19181" y="1387"/>
                  <a:pt x="17810" y="1387"/>
                  <a:pt x="15756" y="693"/>
                </a:cubicBezTo>
                <a:cubicBezTo>
                  <a:pt x="18496" y="0"/>
                  <a:pt x="30142" y="0"/>
                  <a:pt x="35622" y="693"/>
                </a:cubicBezTo>
                <a:cubicBezTo>
                  <a:pt x="35622" y="1387"/>
                  <a:pt x="35622" y="2080"/>
                  <a:pt x="34936" y="2774"/>
                </a:cubicBezTo>
                <a:cubicBezTo>
                  <a:pt x="30142" y="13870"/>
                  <a:pt x="25347" y="24966"/>
                  <a:pt x="19867" y="36060"/>
                </a:cubicBezTo>
                <a:cubicBezTo>
                  <a:pt x="17810" y="40916"/>
                  <a:pt x="17810" y="42302"/>
                  <a:pt x="22606" y="45076"/>
                </a:cubicBezTo>
                <a:cubicBezTo>
                  <a:pt x="22606" y="45076"/>
                  <a:pt x="23292" y="45770"/>
                  <a:pt x="23292" y="45770"/>
                </a:cubicBezTo>
                <a:cubicBezTo>
                  <a:pt x="23292" y="45770"/>
                  <a:pt x="23292" y="46463"/>
                  <a:pt x="23292" y="46463"/>
                </a:cubicBezTo>
                <a:cubicBezTo>
                  <a:pt x="23292" y="46463"/>
                  <a:pt x="22606" y="46463"/>
                  <a:pt x="22606" y="46463"/>
                </a:cubicBezTo>
                <a:cubicBezTo>
                  <a:pt x="15756" y="42996"/>
                  <a:pt x="8905" y="40222"/>
                  <a:pt x="1370" y="36754"/>
                </a:cubicBezTo>
                <a:cubicBezTo>
                  <a:pt x="685" y="36754"/>
                  <a:pt x="685" y="36060"/>
                  <a:pt x="0" y="36060"/>
                </a:cubicBezTo>
                <a:cubicBezTo>
                  <a:pt x="685" y="35367"/>
                  <a:pt x="685" y="35367"/>
                  <a:pt x="685" y="35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990600" y="723900"/>
            <a:ext cx="449143" cy="448368"/>
          </a:xfrm>
          <a:custGeom>
            <a:avLst/>
            <a:gdLst/>
            <a:ahLst/>
            <a:cxnLst/>
            <a:rect l="l" t="t" r="r" b="b"/>
            <a:pathLst>
              <a:path w="449143" h="448368">
                <a:moveTo>
                  <a:pt x="449143" y="224184"/>
                </a:moveTo>
                <a:cubicBezTo>
                  <a:pt x="449143" y="347280"/>
                  <a:pt x="348568" y="448368"/>
                  <a:pt x="224572" y="448368"/>
                </a:cubicBezTo>
                <a:cubicBezTo>
                  <a:pt x="101263" y="448368"/>
                  <a:pt x="0" y="348656"/>
                  <a:pt x="0" y="224184"/>
                </a:cubicBezTo>
                <a:cubicBezTo>
                  <a:pt x="0" y="100401"/>
                  <a:pt x="100575" y="0"/>
                  <a:pt x="224572" y="0"/>
                </a:cubicBezTo>
                <a:cubicBezTo>
                  <a:pt x="348568" y="0"/>
                  <a:pt x="449143" y="101089"/>
                  <a:pt x="449143" y="224184"/>
                </a:cubicBezTo>
                <a:close/>
                <a:moveTo>
                  <a:pt x="206661" y="253067"/>
                </a:moveTo>
                <a:cubicBezTo>
                  <a:pt x="206661" y="254442"/>
                  <a:pt x="206661" y="255130"/>
                  <a:pt x="206661" y="256506"/>
                </a:cubicBezTo>
                <a:cubicBezTo>
                  <a:pt x="206661" y="264758"/>
                  <a:pt x="206661" y="272322"/>
                  <a:pt x="206661" y="280575"/>
                </a:cubicBezTo>
                <a:cubicBezTo>
                  <a:pt x="206661" y="281262"/>
                  <a:pt x="206661" y="281950"/>
                  <a:pt x="206661" y="282637"/>
                </a:cubicBezTo>
                <a:cubicBezTo>
                  <a:pt x="206661" y="286763"/>
                  <a:pt x="204594" y="290203"/>
                  <a:pt x="201150" y="292265"/>
                </a:cubicBezTo>
                <a:cubicBezTo>
                  <a:pt x="199772" y="292952"/>
                  <a:pt x="198394" y="294328"/>
                  <a:pt x="196328" y="295016"/>
                </a:cubicBezTo>
                <a:cubicBezTo>
                  <a:pt x="183928" y="303268"/>
                  <a:pt x="173595" y="314270"/>
                  <a:pt x="164640" y="326649"/>
                </a:cubicBezTo>
                <a:cubicBezTo>
                  <a:pt x="154996" y="341090"/>
                  <a:pt x="148796" y="357595"/>
                  <a:pt x="144663" y="374099"/>
                </a:cubicBezTo>
                <a:cubicBezTo>
                  <a:pt x="143974" y="377538"/>
                  <a:pt x="143285" y="380289"/>
                  <a:pt x="143285" y="383727"/>
                </a:cubicBezTo>
                <a:cubicBezTo>
                  <a:pt x="142596" y="392666"/>
                  <a:pt x="148107" y="399543"/>
                  <a:pt x="157062" y="400919"/>
                </a:cubicBezTo>
                <a:cubicBezTo>
                  <a:pt x="164640" y="402294"/>
                  <a:pt x="173595" y="399543"/>
                  <a:pt x="176351" y="389228"/>
                </a:cubicBezTo>
                <a:cubicBezTo>
                  <a:pt x="176351" y="388540"/>
                  <a:pt x="177039" y="387166"/>
                  <a:pt x="177039" y="386478"/>
                </a:cubicBezTo>
                <a:cubicBezTo>
                  <a:pt x="179106" y="381664"/>
                  <a:pt x="180484" y="376163"/>
                  <a:pt x="181861" y="371348"/>
                </a:cubicBezTo>
                <a:cubicBezTo>
                  <a:pt x="185995" y="359658"/>
                  <a:pt x="191506" y="349343"/>
                  <a:pt x="199084" y="339028"/>
                </a:cubicBezTo>
                <a:cubicBezTo>
                  <a:pt x="203217" y="333526"/>
                  <a:pt x="208727" y="328713"/>
                  <a:pt x="214927" y="325274"/>
                </a:cubicBezTo>
                <a:cubicBezTo>
                  <a:pt x="221127" y="321836"/>
                  <a:pt x="227327" y="321836"/>
                  <a:pt x="233526" y="325274"/>
                </a:cubicBezTo>
                <a:cubicBezTo>
                  <a:pt x="234904" y="325962"/>
                  <a:pt x="236971" y="326649"/>
                  <a:pt x="238349" y="328024"/>
                </a:cubicBezTo>
                <a:cubicBezTo>
                  <a:pt x="244549" y="332151"/>
                  <a:pt x="249371" y="337652"/>
                  <a:pt x="253503" y="343841"/>
                </a:cubicBezTo>
                <a:cubicBezTo>
                  <a:pt x="260393" y="354844"/>
                  <a:pt x="265215" y="366535"/>
                  <a:pt x="268660" y="378225"/>
                </a:cubicBezTo>
                <a:cubicBezTo>
                  <a:pt x="270036" y="382351"/>
                  <a:pt x="271414" y="387166"/>
                  <a:pt x="272792" y="391291"/>
                </a:cubicBezTo>
                <a:cubicBezTo>
                  <a:pt x="274858" y="396105"/>
                  <a:pt x="277614" y="398856"/>
                  <a:pt x="282437" y="400232"/>
                </a:cubicBezTo>
                <a:cubicBezTo>
                  <a:pt x="292769" y="404358"/>
                  <a:pt x="307236" y="396792"/>
                  <a:pt x="305170" y="381664"/>
                </a:cubicBezTo>
                <a:cubicBezTo>
                  <a:pt x="304480" y="376850"/>
                  <a:pt x="303102" y="372723"/>
                  <a:pt x="302414" y="368598"/>
                </a:cubicBezTo>
                <a:cubicBezTo>
                  <a:pt x="298281" y="354156"/>
                  <a:pt x="293459" y="341090"/>
                  <a:pt x="285192" y="328713"/>
                </a:cubicBezTo>
                <a:cubicBezTo>
                  <a:pt x="275548" y="313583"/>
                  <a:pt x="263148" y="301893"/>
                  <a:pt x="247993" y="292265"/>
                </a:cubicBezTo>
                <a:cubicBezTo>
                  <a:pt x="243860" y="290203"/>
                  <a:pt x="241793" y="286763"/>
                  <a:pt x="241793" y="281950"/>
                </a:cubicBezTo>
                <a:cubicBezTo>
                  <a:pt x="241793" y="273009"/>
                  <a:pt x="241793" y="264758"/>
                  <a:pt x="241793" y="255817"/>
                </a:cubicBezTo>
                <a:cubicBezTo>
                  <a:pt x="241793" y="255130"/>
                  <a:pt x="241793" y="254442"/>
                  <a:pt x="242482" y="253067"/>
                </a:cubicBezTo>
                <a:cubicBezTo>
                  <a:pt x="243860" y="253067"/>
                  <a:pt x="244549" y="253755"/>
                  <a:pt x="245927" y="253755"/>
                </a:cubicBezTo>
                <a:cubicBezTo>
                  <a:pt x="259015" y="258568"/>
                  <a:pt x="270036" y="265445"/>
                  <a:pt x="279681" y="275073"/>
                </a:cubicBezTo>
                <a:cubicBezTo>
                  <a:pt x="292769" y="286763"/>
                  <a:pt x="302414" y="300518"/>
                  <a:pt x="312058" y="315646"/>
                </a:cubicBezTo>
                <a:cubicBezTo>
                  <a:pt x="318258" y="326649"/>
                  <a:pt x="324457" y="338339"/>
                  <a:pt x="329969" y="350030"/>
                </a:cubicBezTo>
                <a:cubicBezTo>
                  <a:pt x="331347" y="353469"/>
                  <a:pt x="333413" y="356220"/>
                  <a:pt x="336857" y="358971"/>
                </a:cubicBezTo>
                <a:cubicBezTo>
                  <a:pt x="340302" y="361721"/>
                  <a:pt x="345124" y="363784"/>
                  <a:pt x="349946" y="362408"/>
                </a:cubicBezTo>
                <a:cubicBezTo>
                  <a:pt x="356834" y="360346"/>
                  <a:pt x="360968" y="356220"/>
                  <a:pt x="362345" y="349343"/>
                </a:cubicBezTo>
                <a:cubicBezTo>
                  <a:pt x="363723" y="343841"/>
                  <a:pt x="363035" y="339028"/>
                  <a:pt x="360968" y="334213"/>
                </a:cubicBezTo>
                <a:cubicBezTo>
                  <a:pt x="358212" y="328024"/>
                  <a:pt x="355456" y="322523"/>
                  <a:pt x="352702" y="316334"/>
                </a:cubicBezTo>
                <a:cubicBezTo>
                  <a:pt x="343057" y="295016"/>
                  <a:pt x="330657" y="275073"/>
                  <a:pt x="314124" y="257881"/>
                </a:cubicBezTo>
                <a:cubicBezTo>
                  <a:pt x="297591" y="241376"/>
                  <a:pt x="278992" y="228999"/>
                  <a:pt x="256949" y="221433"/>
                </a:cubicBezTo>
                <a:cubicBezTo>
                  <a:pt x="252127" y="220058"/>
                  <a:pt x="247305" y="218683"/>
                  <a:pt x="241793" y="217307"/>
                </a:cubicBezTo>
                <a:cubicBezTo>
                  <a:pt x="241793" y="214556"/>
                  <a:pt x="241793" y="211807"/>
                  <a:pt x="241793" y="209056"/>
                </a:cubicBezTo>
                <a:cubicBezTo>
                  <a:pt x="241104" y="204930"/>
                  <a:pt x="240416" y="200115"/>
                  <a:pt x="237660" y="196677"/>
                </a:cubicBezTo>
                <a:cubicBezTo>
                  <a:pt x="230772" y="186362"/>
                  <a:pt x="217683" y="186362"/>
                  <a:pt x="210795" y="196677"/>
                </a:cubicBezTo>
                <a:cubicBezTo>
                  <a:pt x="208039" y="200804"/>
                  <a:pt x="207350" y="205617"/>
                  <a:pt x="207350" y="209743"/>
                </a:cubicBezTo>
                <a:cubicBezTo>
                  <a:pt x="206661" y="212494"/>
                  <a:pt x="206661" y="214556"/>
                  <a:pt x="206661" y="217307"/>
                </a:cubicBezTo>
                <a:cubicBezTo>
                  <a:pt x="205972" y="217995"/>
                  <a:pt x="205283" y="217995"/>
                  <a:pt x="203905" y="217995"/>
                </a:cubicBezTo>
                <a:cubicBezTo>
                  <a:pt x="181861" y="223497"/>
                  <a:pt x="161884" y="233124"/>
                  <a:pt x="144663" y="248253"/>
                </a:cubicBezTo>
                <a:cubicBezTo>
                  <a:pt x="131575" y="259944"/>
                  <a:pt x="120552" y="273698"/>
                  <a:pt x="110908" y="288827"/>
                </a:cubicBezTo>
                <a:cubicBezTo>
                  <a:pt x="101953" y="302580"/>
                  <a:pt x="95065" y="317710"/>
                  <a:pt x="88175" y="332151"/>
                </a:cubicBezTo>
                <a:cubicBezTo>
                  <a:pt x="86798" y="336964"/>
                  <a:pt x="85420" y="341779"/>
                  <a:pt x="86109" y="346592"/>
                </a:cubicBezTo>
                <a:cubicBezTo>
                  <a:pt x="86798" y="354156"/>
                  <a:pt x="89553" y="358971"/>
                  <a:pt x="96441" y="361721"/>
                </a:cubicBezTo>
                <a:cubicBezTo>
                  <a:pt x="103331" y="364472"/>
                  <a:pt x="109530" y="361721"/>
                  <a:pt x="113664" y="356907"/>
                </a:cubicBezTo>
                <a:cubicBezTo>
                  <a:pt x="115730" y="354844"/>
                  <a:pt x="117108" y="352094"/>
                  <a:pt x="118486" y="350030"/>
                </a:cubicBezTo>
                <a:cubicBezTo>
                  <a:pt x="124685" y="339028"/>
                  <a:pt x="130197" y="327337"/>
                  <a:pt x="136397" y="317021"/>
                </a:cubicBezTo>
                <a:cubicBezTo>
                  <a:pt x="145352" y="301205"/>
                  <a:pt x="156374" y="286763"/>
                  <a:pt x="169462" y="274385"/>
                </a:cubicBezTo>
                <a:cubicBezTo>
                  <a:pt x="179106" y="265445"/>
                  <a:pt x="190128" y="258568"/>
                  <a:pt x="202528" y="254442"/>
                </a:cubicBezTo>
                <a:cubicBezTo>
                  <a:pt x="203905" y="253755"/>
                  <a:pt x="205283" y="253067"/>
                  <a:pt x="206661" y="253067"/>
                </a:cubicBezTo>
                <a:close/>
                <a:moveTo>
                  <a:pt x="174285" y="77020"/>
                </a:moveTo>
                <a:cubicBezTo>
                  <a:pt x="173595" y="77707"/>
                  <a:pt x="172217" y="77707"/>
                  <a:pt x="171529" y="78396"/>
                </a:cubicBezTo>
                <a:cubicBezTo>
                  <a:pt x="165329" y="80458"/>
                  <a:pt x="159128" y="81834"/>
                  <a:pt x="152930" y="83897"/>
                </a:cubicBezTo>
                <a:cubicBezTo>
                  <a:pt x="128819" y="92150"/>
                  <a:pt x="106086" y="102465"/>
                  <a:pt x="84731" y="116219"/>
                </a:cubicBezTo>
                <a:cubicBezTo>
                  <a:pt x="75776" y="122408"/>
                  <a:pt x="66820" y="129285"/>
                  <a:pt x="58553" y="137536"/>
                </a:cubicBezTo>
                <a:cubicBezTo>
                  <a:pt x="55799" y="140287"/>
                  <a:pt x="53043" y="143038"/>
                  <a:pt x="51665" y="147164"/>
                </a:cubicBezTo>
                <a:cubicBezTo>
                  <a:pt x="48910" y="154729"/>
                  <a:pt x="52354" y="162980"/>
                  <a:pt x="59931" y="165731"/>
                </a:cubicBezTo>
                <a:cubicBezTo>
                  <a:pt x="64753" y="167795"/>
                  <a:pt x="69576" y="167795"/>
                  <a:pt x="74398" y="166420"/>
                </a:cubicBezTo>
                <a:cubicBezTo>
                  <a:pt x="78532" y="165044"/>
                  <a:pt x="81286" y="162980"/>
                  <a:pt x="84731" y="160918"/>
                </a:cubicBezTo>
                <a:cubicBezTo>
                  <a:pt x="92309" y="155416"/>
                  <a:pt x="100575" y="149228"/>
                  <a:pt x="108842" y="144413"/>
                </a:cubicBezTo>
                <a:cubicBezTo>
                  <a:pt x="128130" y="131347"/>
                  <a:pt x="148796" y="121032"/>
                  <a:pt x="171529" y="113468"/>
                </a:cubicBezTo>
                <a:cubicBezTo>
                  <a:pt x="172217" y="113468"/>
                  <a:pt x="173595" y="112780"/>
                  <a:pt x="174285" y="112780"/>
                </a:cubicBezTo>
                <a:cubicBezTo>
                  <a:pt x="174285" y="125846"/>
                  <a:pt x="174285" y="138911"/>
                  <a:pt x="174285" y="151290"/>
                </a:cubicBezTo>
                <a:cubicBezTo>
                  <a:pt x="173595" y="151978"/>
                  <a:pt x="172907" y="151978"/>
                  <a:pt x="172217" y="152665"/>
                </a:cubicBezTo>
                <a:cubicBezTo>
                  <a:pt x="127441" y="169857"/>
                  <a:pt x="90242" y="198053"/>
                  <a:pt x="61999" y="237250"/>
                </a:cubicBezTo>
                <a:cubicBezTo>
                  <a:pt x="55799" y="245502"/>
                  <a:pt x="50287" y="254442"/>
                  <a:pt x="44776" y="263383"/>
                </a:cubicBezTo>
                <a:cubicBezTo>
                  <a:pt x="42710" y="266134"/>
                  <a:pt x="41332" y="268884"/>
                  <a:pt x="41332" y="271635"/>
                </a:cubicBezTo>
                <a:cubicBezTo>
                  <a:pt x="41332" y="280575"/>
                  <a:pt x="46843" y="288139"/>
                  <a:pt x="55109" y="290203"/>
                </a:cubicBezTo>
                <a:cubicBezTo>
                  <a:pt x="61999" y="292265"/>
                  <a:pt x="67509" y="290203"/>
                  <a:pt x="71642" y="284013"/>
                </a:cubicBezTo>
                <a:cubicBezTo>
                  <a:pt x="73710" y="281262"/>
                  <a:pt x="75776" y="277824"/>
                  <a:pt x="77842" y="275073"/>
                </a:cubicBezTo>
                <a:cubicBezTo>
                  <a:pt x="87486" y="261319"/>
                  <a:pt x="98509" y="248253"/>
                  <a:pt x="110219" y="235875"/>
                </a:cubicBezTo>
                <a:cubicBezTo>
                  <a:pt x="121930" y="223497"/>
                  <a:pt x="134329" y="212494"/>
                  <a:pt x="148107" y="203554"/>
                </a:cubicBezTo>
                <a:cubicBezTo>
                  <a:pt x="163262" y="193926"/>
                  <a:pt x="179795" y="186362"/>
                  <a:pt x="197016" y="181548"/>
                </a:cubicBezTo>
                <a:cubicBezTo>
                  <a:pt x="206661" y="178797"/>
                  <a:pt x="209417" y="173984"/>
                  <a:pt x="209417" y="165044"/>
                </a:cubicBezTo>
                <a:cubicBezTo>
                  <a:pt x="209417" y="129972"/>
                  <a:pt x="209417" y="94901"/>
                  <a:pt x="209417" y="60516"/>
                </a:cubicBezTo>
                <a:cubicBezTo>
                  <a:pt x="209417" y="57766"/>
                  <a:pt x="209417" y="55702"/>
                  <a:pt x="208727" y="53640"/>
                </a:cubicBezTo>
                <a:cubicBezTo>
                  <a:pt x="208727" y="50889"/>
                  <a:pt x="208039" y="47450"/>
                  <a:pt x="205972" y="44699"/>
                </a:cubicBezTo>
                <a:cubicBezTo>
                  <a:pt x="201839" y="37823"/>
                  <a:pt x="192884" y="35072"/>
                  <a:pt x="185306" y="38510"/>
                </a:cubicBezTo>
                <a:cubicBezTo>
                  <a:pt x="179795" y="41948"/>
                  <a:pt x="176351" y="46763"/>
                  <a:pt x="174973" y="52951"/>
                </a:cubicBezTo>
                <a:cubicBezTo>
                  <a:pt x="174973" y="55702"/>
                  <a:pt x="174973" y="58453"/>
                  <a:pt x="174285" y="61891"/>
                </a:cubicBezTo>
                <a:cubicBezTo>
                  <a:pt x="174285" y="66705"/>
                  <a:pt x="174285" y="72207"/>
                  <a:pt x="174285" y="77020"/>
                </a:cubicBezTo>
                <a:close/>
                <a:moveTo>
                  <a:pt x="274170" y="77020"/>
                </a:moveTo>
                <a:cubicBezTo>
                  <a:pt x="274170" y="75645"/>
                  <a:pt x="274170" y="74270"/>
                  <a:pt x="274170" y="72894"/>
                </a:cubicBezTo>
                <a:cubicBezTo>
                  <a:pt x="274170" y="67393"/>
                  <a:pt x="274170" y="61891"/>
                  <a:pt x="274170" y="56391"/>
                </a:cubicBezTo>
                <a:cubicBezTo>
                  <a:pt x="273482" y="52264"/>
                  <a:pt x="272792" y="48138"/>
                  <a:pt x="270036" y="44699"/>
                </a:cubicBezTo>
                <a:cubicBezTo>
                  <a:pt x="265904" y="39197"/>
                  <a:pt x="260393" y="36448"/>
                  <a:pt x="253503" y="37135"/>
                </a:cubicBezTo>
                <a:cubicBezTo>
                  <a:pt x="246615" y="38510"/>
                  <a:pt x="242482" y="42636"/>
                  <a:pt x="240416" y="48825"/>
                </a:cubicBezTo>
                <a:cubicBezTo>
                  <a:pt x="239726" y="51576"/>
                  <a:pt x="239038" y="55015"/>
                  <a:pt x="239038" y="58453"/>
                </a:cubicBezTo>
                <a:cubicBezTo>
                  <a:pt x="239038" y="94212"/>
                  <a:pt x="239038" y="129972"/>
                  <a:pt x="239038" y="166420"/>
                </a:cubicBezTo>
                <a:cubicBezTo>
                  <a:pt x="239038" y="166420"/>
                  <a:pt x="239038" y="167107"/>
                  <a:pt x="239038" y="167107"/>
                </a:cubicBezTo>
                <a:cubicBezTo>
                  <a:pt x="239038" y="172608"/>
                  <a:pt x="241793" y="176734"/>
                  <a:pt x="246615" y="178797"/>
                </a:cubicBezTo>
                <a:cubicBezTo>
                  <a:pt x="248683" y="180172"/>
                  <a:pt x="251437" y="180861"/>
                  <a:pt x="254193" y="181548"/>
                </a:cubicBezTo>
                <a:cubicBezTo>
                  <a:pt x="266592" y="185674"/>
                  <a:pt x="278992" y="190489"/>
                  <a:pt x="290015" y="196677"/>
                </a:cubicBezTo>
                <a:cubicBezTo>
                  <a:pt x="309302" y="206992"/>
                  <a:pt x="325835" y="220746"/>
                  <a:pt x="339613" y="236563"/>
                </a:cubicBezTo>
                <a:cubicBezTo>
                  <a:pt x="353390" y="251004"/>
                  <a:pt x="365101" y="266821"/>
                  <a:pt x="376123" y="283326"/>
                </a:cubicBezTo>
                <a:cubicBezTo>
                  <a:pt x="376812" y="284013"/>
                  <a:pt x="377501" y="285388"/>
                  <a:pt x="378189" y="286076"/>
                </a:cubicBezTo>
                <a:cubicBezTo>
                  <a:pt x="380945" y="289514"/>
                  <a:pt x="384390" y="290890"/>
                  <a:pt x="388522" y="290890"/>
                </a:cubicBezTo>
                <a:cubicBezTo>
                  <a:pt x="402300" y="290890"/>
                  <a:pt x="411944" y="276449"/>
                  <a:pt x="404367" y="264070"/>
                </a:cubicBezTo>
                <a:cubicBezTo>
                  <a:pt x="400233" y="257193"/>
                  <a:pt x="396789" y="251004"/>
                  <a:pt x="391966" y="244127"/>
                </a:cubicBezTo>
                <a:cubicBezTo>
                  <a:pt x="363723" y="203554"/>
                  <a:pt x="326525" y="172608"/>
                  <a:pt x="280370" y="154041"/>
                </a:cubicBezTo>
                <a:cubicBezTo>
                  <a:pt x="278303" y="153354"/>
                  <a:pt x="276236" y="152665"/>
                  <a:pt x="274170" y="151290"/>
                </a:cubicBezTo>
                <a:cubicBezTo>
                  <a:pt x="274170" y="138224"/>
                  <a:pt x="274170" y="125846"/>
                  <a:pt x="274170" y="112780"/>
                </a:cubicBezTo>
                <a:cubicBezTo>
                  <a:pt x="274858" y="112780"/>
                  <a:pt x="274858" y="112780"/>
                  <a:pt x="274858" y="112780"/>
                </a:cubicBezTo>
                <a:cubicBezTo>
                  <a:pt x="276236" y="113468"/>
                  <a:pt x="276926" y="113468"/>
                  <a:pt x="277614" y="113468"/>
                </a:cubicBezTo>
                <a:cubicBezTo>
                  <a:pt x="302414" y="121719"/>
                  <a:pt x="325835" y="134098"/>
                  <a:pt x="347190" y="149228"/>
                </a:cubicBezTo>
                <a:cubicBezTo>
                  <a:pt x="353390" y="153354"/>
                  <a:pt x="359590" y="158167"/>
                  <a:pt x="366479" y="162293"/>
                </a:cubicBezTo>
                <a:cubicBezTo>
                  <a:pt x="371301" y="166420"/>
                  <a:pt x="376812" y="167795"/>
                  <a:pt x="383012" y="167107"/>
                </a:cubicBezTo>
                <a:cubicBezTo>
                  <a:pt x="394722" y="166420"/>
                  <a:pt x="400922" y="155416"/>
                  <a:pt x="396100" y="145101"/>
                </a:cubicBezTo>
                <a:cubicBezTo>
                  <a:pt x="394034" y="141662"/>
                  <a:pt x="391966" y="138911"/>
                  <a:pt x="389900" y="136849"/>
                </a:cubicBezTo>
                <a:cubicBezTo>
                  <a:pt x="378189" y="125158"/>
                  <a:pt x="364413" y="116219"/>
                  <a:pt x="350634" y="107967"/>
                </a:cubicBezTo>
                <a:cubicBezTo>
                  <a:pt x="330657" y="96963"/>
                  <a:pt x="309992" y="88711"/>
                  <a:pt x="287947" y="81834"/>
                </a:cubicBezTo>
                <a:cubicBezTo>
                  <a:pt x="283815" y="79771"/>
                  <a:pt x="278992" y="78396"/>
                  <a:pt x="274170" y="770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AutoShape 54"/>
          <p:cNvSpPr/>
          <p:nvPr/>
        </p:nvSpPr>
        <p:spPr>
          <a:xfrm>
            <a:off x="876300" y="2540000"/>
            <a:ext cx="2032000" cy="762000"/>
          </a:xfrm>
          <a:prstGeom prst="roundRect">
            <a:avLst>
              <a:gd name="adj" fmla="val 0"/>
            </a:avLst>
          </a:prstGeom>
          <a:noFill/>
          <a:ln w="25400" cap="flat" cmpd="sng">
            <a:noFill/>
            <a:prstDash val="solid"/>
            <a:round/>
          </a:ln>
        </p:spPr>
        <p:txBody>
          <a:bodyPr vert="horz" wrap="none" lIns="88900" tIns="50800" rIns="88900" bIns="50800" rtlCol="0" anchor="ctr" anchorCtr="0"/>
          <a:lstStyle/>
          <a:p>
            <a:pPr indent="0" algn="l">
              <a:lnSpc>
                <a:spcPct val="100000"/>
              </a:lnSpc>
              <a:defRPr/>
            </a:pPr>
            <a:r>
              <a:rPr lang="en-US" sz="4000" b="1" i="0" u="none" strike="noStrike">
                <a:solidFill>
                  <a:srgbClr val="FFFFFF"/>
                </a:solidFill>
                <a:latin typeface="Arial" panose="020B0604020202020204"/>
                <a:ea typeface="Arial" panose="020B0604020202020204"/>
                <a:cs typeface="Arial" panose="020B0604020202020204"/>
                <a:sym typeface="Arial" panose="020B0604020202020204"/>
              </a:rPr>
              <a:t>PART 02</a:t>
            </a:r>
            <a:endParaRPr lang="en-US" sz="1100"/>
          </a:p>
        </p:txBody>
      </p:sp>
      <p:sp>
        <p:nvSpPr>
          <p:cNvPr id="55" name="AutoShape 55"/>
          <p:cNvSpPr/>
          <p:nvPr/>
        </p:nvSpPr>
        <p:spPr>
          <a:xfrm>
            <a:off x="3048000" y="2540000"/>
            <a:ext cx="7366000" cy="1143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策略的整体流程和核心代码</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策略整体流程图解</a:t>
            </a:r>
            <a:endParaRPr lang="en-US" sz="1100"/>
          </a:p>
        </p:txBody>
      </p:sp>
      <p:sp>
        <p:nvSpPr>
          <p:cNvPr id="56" name="AutoShape 56"/>
          <p:cNvSpPr/>
          <p:nvPr/>
        </p:nvSpPr>
        <p:spPr>
          <a:xfrm>
            <a:off x="444500" y="1016000"/>
            <a:ext cx="11176000" cy="444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14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本策略的执行流程可概括为六个核心步骤，形成每日循环的自动化闭环交易系统，确保策略逻辑的严格执行。</a:t>
            </a:r>
            <a:endParaRPr lang="en-US" sz="1100"/>
          </a:p>
        </p:txBody>
      </p:sp>
      <p:sp>
        <p:nvSpPr>
          <p:cNvPr id="57" name="AutoShape 57"/>
          <p:cNvSpPr/>
          <p:nvPr/>
        </p:nvSpPr>
        <p:spPr>
          <a:xfrm>
            <a:off x="508000" y="1651000"/>
            <a:ext cx="3556000" cy="1905000"/>
          </a:xfrm>
          <a:prstGeom prst="roundRect">
            <a:avLst>
              <a:gd name="adj" fmla="val 8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8" name="Picture 5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905000"/>
            <a:ext cx="508000" cy="508000"/>
          </a:xfrm>
          <a:prstGeom prst="rect">
            <a:avLst/>
          </a:prstGeom>
        </p:spPr>
      </p:pic>
      <p:sp>
        <p:nvSpPr>
          <p:cNvPr id="59" name="AutoShape 59"/>
          <p:cNvSpPr/>
          <p:nvPr/>
        </p:nvSpPr>
        <p:spPr>
          <a:xfrm>
            <a:off x="1524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01. 每日开盘前</a:t>
            </a:r>
            <a:endParaRPr lang="en-US" sz="1100"/>
          </a:p>
        </p:txBody>
      </p:sp>
      <p:sp>
        <p:nvSpPr>
          <p:cNvPr id="60" name="AutoShape 60"/>
          <p:cNvSpPr/>
          <p:nvPr/>
        </p:nvSpPr>
        <p:spPr>
          <a:xfrm>
            <a:off x="762000" y="2540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自动获取最新的业绩预告数据、当前持仓股票列表以及全市场股票的实时状态，为后续筛选做准备。</a:t>
            </a:r>
            <a:endParaRPr lang="en-US" sz="1100"/>
          </a:p>
        </p:txBody>
      </p:sp>
      <p:sp>
        <p:nvSpPr>
          <p:cNvPr id="61" name="AutoShape 61"/>
          <p:cNvSpPr/>
          <p:nvPr/>
        </p:nvSpPr>
        <p:spPr>
          <a:xfrm>
            <a:off x="4318000" y="1651000"/>
            <a:ext cx="3556000" cy="1905000"/>
          </a:xfrm>
          <a:prstGeom prst="roundRect">
            <a:avLst>
              <a:gd name="adj" fmla="val 8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2" name="Picture 6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905000"/>
            <a:ext cx="508000" cy="508000"/>
          </a:xfrm>
          <a:prstGeom prst="rect">
            <a:avLst/>
          </a:prstGeom>
        </p:spPr>
      </p:pic>
      <p:sp>
        <p:nvSpPr>
          <p:cNvPr id="63" name="AutoShape 63"/>
          <p:cNvSpPr/>
          <p:nvPr/>
        </p:nvSpPr>
        <p:spPr>
          <a:xfrm>
            <a:off x="5334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02. 事件筛选</a:t>
            </a:r>
            <a:endParaRPr lang="en-US" sz="1100"/>
          </a:p>
        </p:txBody>
      </p:sp>
      <p:sp>
        <p:nvSpPr>
          <p:cNvPr id="64" name="AutoShape 64"/>
          <p:cNvSpPr/>
          <p:nvPr/>
        </p:nvSpPr>
        <p:spPr>
          <a:xfrm>
            <a:off x="4572000" y="2540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依据预设的量化条件（如净利润同比增长≥50%），对全市场股票进行初筛，生成初步的备选股票池。</a:t>
            </a:r>
            <a:endParaRPr lang="en-US" sz="1100"/>
          </a:p>
        </p:txBody>
      </p:sp>
      <p:sp>
        <p:nvSpPr>
          <p:cNvPr id="65" name="AutoShape 65"/>
          <p:cNvSpPr/>
          <p:nvPr/>
        </p:nvSpPr>
        <p:spPr>
          <a:xfrm>
            <a:off x="8128000" y="1651000"/>
            <a:ext cx="3556000" cy="1905000"/>
          </a:xfrm>
          <a:prstGeom prst="roundRect">
            <a:avLst>
              <a:gd name="adj" fmla="val 8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6" name="Picture 6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508000" cy="508000"/>
          </a:xfrm>
          <a:prstGeom prst="rect">
            <a:avLst/>
          </a:prstGeom>
        </p:spPr>
      </p:pic>
      <p:sp>
        <p:nvSpPr>
          <p:cNvPr id="67" name="AutoShape 67"/>
          <p:cNvSpPr/>
          <p:nvPr/>
        </p:nvSpPr>
        <p:spPr>
          <a:xfrm>
            <a:off x="9144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03. 股票池过滤</a:t>
            </a:r>
            <a:endParaRPr lang="en-US" sz="1100"/>
          </a:p>
        </p:txBody>
      </p:sp>
      <p:sp>
        <p:nvSpPr>
          <p:cNvPr id="68" name="AutoShape 68"/>
          <p:cNvSpPr/>
          <p:nvPr/>
        </p:nvSpPr>
        <p:spPr>
          <a:xfrm>
            <a:off x="8382000" y="2540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剔除掉ST股、当日停牌股以及上市未满一年的次新股，排除高风险标的，进一步确保股票池的质量。</a:t>
            </a:r>
            <a:endParaRPr lang="en-US" sz="1100"/>
          </a:p>
        </p:txBody>
      </p:sp>
      <p:sp>
        <p:nvSpPr>
          <p:cNvPr id="69" name="AutoShape 69"/>
          <p:cNvSpPr/>
          <p:nvPr/>
        </p:nvSpPr>
        <p:spPr>
          <a:xfrm>
            <a:off x="508000" y="3810000"/>
            <a:ext cx="3556000" cy="1905000"/>
          </a:xfrm>
          <a:prstGeom prst="roundRect">
            <a:avLst>
              <a:gd name="adj" fmla="val 8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0" name="Picture 7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064000"/>
            <a:ext cx="508000" cy="508000"/>
          </a:xfrm>
          <a:prstGeom prst="rect">
            <a:avLst/>
          </a:prstGeom>
        </p:spPr>
      </p:pic>
      <p:sp>
        <p:nvSpPr>
          <p:cNvPr id="71" name="AutoShape 71"/>
          <p:cNvSpPr/>
          <p:nvPr/>
        </p:nvSpPr>
        <p:spPr>
          <a:xfrm>
            <a:off x="1524000" y="4064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04. 调仓逻辑</a:t>
            </a:r>
            <a:endParaRPr lang="en-US" sz="1100"/>
          </a:p>
        </p:txBody>
      </p:sp>
      <p:sp>
        <p:nvSpPr>
          <p:cNvPr id="72" name="AutoShape 72"/>
          <p:cNvSpPr/>
          <p:nvPr/>
        </p:nvSpPr>
        <p:spPr>
          <a:xfrm>
            <a:off x="762000" y="4699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执行动态调仓：卖出持仓中不再符合筛选条件的股票，同时等权买入新筛选出的符合条件的标的。</a:t>
            </a:r>
            <a:endParaRPr lang="en-US" sz="1100"/>
          </a:p>
        </p:txBody>
      </p:sp>
      <p:sp>
        <p:nvSpPr>
          <p:cNvPr id="73" name="AutoShape 73"/>
          <p:cNvSpPr/>
          <p:nvPr/>
        </p:nvSpPr>
        <p:spPr>
          <a:xfrm>
            <a:off x="4318000" y="3810000"/>
            <a:ext cx="3556000" cy="1905000"/>
          </a:xfrm>
          <a:prstGeom prst="roundRect">
            <a:avLst>
              <a:gd name="adj" fmla="val 8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4" name="Picture 7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4064000"/>
            <a:ext cx="508000" cy="508000"/>
          </a:xfrm>
          <a:prstGeom prst="rect">
            <a:avLst/>
          </a:prstGeom>
        </p:spPr>
      </p:pic>
      <p:sp>
        <p:nvSpPr>
          <p:cNvPr id="75" name="AutoShape 75"/>
          <p:cNvSpPr/>
          <p:nvPr/>
        </p:nvSpPr>
        <p:spPr>
          <a:xfrm>
            <a:off x="5334000" y="4064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05. 仓位控制</a:t>
            </a:r>
            <a:endParaRPr lang="en-US" sz="1100"/>
          </a:p>
        </p:txBody>
      </p:sp>
      <p:sp>
        <p:nvSpPr>
          <p:cNvPr id="76" name="AutoShape 76"/>
          <p:cNvSpPr/>
          <p:nvPr/>
        </p:nvSpPr>
        <p:spPr>
          <a:xfrm>
            <a:off x="4572000" y="4699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设置单只股票的仓位上限（如10%），严格控制个股风险敞口，确保投资组合的整体稳健性。</a:t>
            </a:r>
            <a:endParaRPr lang="en-US" sz="1100"/>
          </a:p>
        </p:txBody>
      </p:sp>
      <p:sp>
        <p:nvSpPr>
          <p:cNvPr id="77" name="AutoShape 77"/>
          <p:cNvSpPr/>
          <p:nvPr/>
        </p:nvSpPr>
        <p:spPr>
          <a:xfrm>
            <a:off x="8128000" y="3810000"/>
            <a:ext cx="3556000" cy="1905000"/>
          </a:xfrm>
          <a:prstGeom prst="roundRect">
            <a:avLst>
              <a:gd name="adj" fmla="val 8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8" name="Picture 7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4064000"/>
            <a:ext cx="508000" cy="508000"/>
          </a:xfrm>
          <a:prstGeom prst="rect">
            <a:avLst/>
          </a:prstGeom>
        </p:spPr>
      </p:pic>
      <p:sp>
        <p:nvSpPr>
          <p:cNvPr id="79" name="AutoShape 79"/>
          <p:cNvSpPr/>
          <p:nvPr/>
        </p:nvSpPr>
        <p:spPr>
          <a:xfrm>
            <a:off x="9144000" y="4064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06. 执行交易</a:t>
            </a:r>
            <a:endParaRPr lang="en-US" sz="1100"/>
          </a:p>
        </p:txBody>
      </p:sp>
      <p:sp>
        <p:nvSpPr>
          <p:cNvPr id="80" name="AutoShape 80"/>
          <p:cNvSpPr/>
          <p:nvPr/>
        </p:nvSpPr>
        <p:spPr>
          <a:xfrm>
            <a:off x="8382000" y="4699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自动下达最终交易指令，更新系统持仓记录，并归档当日交易数据，完成当日循环，等待下一交易日。</a:t>
            </a:r>
            <a:endParaRPr lang="en-US" sz="1100"/>
          </a:p>
        </p:txBody>
      </p:sp>
      <p:sp>
        <p:nvSpPr>
          <p:cNvPr id="81" name="AutoShape 81"/>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82" name="AutoShape 82"/>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核心逻辑详解</a:t>
            </a:r>
            <a:endParaRPr lang="en-US" sz="1100"/>
          </a:p>
        </p:txBody>
      </p:sp>
      <p:sp>
        <p:nvSpPr>
          <p:cNvPr id="56" name="AutoShape 56"/>
          <p:cNvSpPr/>
          <p:nvPr/>
        </p:nvSpPr>
        <p:spPr>
          <a:xfrm>
            <a:off x="444500" y="1270000"/>
            <a:ext cx="5461000" cy="2222500"/>
          </a:xfrm>
          <a:prstGeom prst="roundRect">
            <a:avLst>
              <a:gd name="adj" fmla="val 6857"/>
            </a:avLst>
          </a:prstGeom>
          <a:solidFill>
            <a:srgbClr val="F9F5F5">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7" name="Picture 5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524000"/>
            <a:ext cx="609600" cy="609600"/>
          </a:xfrm>
          <a:prstGeom prst="rect">
            <a:avLst/>
          </a:prstGeom>
        </p:spPr>
      </p:pic>
      <p:sp>
        <p:nvSpPr>
          <p:cNvPr id="58" name="AutoShape 58"/>
          <p:cNvSpPr/>
          <p:nvPr/>
        </p:nvSpPr>
        <p:spPr>
          <a:xfrm>
            <a:off x="1524000" y="1524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01. 事件定义 (Event Definition)</a:t>
            </a:r>
            <a:endParaRPr lang="en-US" sz="1100"/>
          </a:p>
        </p:txBody>
      </p:sp>
      <p:sp>
        <p:nvSpPr>
          <p:cNvPr id="59" name="AutoShape 59"/>
          <p:cNvSpPr/>
          <p:nvPr/>
        </p:nvSpPr>
        <p:spPr>
          <a:xfrm>
            <a:off x="1524000" y="2032000"/>
            <a:ext cx="4064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核心条件：满足“预增/略增/扭亏”类型，且</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归母净利润同比增长下限 ≥ 50%</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的业绩预告公告。</a:t>
            </a:r>
            <a:endParaRPr lang="en-US" sz="1100"/>
          </a:p>
        </p:txBody>
      </p:sp>
      <p:sp>
        <p:nvSpPr>
          <p:cNvPr id="60" name="AutoShape 60"/>
          <p:cNvSpPr/>
          <p:nvPr/>
        </p:nvSpPr>
        <p:spPr>
          <a:xfrm>
            <a:off x="6159500" y="1270000"/>
            <a:ext cx="5461000" cy="2222500"/>
          </a:xfrm>
          <a:prstGeom prst="roundRect">
            <a:avLst>
              <a:gd name="adj" fmla="val 6857"/>
            </a:avLst>
          </a:prstGeom>
          <a:solidFill>
            <a:srgbClr val="F9F5F5">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61" name="Picture 6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524000"/>
            <a:ext cx="609600" cy="609600"/>
          </a:xfrm>
          <a:prstGeom prst="rect">
            <a:avLst/>
          </a:prstGeom>
        </p:spPr>
      </p:pic>
      <p:sp>
        <p:nvSpPr>
          <p:cNvPr id="62" name="AutoShape 62"/>
          <p:cNvSpPr/>
          <p:nvPr/>
        </p:nvSpPr>
        <p:spPr>
          <a:xfrm>
            <a:off x="7239000" y="1524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02. 数据获取 (Data Acquisition)</a:t>
            </a:r>
            <a:endParaRPr lang="en-US" sz="1100"/>
          </a:p>
        </p:txBody>
      </p:sp>
      <p:sp>
        <p:nvSpPr>
          <p:cNvPr id="63" name="AutoShape 63"/>
          <p:cNvSpPr/>
          <p:nvPr/>
        </p:nvSpPr>
        <p:spPr>
          <a:xfrm>
            <a:off x="7239000" y="2032000"/>
            <a:ext cx="4064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数据源：基于</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聚宽 (JoinQuant)</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金融数据平台，通过 `get_fundamentals` 接口精准获取上市公司业绩预告原始数据。</a:t>
            </a:r>
            <a:endParaRPr lang="en-US" sz="1100"/>
          </a:p>
        </p:txBody>
      </p:sp>
      <p:sp>
        <p:nvSpPr>
          <p:cNvPr id="64" name="AutoShape 64"/>
          <p:cNvSpPr/>
          <p:nvPr/>
        </p:nvSpPr>
        <p:spPr>
          <a:xfrm>
            <a:off x="444500" y="3683000"/>
            <a:ext cx="5461000" cy="2222500"/>
          </a:xfrm>
          <a:prstGeom prst="roundRect">
            <a:avLst>
              <a:gd name="adj" fmla="val 6857"/>
            </a:avLst>
          </a:prstGeom>
          <a:solidFill>
            <a:srgbClr val="F9F5F5">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65" name="Picture 6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3937000"/>
            <a:ext cx="609600" cy="609600"/>
          </a:xfrm>
          <a:prstGeom prst="rect">
            <a:avLst/>
          </a:prstGeom>
        </p:spPr>
      </p:pic>
      <p:sp>
        <p:nvSpPr>
          <p:cNvPr id="66" name="AutoShape 66"/>
          <p:cNvSpPr/>
          <p:nvPr/>
        </p:nvSpPr>
        <p:spPr>
          <a:xfrm>
            <a:off x="1524000" y="3937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03. 股票池过滤 (Universe Filtering)</a:t>
            </a:r>
            <a:endParaRPr lang="en-US" sz="1100"/>
          </a:p>
        </p:txBody>
      </p:sp>
      <p:sp>
        <p:nvSpPr>
          <p:cNvPr id="67" name="AutoShape 67"/>
          <p:cNvSpPr/>
          <p:nvPr/>
        </p:nvSpPr>
        <p:spPr>
          <a:xfrm>
            <a:off x="1524000" y="4445000"/>
            <a:ext cx="4064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过滤规则：剔除高风险与流动性不足标的，包括</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ST/*ST股票</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停牌股票</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以及上市时间不足</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60天</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的次新股。</a:t>
            </a:r>
            <a:endParaRPr lang="en-US" sz="1100"/>
          </a:p>
        </p:txBody>
      </p:sp>
      <p:sp>
        <p:nvSpPr>
          <p:cNvPr id="68" name="AutoShape 68"/>
          <p:cNvSpPr/>
          <p:nvPr/>
        </p:nvSpPr>
        <p:spPr>
          <a:xfrm>
            <a:off x="6159500" y="3683000"/>
            <a:ext cx="5461000" cy="2222500"/>
          </a:xfrm>
          <a:prstGeom prst="roundRect">
            <a:avLst>
              <a:gd name="adj" fmla="val 6857"/>
            </a:avLst>
          </a:prstGeom>
          <a:solidFill>
            <a:srgbClr val="F9F5F5">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69" name="Picture 6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3937000"/>
            <a:ext cx="609600" cy="609600"/>
          </a:xfrm>
          <a:prstGeom prst="rect">
            <a:avLst/>
          </a:prstGeom>
        </p:spPr>
      </p:pic>
      <p:sp>
        <p:nvSpPr>
          <p:cNvPr id="70" name="AutoShape 70"/>
          <p:cNvSpPr/>
          <p:nvPr/>
        </p:nvSpPr>
        <p:spPr>
          <a:xfrm>
            <a:off x="7239000" y="3937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04. 调仓逻辑 (Rebalancing Logic)</a:t>
            </a:r>
            <a:endParaRPr lang="en-US" sz="1100"/>
          </a:p>
        </p:txBody>
      </p:sp>
      <p:sp>
        <p:nvSpPr>
          <p:cNvPr id="71" name="AutoShape 71"/>
          <p:cNvSpPr/>
          <p:nvPr/>
        </p:nvSpPr>
        <p:spPr>
          <a:xfrm>
            <a:off x="7239000" y="4445000"/>
            <a:ext cx="4064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策略执行：</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每日调仓</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，卖出非目标池股票；等权买入新标的，单票仓位上限</a:t>
            </a:r>
            <a:r>
              <a:rPr lang="en-US" sz="12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10%</a:t>
            </a:r>
            <a:r>
              <a:rPr lang="en-US" sz="12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，控制回撤风险。</a:t>
            </a:r>
            <a:endParaRPr lang="en-US" sz="1100"/>
          </a:p>
        </p:txBody>
      </p:sp>
      <p:sp>
        <p:nvSpPr>
          <p:cNvPr id="72" name="AutoShape 72"/>
          <p:cNvSpPr/>
          <p:nvPr/>
        </p:nvSpPr>
        <p:spPr>
          <a:xfrm>
            <a:off x="444500" y="60960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73" name="AutoShape 73"/>
          <p:cNvSpPr/>
          <p:nvPr/>
        </p:nvSpPr>
        <p:spPr>
          <a:xfrm>
            <a:off x="9004300" y="60960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04 / 20 &gt;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聚宽平台核心代码实现</a:t>
            </a:r>
            <a:endParaRPr lang="en-US" sz="1100"/>
          </a:p>
        </p:txBody>
      </p:sp>
      <p:sp>
        <p:nvSpPr>
          <p:cNvPr id="56" name="AutoShape 56"/>
          <p:cNvSpPr/>
          <p:nvPr/>
        </p:nvSpPr>
        <p:spPr>
          <a:xfrm>
            <a:off x="444500" y="1079500"/>
            <a:ext cx="11176000" cy="889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4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本页展示了在聚宽(JoinQuant)平台上实现量化策略的核心代码逻辑。代码主要由初始化函数(initialize)和每日交易函数(trade)两部分组成，完整实现了从业绩预告数据筛选、股票池有效性过滤到动态持仓调仓的全流程闭环。</a:t>
            </a:r>
            <a:endParaRPr lang="en-US" sz="1100"/>
          </a:p>
        </p:txBody>
      </p:sp>
      <p:sp>
        <p:nvSpPr>
          <p:cNvPr id="57" name="AutoShape 57"/>
          <p:cNvSpPr/>
          <p:nvPr/>
        </p:nvSpPr>
        <p:spPr>
          <a:xfrm>
            <a:off x="444500" y="2032000"/>
            <a:ext cx="11303000" cy="3810000"/>
          </a:xfrm>
          <a:prstGeom prst="roundRect">
            <a:avLst>
              <a:gd name="adj" fmla="val 3333"/>
            </a:avLst>
          </a:prstGeom>
          <a:solidFill>
            <a:srgbClr val="282C34">
              <a:alpha val="100000"/>
            </a:srgbClr>
          </a:solidFill>
          <a:ln w="12700" cap="flat" cmpd="sng">
            <a:solidFill>
              <a:srgbClr val="646464">
                <a:alpha val="100000"/>
              </a:srgbClr>
            </a:solidFill>
            <a:prstDash val="solid"/>
            <a:round/>
          </a:ln>
        </p:spPr>
        <p:txBody>
          <a:bodyPr vert="horz" wrap="square" lIns="63500" tIns="63500" rIns="63500" bIns="63500" rtlCol="0" anchor="ctr"/>
          <a:lstStyle/>
          <a:p>
            <a:pPr algn="ctr">
              <a:defRPr/>
            </a:pPr>
          </a:p>
        </p:txBody>
      </p:sp>
      <p:sp>
        <p:nvSpPr>
          <p:cNvPr id="58" name="AutoShape 58"/>
          <p:cNvSpPr/>
          <p:nvPr/>
        </p:nvSpPr>
        <p:spPr>
          <a:xfrm>
            <a:off x="635000" y="2159000"/>
            <a:ext cx="10922000" cy="3556000"/>
          </a:xfrm>
          <a:prstGeom prst="rect">
            <a:avLst/>
          </a:prstGeom>
          <a:noFill/>
          <a:ln w="12700" cap="flat" cmpd="sng">
            <a:noFill/>
            <a:prstDash val="solid"/>
            <a:round/>
          </a:ln>
        </p:spPr>
        <p:txBody>
          <a:bodyPr vert="horz" wrap="square" lIns="127000" tIns="101600" rIns="127000" bIns="101600" rtlCol="0" anchor="t" anchorCtr="0"/>
          <a:lstStyle/>
          <a:p>
            <a:pPr indent="0" algn="l">
              <a:lnSpc>
                <a:spcPct val="100000"/>
              </a:lnSpc>
              <a:defRPr/>
            </a:pPr>
            <a:r>
              <a:rPr lang="en-US" sz="1000" b="0" i="0" u="none" strike="noStrike">
                <a:solidFill>
                  <a:srgbClr val="C678DD"/>
                </a:solidFill>
                <a:latin typeface="Consolas" panose="020B0609020204030204"/>
                <a:ea typeface="Consolas" panose="020B0609020204030204"/>
                <a:cs typeface="Consolas" panose="020B0609020204030204"/>
                <a:sym typeface="Consolas" panose="020B0609020204030204"/>
              </a:rPr>
              <a:t># 导入必要的库 &amp; 初始化策略</a:t>
            </a:r>
            <a:endParaRPr lang="en-US" sz="1100"/>
          </a:p>
          <a:p>
            <a:pPr indent="0" algn="l">
              <a:lnSpc>
                <a:spcPct val="100000"/>
              </a:lnSpc>
            </a:pP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import</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pandas</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as</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pd</a:t>
            </a:r>
            <a:endPar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def</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initialize(context):</a:t>
            </a:r>
            <a:endPar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set_benchmark(</a:t>
            </a:r>
            <a:r>
              <a:rPr lang="en-US" sz="1000" b="0" i="0" u="none" strike="noStrike">
                <a:solidFill>
                  <a:srgbClr val="98C379"/>
                </a:solidFill>
                <a:latin typeface="Consolas" panose="020B0609020204030204"/>
                <a:ea typeface="Consolas" panose="020B0609020204030204"/>
                <a:cs typeface="Consolas" panose="020B0609020204030204"/>
                <a:sym typeface="Consolas" panose="020B0609020204030204"/>
              </a:rPr>
              <a:t>'000300.XSHG'</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 set_order_cost(OrderCost(...), type=</a:t>
            </a:r>
            <a:r>
              <a:rPr lang="en-US" sz="1000" b="0" i="0" u="none" strike="noStrike">
                <a:solidFill>
                  <a:srgbClr val="98C379"/>
                </a:solidFill>
                <a:latin typeface="Consolas" panose="020B0609020204030204"/>
                <a:ea typeface="Consolas" panose="020B0609020204030204"/>
                <a:cs typeface="Consolas" panose="020B0609020204030204"/>
                <a:sym typeface="Consolas" panose="020B0609020204030204"/>
              </a:rPr>
              <a:t>'stock'</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endPar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run_daily(trade, time=</a:t>
            </a:r>
            <a:r>
              <a:rPr lang="en-US" sz="1000" b="0" i="0" u="none" strike="noStrike">
                <a:solidFill>
                  <a:srgbClr val="98C379"/>
                </a:solidFill>
                <a:latin typeface="Consolas" panose="020B0609020204030204"/>
                <a:ea typeface="Consolas" panose="020B0609020204030204"/>
                <a:cs typeface="Consolas" panose="020B0609020204030204"/>
                <a:sym typeface="Consolas" panose="020B0609020204030204"/>
              </a:rPr>
              <a:t>'09:30'</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rPr>
              <a:t># 每日开盘后执行调仓逻辑</a:t>
            </a:r>
            <a:endPar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p>
          <a:p>
            <a:pPr indent="0" algn="l">
              <a:lnSpc>
                <a:spcPct val="100000"/>
              </a:lnSpc>
            </a:pPr>
            <a:r>
              <a:rPr lang="en-US" sz="1000" b="0" i="0" u="none" strike="noStrike">
                <a:solidFill>
                  <a:srgbClr val="C678DD"/>
                </a:solidFill>
                <a:latin typeface="Consolas" panose="020B0609020204030204"/>
                <a:ea typeface="Consolas" panose="020B0609020204030204"/>
                <a:cs typeface="Consolas" panose="020B0609020204030204"/>
                <a:sym typeface="Consolas" panose="020B0609020204030204"/>
              </a:rPr>
              <a:t># 核心交易逻辑：数据筛选 -&gt; 股票过滤 -&gt; 动态调仓</a:t>
            </a:r>
            <a:endParaRPr lang="en-US" sz="1000" b="0" i="0" u="none" strike="noStrike">
              <a:solidFill>
                <a:srgbClr val="C678DD"/>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def</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trade(context):</a:t>
            </a:r>
            <a:endPar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df = get_fundamentals(query(...).filter(performance_forecast.inc_net_profit_ratio &gt;= 50))</a:t>
            </a:r>
            <a:r>
              <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rPr>
              <a:t># 增长≥50%</a:t>
            </a:r>
            <a:endPar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stock_list = [s</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for</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in</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df.code</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if not</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is_st_stock(s)</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and not</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is_suspended(s)]</a:t>
            </a:r>
            <a:r>
              <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rPr>
              <a:t># 剔除风险股</a:t>
            </a:r>
            <a:endPar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[order_target_percent(stock, 0)</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for</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stock</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in</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context.portfolio.positions</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if</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stock</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not in</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stock_list]</a:t>
            </a:r>
            <a:r>
              <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rPr>
              <a:t># 卖出持仓外股票</a:t>
            </a:r>
            <a:endPar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weight = min(0.1, 1/len(stock_list))</a:t>
            </a:r>
            <a:r>
              <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rPr>
              <a:t># 等权分配，单票不超10%</a:t>
            </a:r>
            <a:endPar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[order_target_percent(s, weight)</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for</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in</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stock_list</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if</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s</a:t>
            </a:r>
            <a:r>
              <a:rPr lang="en-US" sz="1000" b="0" i="0" u="none" strike="noStrike">
                <a:solidFill>
                  <a:srgbClr val="61AFEF"/>
                </a:solidFill>
                <a:latin typeface="Consolas" panose="020B0609020204030204"/>
                <a:ea typeface="Consolas" panose="020B0609020204030204"/>
                <a:cs typeface="Consolas" panose="020B0609020204030204"/>
                <a:sym typeface="Consolas" panose="020B0609020204030204"/>
              </a:rPr>
              <a:t>not in</a:t>
            </a:r>
            <a:r>
              <a:rPr lang="en-US" sz="1000" b="0" i="0" u="none" strike="noStrike">
                <a:solidFill>
                  <a:srgbClr val="DCDCDC"/>
                </a:solidFill>
                <a:latin typeface="Consolas" panose="020B0609020204030204"/>
                <a:ea typeface="Consolas" panose="020B0609020204030204"/>
                <a:cs typeface="Consolas" panose="020B0609020204030204"/>
                <a:sym typeface="Consolas" panose="020B0609020204030204"/>
              </a:rPr>
              <a:t>context.portfolio.positions]</a:t>
            </a:r>
            <a:r>
              <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rPr>
              <a:t># 买入新标的</a:t>
            </a:r>
            <a:endParaRPr lang="en-US" sz="1000" b="0" i="0" u="none" strike="noStrike">
              <a:solidFill>
                <a:srgbClr val="5C6370"/>
              </a:solidFill>
              <a:latin typeface="Consolas" panose="020B0609020204030204"/>
              <a:ea typeface="Consolas" panose="020B0609020204030204"/>
              <a:cs typeface="Consolas" panose="020B0609020204030204"/>
              <a:sym typeface="Consolas" panose="020B0609020204030204"/>
            </a:endParaRPr>
          </a:p>
        </p:txBody>
      </p:sp>
      <p:sp>
        <p:nvSpPr>
          <p:cNvPr id="59" name="AutoShape 59"/>
          <p:cNvSpPr/>
          <p:nvPr/>
        </p:nvSpPr>
        <p:spPr>
          <a:xfrm>
            <a:off x="444500" y="60960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60" name="AutoShape 60"/>
          <p:cNvSpPr/>
          <p:nvPr/>
        </p:nvSpPr>
        <p:spPr>
          <a:xfrm>
            <a:off x="9004300" y="60960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765300"/>
            <a:ext cx="12192000" cy="33274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3" name="Connector 3"/>
          <p:cNvCxnSpPr/>
          <p:nvPr/>
        </p:nvCxnSpPr>
        <p:spPr>
          <a:xfrm rot="63">
            <a:off x="990600" y="3429004"/>
            <a:ext cx="38121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pic>
        <p:nvPicPr>
          <p:cNvPr id="4" name="Picture 4"/>
          <p:cNvPicPr>
            <a:picLocks noChangeAspect="1"/>
          </p:cNvPicPr>
          <p:nvPr/>
        </p:nvPicPr>
        <p:blipFill>
          <a:blip r:embed="rId1"/>
          <a:srcRect t="36" b="36"/>
          <a:stretch>
            <a:fillRect/>
          </a:stretch>
        </p:blipFill>
        <p:spPr>
          <a:xfrm>
            <a:off x="8864600" y="1562100"/>
            <a:ext cx="5168900" cy="3733800"/>
          </a:xfrm>
          <a:prstGeom prst="rect">
            <a:avLst/>
          </a:prstGeom>
          <a:noFill/>
          <a:ln w="25400" cap="flat" cmpd="sng">
            <a:noFill/>
            <a:prstDash val="solid"/>
            <a:round/>
          </a:ln>
        </p:spPr>
      </p:pic>
      <p:sp>
        <p:nvSpPr>
          <p:cNvPr id="5" name="Freeform 5"/>
          <p:cNvSpPr/>
          <p:nvPr/>
        </p:nvSpPr>
        <p:spPr>
          <a:xfrm>
            <a:off x="2717800" y="1143000"/>
            <a:ext cx="96009" cy="102806"/>
          </a:xfrm>
          <a:custGeom>
            <a:avLst/>
            <a:gdLst/>
            <a:ahLst/>
            <a:cxnLst/>
            <a:rect l="l" t="t" r="r" b="b"/>
            <a:pathLst>
              <a:path w="96009" h="102806">
                <a:moveTo>
                  <a:pt x="25704" y="53671"/>
                </a:moveTo>
                <a:cubicBezTo>
                  <a:pt x="25704" y="56695"/>
                  <a:pt x="25704" y="58962"/>
                  <a:pt x="25704" y="61231"/>
                </a:cubicBezTo>
                <a:cubicBezTo>
                  <a:pt x="25704" y="69546"/>
                  <a:pt x="25704" y="77861"/>
                  <a:pt x="25704" y="86176"/>
                </a:cubicBezTo>
                <a:cubicBezTo>
                  <a:pt x="25704" y="88444"/>
                  <a:pt x="25704" y="89957"/>
                  <a:pt x="26459" y="92224"/>
                </a:cubicBezTo>
                <a:cubicBezTo>
                  <a:pt x="26459" y="94492"/>
                  <a:pt x="27972" y="96003"/>
                  <a:pt x="30240" y="96003"/>
                </a:cubicBezTo>
                <a:cubicBezTo>
                  <a:pt x="32507" y="96003"/>
                  <a:pt x="34775" y="96760"/>
                  <a:pt x="37043" y="96760"/>
                </a:cubicBezTo>
                <a:cubicBezTo>
                  <a:pt x="37043" y="98271"/>
                  <a:pt x="37043" y="100540"/>
                  <a:pt x="37043" y="102051"/>
                </a:cubicBezTo>
                <a:cubicBezTo>
                  <a:pt x="24948" y="102051"/>
                  <a:pt x="12851" y="102051"/>
                  <a:pt x="756" y="102051"/>
                </a:cubicBezTo>
                <a:cubicBezTo>
                  <a:pt x="0" y="101295"/>
                  <a:pt x="0" y="100540"/>
                  <a:pt x="0" y="99783"/>
                </a:cubicBezTo>
                <a:cubicBezTo>
                  <a:pt x="0" y="99027"/>
                  <a:pt x="0" y="98271"/>
                  <a:pt x="0" y="96760"/>
                </a:cubicBezTo>
                <a:cubicBezTo>
                  <a:pt x="2268" y="96760"/>
                  <a:pt x="4536" y="96760"/>
                  <a:pt x="6803" y="96003"/>
                </a:cubicBezTo>
                <a:cubicBezTo>
                  <a:pt x="10584" y="95247"/>
                  <a:pt x="11340" y="94492"/>
                  <a:pt x="12095" y="90712"/>
                </a:cubicBezTo>
                <a:cubicBezTo>
                  <a:pt x="12095" y="88444"/>
                  <a:pt x="12851" y="86176"/>
                  <a:pt x="12851" y="83909"/>
                </a:cubicBezTo>
                <a:cubicBezTo>
                  <a:pt x="12851" y="61231"/>
                  <a:pt x="12851" y="39309"/>
                  <a:pt x="12851" y="16631"/>
                </a:cubicBezTo>
                <a:cubicBezTo>
                  <a:pt x="12851" y="15118"/>
                  <a:pt x="12095" y="12851"/>
                  <a:pt x="12095" y="11339"/>
                </a:cubicBezTo>
                <a:cubicBezTo>
                  <a:pt x="11340" y="8315"/>
                  <a:pt x="9827" y="6803"/>
                  <a:pt x="6803" y="6803"/>
                </a:cubicBezTo>
                <a:cubicBezTo>
                  <a:pt x="4536" y="6048"/>
                  <a:pt x="2268" y="6048"/>
                  <a:pt x="0" y="6048"/>
                </a:cubicBezTo>
                <a:cubicBezTo>
                  <a:pt x="0" y="3780"/>
                  <a:pt x="0" y="2268"/>
                  <a:pt x="0" y="756"/>
                </a:cubicBezTo>
                <a:cubicBezTo>
                  <a:pt x="1513" y="756"/>
                  <a:pt x="2268" y="0"/>
                  <a:pt x="3024" y="0"/>
                </a:cubicBezTo>
                <a:cubicBezTo>
                  <a:pt x="19656" y="0"/>
                  <a:pt x="37043" y="0"/>
                  <a:pt x="53675" y="0"/>
                </a:cubicBezTo>
                <a:cubicBezTo>
                  <a:pt x="59723" y="0"/>
                  <a:pt x="65015" y="756"/>
                  <a:pt x="71063" y="3024"/>
                </a:cubicBezTo>
                <a:cubicBezTo>
                  <a:pt x="81646" y="6803"/>
                  <a:pt x="86938" y="13607"/>
                  <a:pt x="87695" y="24190"/>
                </a:cubicBezTo>
                <a:cubicBezTo>
                  <a:pt x="88450" y="36285"/>
                  <a:pt x="83158" y="45356"/>
                  <a:pt x="73331" y="49892"/>
                </a:cubicBezTo>
                <a:cubicBezTo>
                  <a:pt x="68795" y="51403"/>
                  <a:pt x="65015" y="52916"/>
                  <a:pt x="60479" y="52916"/>
                </a:cubicBezTo>
                <a:cubicBezTo>
                  <a:pt x="58210" y="52916"/>
                  <a:pt x="55942" y="53671"/>
                  <a:pt x="53675" y="53671"/>
                </a:cubicBezTo>
                <a:cubicBezTo>
                  <a:pt x="54431" y="55183"/>
                  <a:pt x="55187" y="55940"/>
                  <a:pt x="55187" y="56695"/>
                </a:cubicBezTo>
                <a:cubicBezTo>
                  <a:pt x="63503" y="66523"/>
                  <a:pt x="71063" y="76350"/>
                  <a:pt x="78622" y="86176"/>
                </a:cubicBezTo>
                <a:cubicBezTo>
                  <a:pt x="79379" y="86933"/>
                  <a:pt x="79379" y="86933"/>
                  <a:pt x="79379" y="87688"/>
                </a:cubicBezTo>
                <a:cubicBezTo>
                  <a:pt x="83914" y="92224"/>
                  <a:pt x="88450" y="96760"/>
                  <a:pt x="96009" y="96760"/>
                </a:cubicBezTo>
                <a:cubicBezTo>
                  <a:pt x="96009" y="98271"/>
                  <a:pt x="96009" y="100540"/>
                  <a:pt x="96009" y="102051"/>
                </a:cubicBezTo>
                <a:cubicBezTo>
                  <a:pt x="93743" y="102051"/>
                  <a:pt x="90719" y="102051"/>
                  <a:pt x="87695" y="102051"/>
                </a:cubicBezTo>
                <a:cubicBezTo>
                  <a:pt x="83914" y="102051"/>
                  <a:pt x="80890" y="102051"/>
                  <a:pt x="77111" y="102806"/>
                </a:cubicBezTo>
                <a:cubicBezTo>
                  <a:pt x="74842" y="102806"/>
                  <a:pt x="73331" y="101295"/>
                  <a:pt x="72574" y="99783"/>
                </a:cubicBezTo>
                <a:cubicBezTo>
                  <a:pt x="62747" y="86933"/>
                  <a:pt x="53675" y="74837"/>
                  <a:pt x="44604" y="61986"/>
                </a:cubicBezTo>
                <a:cubicBezTo>
                  <a:pt x="43091" y="59719"/>
                  <a:pt x="40823" y="57451"/>
                  <a:pt x="39312" y="55183"/>
                </a:cubicBezTo>
                <a:cubicBezTo>
                  <a:pt x="38555" y="54427"/>
                  <a:pt x="37799" y="53671"/>
                  <a:pt x="37043" y="53671"/>
                </a:cubicBezTo>
                <a:cubicBezTo>
                  <a:pt x="33264" y="53671"/>
                  <a:pt x="29483" y="53671"/>
                  <a:pt x="25704" y="53671"/>
                </a:cubicBezTo>
                <a:close/>
                <a:moveTo>
                  <a:pt x="25704" y="46112"/>
                </a:moveTo>
                <a:cubicBezTo>
                  <a:pt x="26459" y="46868"/>
                  <a:pt x="27215" y="46868"/>
                  <a:pt x="27215" y="46868"/>
                </a:cubicBezTo>
                <a:cubicBezTo>
                  <a:pt x="34775" y="46868"/>
                  <a:pt x="42335" y="46868"/>
                  <a:pt x="49894" y="46868"/>
                </a:cubicBezTo>
                <a:cubicBezTo>
                  <a:pt x="54431" y="46112"/>
                  <a:pt x="58210" y="45356"/>
                  <a:pt x="61991" y="44600"/>
                </a:cubicBezTo>
                <a:cubicBezTo>
                  <a:pt x="68039" y="42333"/>
                  <a:pt x="71063" y="38552"/>
                  <a:pt x="72574" y="33261"/>
                </a:cubicBezTo>
                <a:cubicBezTo>
                  <a:pt x="72574" y="29482"/>
                  <a:pt x="73331" y="25702"/>
                  <a:pt x="72574" y="21921"/>
                </a:cubicBezTo>
                <a:cubicBezTo>
                  <a:pt x="71818" y="15118"/>
                  <a:pt x="68039" y="11339"/>
                  <a:pt x="61234" y="9072"/>
                </a:cubicBezTo>
                <a:cubicBezTo>
                  <a:pt x="58210" y="8315"/>
                  <a:pt x="55942" y="8315"/>
                  <a:pt x="52918" y="8315"/>
                </a:cubicBezTo>
                <a:cubicBezTo>
                  <a:pt x="44604" y="7559"/>
                  <a:pt x="36288" y="8315"/>
                  <a:pt x="27972" y="8315"/>
                </a:cubicBezTo>
                <a:cubicBezTo>
                  <a:pt x="27215" y="8315"/>
                  <a:pt x="26459" y="8315"/>
                  <a:pt x="25704" y="8315"/>
                </a:cubicBezTo>
                <a:cubicBezTo>
                  <a:pt x="25704" y="21166"/>
                  <a:pt x="25704" y="33261"/>
                  <a:pt x="25704" y="4611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841500" y="1143000"/>
            <a:ext cx="96009" cy="101958"/>
          </a:xfrm>
          <a:custGeom>
            <a:avLst/>
            <a:gdLst/>
            <a:ahLst/>
            <a:cxnLst/>
            <a:rect l="l" t="t" r="r" b="b"/>
            <a:pathLst>
              <a:path w="96009" h="101958">
                <a:moveTo>
                  <a:pt x="37799" y="52868"/>
                </a:moveTo>
                <a:cubicBezTo>
                  <a:pt x="33264" y="57399"/>
                  <a:pt x="29483" y="61175"/>
                  <a:pt x="25704" y="65706"/>
                </a:cubicBezTo>
                <a:cubicBezTo>
                  <a:pt x="24948" y="66462"/>
                  <a:pt x="24948" y="67217"/>
                  <a:pt x="24948" y="67972"/>
                </a:cubicBezTo>
                <a:cubicBezTo>
                  <a:pt x="24948" y="74769"/>
                  <a:pt x="24948" y="80811"/>
                  <a:pt x="24948" y="87608"/>
                </a:cubicBezTo>
                <a:cubicBezTo>
                  <a:pt x="24948" y="88364"/>
                  <a:pt x="24948" y="89118"/>
                  <a:pt x="25704" y="90630"/>
                </a:cubicBezTo>
                <a:cubicBezTo>
                  <a:pt x="26459" y="94405"/>
                  <a:pt x="27215" y="95161"/>
                  <a:pt x="30996" y="95915"/>
                </a:cubicBezTo>
                <a:cubicBezTo>
                  <a:pt x="33264" y="95915"/>
                  <a:pt x="34775" y="96671"/>
                  <a:pt x="37043" y="96671"/>
                </a:cubicBezTo>
                <a:cubicBezTo>
                  <a:pt x="37043" y="98181"/>
                  <a:pt x="37043" y="100448"/>
                  <a:pt x="37043" y="101958"/>
                </a:cubicBezTo>
                <a:cubicBezTo>
                  <a:pt x="24948" y="101958"/>
                  <a:pt x="12851" y="101958"/>
                  <a:pt x="0" y="101958"/>
                </a:cubicBezTo>
                <a:cubicBezTo>
                  <a:pt x="0" y="100448"/>
                  <a:pt x="0" y="98937"/>
                  <a:pt x="0" y="96671"/>
                </a:cubicBezTo>
                <a:cubicBezTo>
                  <a:pt x="1513" y="96671"/>
                  <a:pt x="3780" y="96671"/>
                  <a:pt x="5292" y="96671"/>
                </a:cubicBezTo>
                <a:cubicBezTo>
                  <a:pt x="10584" y="95915"/>
                  <a:pt x="12095" y="94405"/>
                  <a:pt x="12095" y="89118"/>
                </a:cubicBezTo>
                <a:cubicBezTo>
                  <a:pt x="12095" y="86853"/>
                  <a:pt x="12095" y="85343"/>
                  <a:pt x="12095" y="83833"/>
                </a:cubicBezTo>
                <a:cubicBezTo>
                  <a:pt x="12095" y="61930"/>
                  <a:pt x="12095" y="40028"/>
                  <a:pt x="12095" y="18125"/>
                </a:cubicBezTo>
                <a:cubicBezTo>
                  <a:pt x="12095" y="15860"/>
                  <a:pt x="12095" y="13594"/>
                  <a:pt x="12095" y="12084"/>
                </a:cubicBezTo>
                <a:cubicBezTo>
                  <a:pt x="11340" y="8307"/>
                  <a:pt x="9827" y="6797"/>
                  <a:pt x="6048" y="6797"/>
                </a:cubicBezTo>
                <a:cubicBezTo>
                  <a:pt x="3780" y="6041"/>
                  <a:pt x="2268" y="6041"/>
                  <a:pt x="0" y="6041"/>
                </a:cubicBezTo>
                <a:cubicBezTo>
                  <a:pt x="0" y="3776"/>
                  <a:pt x="0" y="2266"/>
                  <a:pt x="0" y="756"/>
                </a:cubicBezTo>
                <a:cubicBezTo>
                  <a:pt x="3024" y="0"/>
                  <a:pt x="30240" y="0"/>
                  <a:pt x="37043" y="756"/>
                </a:cubicBezTo>
                <a:cubicBezTo>
                  <a:pt x="37043" y="2266"/>
                  <a:pt x="37799" y="3776"/>
                  <a:pt x="37799" y="6041"/>
                </a:cubicBezTo>
                <a:cubicBezTo>
                  <a:pt x="35531" y="6041"/>
                  <a:pt x="33264" y="6041"/>
                  <a:pt x="30996" y="6797"/>
                </a:cubicBezTo>
                <a:cubicBezTo>
                  <a:pt x="27972" y="6797"/>
                  <a:pt x="25704" y="8307"/>
                  <a:pt x="25704" y="12084"/>
                </a:cubicBezTo>
                <a:cubicBezTo>
                  <a:pt x="24948" y="13594"/>
                  <a:pt x="24948" y="15105"/>
                  <a:pt x="24948" y="17371"/>
                </a:cubicBezTo>
                <a:cubicBezTo>
                  <a:pt x="24948" y="29455"/>
                  <a:pt x="24948" y="40784"/>
                  <a:pt x="24948" y="52868"/>
                </a:cubicBezTo>
                <a:cubicBezTo>
                  <a:pt x="24948" y="53622"/>
                  <a:pt x="24948" y="54378"/>
                  <a:pt x="24948" y="55133"/>
                </a:cubicBezTo>
                <a:cubicBezTo>
                  <a:pt x="26459" y="54378"/>
                  <a:pt x="27215" y="54378"/>
                  <a:pt x="27215" y="53622"/>
                </a:cubicBezTo>
                <a:cubicBezTo>
                  <a:pt x="39312" y="40784"/>
                  <a:pt x="50651" y="27944"/>
                  <a:pt x="62747" y="14350"/>
                </a:cubicBezTo>
                <a:cubicBezTo>
                  <a:pt x="63503" y="13594"/>
                  <a:pt x="64258" y="12084"/>
                  <a:pt x="65015" y="10574"/>
                </a:cubicBezTo>
                <a:cubicBezTo>
                  <a:pt x="66526" y="9063"/>
                  <a:pt x="65771" y="7553"/>
                  <a:pt x="63503" y="6797"/>
                </a:cubicBezTo>
                <a:cubicBezTo>
                  <a:pt x="61234" y="6041"/>
                  <a:pt x="59723" y="6041"/>
                  <a:pt x="57455" y="6041"/>
                </a:cubicBezTo>
                <a:cubicBezTo>
                  <a:pt x="57455" y="3776"/>
                  <a:pt x="57455" y="2266"/>
                  <a:pt x="57455" y="756"/>
                </a:cubicBezTo>
                <a:cubicBezTo>
                  <a:pt x="59723" y="0"/>
                  <a:pt x="86182" y="0"/>
                  <a:pt x="92230" y="756"/>
                </a:cubicBezTo>
                <a:cubicBezTo>
                  <a:pt x="92230" y="2266"/>
                  <a:pt x="92230" y="3776"/>
                  <a:pt x="92230" y="6041"/>
                </a:cubicBezTo>
                <a:cubicBezTo>
                  <a:pt x="91474" y="6041"/>
                  <a:pt x="90719" y="6041"/>
                  <a:pt x="89206" y="6041"/>
                </a:cubicBezTo>
                <a:cubicBezTo>
                  <a:pt x="83914" y="6797"/>
                  <a:pt x="78622" y="9063"/>
                  <a:pt x="74842" y="13594"/>
                </a:cubicBezTo>
                <a:cubicBezTo>
                  <a:pt x="69550" y="18881"/>
                  <a:pt x="64258" y="24922"/>
                  <a:pt x="58210" y="30965"/>
                </a:cubicBezTo>
                <a:cubicBezTo>
                  <a:pt x="54431" y="34741"/>
                  <a:pt x="50651" y="39272"/>
                  <a:pt x="46871" y="43049"/>
                </a:cubicBezTo>
                <a:cubicBezTo>
                  <a:pt x="47628" y="43804"/>
                  <a:pt x="48383" y="44559"/>
                  <a:pt x="48383" y="46071"/>
                </a:cubicBezTo>
                <a:cubicBezTo>
                  <a:pt x="58210" y="58909"/>
                  <a:pt x="68039" y="71749"/>
                  <a:pt x="77111" y="85343"/>
                </a:cubicBezTo>
                <a:cubicBezTo>
                  <a:pt x="78622" y="86853"/>
                  <a:pt x="80134" y="89118"/>
                  <a:pt x="81646" y="90630"/>
                </a:cubicBezTo>
                <a:cubicBezTo>
                  <a:pt x="84670" y="93650"/>
                  <a:pt x="88450" y="95915"/>
                  <a:pt x="92986" y="95915"/>
                </a:cubicBezTo>
                <a:cubicBezTo>
                  <a:pt x="93743" y="96671"/>
                  <a:pt x="94498" y="96671"/>
                  <a:pt x="96009" y="96671"/>
                </a:cubicBezTo>
                <a:cubicBezTo>
                  <a:pt x="96009" y="98181"/>
                  <a:pt x="96009" y="100448"/>
                  <a:pt x="96009" y="101958"/>
                </a:cubicBezTo>
                <a:cubicBezTo>
                  <a:pt x="82403" y="101958"/>
                  <a:pt x="68795" y="101958"/>
                  <a:pt x="55187" y="101958"/>
                </a:cubicBezTo>
                <a:cubicBezTo>
                  <a:pt x="55187" y="100448"/>
                  <a:pt x="55187" y="98937"/>
                  <a:pt x="55187" y="96671"/>
                </a:cubicBezTo>
                <a:cubicBezTo>
                  <a:pt x="56699" y="96671"/>
                  <a:pt x="58967" y="96671"/>
                  <a:pt x="60479" y="95915"/>
                </a:cubicBezTo>
                <a:cubicBezTo>
                  <a:pt x="64258" y="95915"/>
                  <a:pt x="65015" y="94405"/>
                  <a:pt x="63503" y="90630"/>
                </a:cubicBezTo>
                <a:cubicBezTo>
                  <a:pt x="63503" y="89118"/>
                  <a:pt x="62747" y="88364"/>
                  <a:pt x="61991" y="86853"/>
                </a:cubicBezTo>
                <a:cubicBezTo>
                  <a:pt x="54431" y="76280"/>
                  <a:pt x="46115" y="64952"/>
                  <a:pt x="38555" y="54378"/>
                </a:cubicBezTo>
                <a:cubicBezTo>
                  <a:pt x="38555" y="53622"/>
                  <a:pt x="37799" y="53622"/>
                  <a:pt x="37799" y="528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2362200" y="1143000"/>
            <a:ext cx="95160" cy="101958"/>
          </a:xfrm>
          <a:custGeom>
            <a:avLst/>
            <a:gdLst/>
            <a:ahLst/>
            <a:cxnLst/>
            <a:rect l="l" t="t" r="r" b="b"/>
            <a:pathLst>
              <a:path w="95160" h="101958">
                <a:moveTo>
                  <a:pt x="21147" y="12084"/>
                </a:moveTo>
                <a:cubicBezTo>
                  <a:pt x="21147" y="12840"/>
                  <a:pt x="21147" y="14350"/>
                  <a:pt x="21147" y="15105"/>
                </a:cubicBezTo>
                <a:cubicBezTo>
                  <a:pt x="21147" y="37762"/>
                  <a:pt x="21147" y="59665"/>
                  <a:pt x="21147" y="82321"/>
                </a:cubicBezTo>
                <a:cubicBezTo>
                  <a:pt x="21147" y="84587"/>
                  <a:pt x="21147" y="86853"/>
                  <a:pt x="21147" y="89874"/>
                </a:cubicBezTo>
                <a:cubicBezTo>
                  <a:pt x="21902" y="93650"/>
                  <a:pt x="23412" y="95161"/>
                  <a:pt x="27944" y="95915"/>
                </a:cubicBezTo>
                <a:cubicBezTo>
                  <a:pt x="29454" y="95915"/>
                  <a:pt x="30965" y="96671"/>
                  <a:pt x="33231" y="96671"/>
                </a:cubicBezTo>
                <a:cubicBezTo>
                  <a:pt x="33231" y="98181"/>
                  <a:pt x="33231" y="100448"/>
                  <a:pt x="33231" y="101958"/>
                </a:cubicBezTo>
                <a:cubicBezTo>
                  <a:pt x="21902" y="101958"/>
                  <a:pt x="11328" y="101958"/>
                  <a:pt x="0" y="101958"/>
                </a:cubicBezTo>
                <a:cubicBezTo>
                  <a:pt x="0" y="100448"/>
                  <a:pt x="0" y="98937"/>
                  <a:pt x="0" y="96671"/>
                </a:cubicBezTo>
                <a:cubicBezTo>
                  <a:pt x="2266" y="96671"/>
                  <a:pt x="3776" y="95915"/>
                  <a:pt x="6041" y="95915"/>
                </a:cubicBezTo>
                <a:cubicBezTo>
                  <a:pt x="9063" y="95915"/>
                  <a:pt x="11328" y="93650"/>
                  <a:pt x="12084" y="90630"/>
                </a:cubicBezTo>
                <a:cubicBezTo>
                  <a:pt x="12084" y="89118"/>
                  <a:pt x="12084" y="86853"/>
                  <a:pt x="12084" y="85343"/>
                </a:cubicBezTo>
                <a:cubicBezTo>
                  <a:pt x="12084" y="61930"/>
                  <a:pt x="12084" y="37762"/>
                  <a:pt x="12084" y="14350"/>
                </a:cubicBezTo>
                <a:cubicBezTo>
                  <a:pt x="12084" y="13594"/>
                  <a:pt x="12084" y="12840"/>
                  <a:pt x="12084" y="11328"/>
                </a:cubicBezTo>
                <a:cubicBezTo>
                  <a:pt x="12084" y="8307"/>
                  <a:pt x="10573" y="6797"/>
                  <a:pt x="6797" y="6797"/>
                </a:cubicBezTo>
                <a:cubicBezTo>
                  <a:pt x="6041" y="6041"/>
                  <a:pt x="5287" y="6041"/>
                  <a:pt x="3776" y="6041"/>
                </a:cubicBezTo>
                <a:cubicBezTo>
                  <a:pt x="3021" y="6041"/>
                  <a:pt x="1510" y="6041"/>
                  <a:pt x="756" y="6041"/>
                </a:cubicBezTo>
                <a:cubicBezTo>
                  <a:pt x="756" y="3776"/>
                  <a:pt x="756" y="2266"/>
                  <a:pt x="756" y="756"/>
                </a:cubicBezTo>
                <a:cubicBezTo>
                  <a:pt x="10573" y="756"/>
                  <a:pt x="20391" y="756"/>
                  <a:pt x="30209" y="756"/>
                </a:cubicBezTo>
                <a:cubicBezTo>
                  <a:pt x="44559" y="25678"/>
                  <a:pt x="59663" y="50602"/>
                  <a:pt x="74013" y="75524"/>
                </a:cubicBezTo>
                <a:cubicBezTo>
                  <a:pt x="74013" y="75524"/>
                  <a:pt x="74769" y="75524"/>
                  <a:pt x="74769" y="75524"/>
                </a:cubicBezTo>
                <a:cubicBezTo>
                  <a:pt x="74769" y="74769"/>
                  <a:pt x="74769" y="73259"/>
                  <a:pt x="74769" y="72503"/>
                </a:cubicBezTo>
                <a:cubicBezTo>
                  <a:pt x="74769" y="54378"/>
                  <a:pt x="74769" y="36252"/>
                  <a:pt x="74769" y="18125"/>
                </a:cubicBezTo>
                <a:cubicBezTo>
                  <a:pt x="74769" y="15860"/>
                  <a:pt x="74769" y="14350"/>
                  <a:pt x="74013" y="12084"/>
                </a:cubicBezTo>
                <a:cubicBezTo>
                  <a:pt x="73259" y="9063"/>
                  <a:pt x="70993" y="6797"/>
                  <a:pt x="67972" y="6797"/>
                </a:cubicBezTo>
                <a:cubicBezTo>
                  <a:pt x="66460" y="6041"/>
                  <a:pt x="64950" y="6041"/>
                  <a:pt x="62685" y="6041"/>
                </a:cubicBezTo>
                <a:cubicBezTo>
                  <a:pt x="62685" y="3776"/>
                  <a:pt x="62685" y="2266"/>
                  <a:pt x="62685" y="756"/>
                </a:cubicBezTo>
                <a:cubicBezTo>
                  <a:pt x="65706" y="0"/>
                  <a:pt x="86853" y="0"/>
                  <a:pt x="95160" y="756"/>
                </a:cubicBezTo>
                <a:cubicBezTo>
                  <a:pt x="95160" y="2266"/>
                  <a:pt x="95160" y="3776"/>
                  <a:pt x="95160" y="6041"/>
                </a:cubicBezTo>
                <a:cubicBezTo>
                  <a:pt x="93650" y="6041"/>
                  <a:pt x="92138" y="6041"/>
                  <a:pt x="89873" y="6797"/>
                </a:cubicBezTo>
                <a:cubicBezTo>
                  <a:pt x="86853" y="6797"/>
                  <a:pt x="84587" y="9063"/>
                  <a:pt x="83831" y="12084"/>
                </a:cubicBezTo>
                <a:cubicBezTo>
                  <a:pt x="83831" y="15105"/>
                  <a:pt x="83076" y="17371"/>
                  <a:pt x="83076" y="20391"/>
                </a:cubicBezTo>
                <a:cubicBezTo>
                  <a:pt x="83076" y="46071"/>
                  <a:pt x="83076" y="71749"/>
                  <a:pt x="83076" y="97427"/>
                </a:cubicBezTo>
                <a:cubicBezTo>
                  <a:pt x="83076" y="98937"/>
                  <a:pt x="83076" y="100448"/>
                  <a:pt x="83076" y="101958"/>
                </a:cubicBezTo>
                <a:cubicBezTo>
                  <a:pt x="80056" y="101958"/>
                  <a:pt x="77790" y="101958"/>
                  <a:pt x="74769" y="101958"/>
                </a:cubicBezTo>
                <a:cubicBezTo>
                  <a:pt x="57398" y="71749"/>
                  <a:pt x="39272" y="41538"/>
                  <a:pt x="21902" y="11328"/>
                </a:cubicBezTo>
                <a:cubicBezTo>
                  <a:pt x="21147" y="11328"/>
                  <a:pt x="21147" y="11328"/>
                  <a:pt x="21147" y="1208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2616200" y="1143000"/>
            <a:ext cx="93461" cy="101958"/>
          </a:xfrm>
          <a:custGeom>
            <a:avLst/>
            <a:gdLst/>
            <a:ahLst/>
            <a:cxnLst/>
            <a:rect l="l" t="t" r="r" b="b"/>
            <a:pathLst>
              <a:path w="93461" h="101958">
                <a:moveTo>
                  <a:pt x="0" y="6041"/>
                </a:moveTo>
                <a:cubicBezTo>
                  <a:pt x="0" y="3776"/>
                  <a:pt x="0" y="2266"/>
                  <a:pt x="0" y="756"/>
                </a:cubicBezTo>
                <a:cubicBezTo>
                  <a:pt x="2261" y="0"/>
                  <a:pt x="73864" y="0"/>
                  <a:pt x="79140" y="756"/>
                </a:cubicBezTo>
                <a:cubicBezTo>
                  <a:pt x="82155" y="9063"/>
                  <a:pt x="85170" y="18125"/>
                  <a:pt x="88185" y="26434"/>
                </a:cubicBezTo>
                <a:cubicBezTo>
                  <a:pt x="86678" y="27944"/>
                  <a:pt x="84417" y="28699"/>
                  <a:pt x="82909" y="29455"/>
                </a:cubicBezTo>
                <a:cubicBezTo>
                  <a:pt x="82155" y="27189"/>
                  <a:pt x="81402" y="26434"/>
                  <a:pt x="80648" y="24922"/>
                </a:cubicBezTo>
                <a:cubicBezTo>
                  <a:pt x="76125" y="15105"/>
                  <a:pt x="69342" y="9818"/>
                  <a:pt x="58790" y="8307"/>
                </a:cubicBezTo>
                <a:cubicBezTo>
                  <a:pt x="47484" y="7553"/>
                  <a:pt x="36178" y="8307"/>
                  <a:pt x="25626" y="8307"/>
                </a:cubicBezTo>
                <a:cubicBezTo>
                  <a:pt x="24873" y="11328"/>
                  <a:pt x="24873" y="41538"/>
                  <a:pt x="25626" y="46071"/>
                </a:cubicBezTo>
                <a:cubicBezTo>
                  <a:pt x="30903" y="46071"/>
                  <a:pt x="36178" y="46071"/>
                  <a:pt x="41454" y="45315"/>
                </a:cubicBezTo>
                <a:cubicBezTo>
                  <a:pt x="48238" y="44559"/>
                  <a:pt x="51253" y="40784"/>
                  <a:pt x="52006" y="33986"/>
                </a:cubicBezTo>
                <a:cubicBezTo>
                  <a:pt x="52760" y="31721"/>
                  <a:pt x="52760" y="29455"/>
                  <a:pt x="52760" y="27189"/>
                </a:cubicBezTo>
                <a:cubicBezTo>
                  <a:pt x="55021" y="27189"/>
                  <a:pt x="56529" y="27189"/>
                  <a:pt x="58790" y="27189"/>
                </a:cubicBezTo>
                <a:cubicBezTo>
                  <a:pt x="58790" y="42294"/>
                  <a:pt x="58790" y="56643"/>
                  <a:pt x="58790" y="71749"/>
                </a:cubicBezTo>
                <a:cubicBezTo>
                  <a:pt x="58036" y="71749"/>
                  <a:pt x="57282" y="71749"/>
                  <a:pt x="55775" y="71749"/>
                </a:cubicBezTo>
                <a:cubicBezTo>
                  <a:pt x="55021" y="71749"/>
                  <a:pt x="54267" y="71749"/>
                  <a:pt x="52760" y="71749"/>
                </a:cubicBezTo>
                <a:cubicBezTo>
                  <a:pt x="52760" y="70237"/>
                  <a:pt x="52760" y="67972"/>
                  <a:pt x="52760" y="66462"/>
                </a:cubicBezTo>
                <a:cubicBezTo>
                  <a:pt x="52006" y="64952"/>
                  <a:pt x="52006" y="62685"/>
                  <a:pt x="51253" y="61175"/>
                </a:cubicBezTo>
                <a:cubicBezTo>
                  <a:pt x="50499" y="56643"/>
                  <a:pt x="48238" y="54378"/>
                  <a:pt x="43716" y="53622"/>
                </a:cubicBezTo>
                <a:cubicBezTo>
                  <a:pt x="37686" y="52112"/>
                  <a:pt x="31656" y="52868"/>
                  <a:pt x="25626" y="52868"/>
                </a:cubicBezTo>
                <a:cubicBezTo>
                  <a:pt x="24873" y="54378"/>
                  <a:pt x="24873" y="55133"/>
                  <a:pt x="24873" y="55888"/>
                </a:cubicBezTo>
                <a:cubicBezTo>
                  <a:pt x="24873" y="66462"/>
                  <a:pt x="24873" y="77034"/>
                  <a:pt x="24873" y="86853"/>
                </a:cubicBezTo>
                <a:cubicBezTo>
                  <a:pt x="24873" y="93650"/>
                  <a:pt x="25626" y="94405"/>
                  <a:pt x="32410" y="94405"/>
                </a:cubicBezTo>
                <a:cubicBezTo>
                  <a:pt x="39193" y="94405"/>
                  <a:pt x="45223" y="94405"/>
                  <a:pt x="52006" y="94405"/>
                </a:cubicBezTo>
                <a:cubicBezTo>
                  <a:pt x="67081" y="94405"/>
                  <a:pt x="78387" y="86853"/>
                  <a:pt x="84417" y="73259"/>
                </a:cubicBezTo>
                <a:cubicBezTo>
                  <a:pt x="85170" y="71749"/>
                  <a:pt x="85924" y="70237"/>
                  <a:pt x="86678" y="67972"/>
                </a:cubicBezTo>
                <a:cubicBezTo>
                  <a:pt x="88938" y="68727"/>
                  <a:pt x="91200" y="69483"/>
                  <a:pt x="93461" y="70237"/>
                </a:cubicBezTo>
                <a:cubicBezTo>
                  <a:pt x="89692" y="81567"/>
                  <a:pt x="85924" y="91384"/>
                  <a:pt x="82155" y="101958"/>
                </a:cubicBezTo>
                <a:cubicBezTo>
                  <a:pt x="55021" y="101958"/>
                  <a:pt x="27888" y="101958"/>
                  <a:pt x="0" y="101958"/>
                </a:cubicBezTo>
                <a:cubicBezTo>
                  <a:pt x="0" y="100448"/>
                  <a:pt x="0" y="98937"/>
                  <a:pt x="0" y="96671"/>
                </a:cubicBezTo>
                <a:cubicBezTo>
                  <a:pt x="2261" y="96671"/>
                  <a:pt x="4522" y="96671"/>
                  <a:pt x="6030" y="95915"/>
                </a:cubicBezTo>
                <a:cubicBezTo>
                  <a:pt x="9798" y="95161"/>
                  <a:pt x="11306" y="94405"/>
                  <a:pt x="11306" y="90630"/>
                </a:cubicBezTo>
                <a:cubicBezTo>
                  <a:pt x="12060" y="89118"/>
                  <a:pt x="12060" y="86853"/>
                  <a:pt x="12060" y="85343"/>
                </a:cubicBezTo>
                <a:cubicBezTo>
                  <a:pt x="12060" y="61930"/>
                  <a:pt x="12060" y="39272"/>
                  <a:pt x="12060" y="15860"/>
                </a:cubicBezTo>
                <a:cubicBezTo>
                  <a:pt x="12060" y="15105"/>
                  <a:pt x="12060" y="13594"/>
                  <a:pt x="12060" y="12084"/>
                </a:cubicBezTo>
                <a:cubicBezTo>
                  <a:pt x="11306" y="8307"/>
                  <a:pt x="9798" y="6797"/>
                  <a:pt x="6030" y="6797"/>
                </a:cubicBezTo>
                <a:cubicBezTo>
                  <a:pt x="5276" y="6797"/>
                  <a:pt x="4522" y="6041"/>
                  <a:pt x="3015" y="6041"/>
                </a:cubicBezTo>
                <a:cubicBezTo>
                  <a:pt x="2261" y="6041"/>
                  <a:pt x="1507" y="6041"/>
                  <a:pt x="0" y="604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739900" y="1143000"/>
            <a:ext cx="93461" cy="101109"/>
          </a:xfrm>
          <a:custGeom>
            <a:avLst/>
            <a:gdLst/>
            <a:ahLst/>
            <a:cxnLst/>
            <a:rect l="l" t="t" r="r" b="b"/>
            <a:pathLst>
              <a:path w="93461" h="101109">
                <a:moveTo>
                  <a:pt x="25075" y="45272"/>
                </a:moveTo>
                <a:cubicBezTo>
                  <a:pt x="31153" y="45272"/>
                  <a:pt x="36473" y="46027"/>
                  <a:pt x="41792" y="44517"/>
                </a:cubicBezTo>
                <a:cubicBezTo>
                  <a:pt x="47870" y="43009"/>
                  <a:pt x="50909" y="39991"/>
                  <a:pt x="51670" y="33955"/>
                </a:cubicBezTo>
                <a:cubicBezTo>
                  <a:pt x="52429" y="31690"/>
                  <a:pt x="52429" y="29427"/>
                  <a:pt x="53189" y="26408"/>
                </a:cubicBezTo>
                <a:cubicBezTo>
                  <a:pt x="54709" y="26408"/>
                  <a:pt x="56989" y="26408"/>
                  <a:pt x="58508" y="26408"/>
                </a:cubicBezTo>
                <a:cubicBezTo>
                  <a:pt x="58508" y="41500"/>
                  <a:pt x="58508" y="55836"/>
                  <a:pt x="58508" y="70927"/>
                </a:cubicBezTo>
                <a:cubicBezTo>
                  <a:pt x="57748" y="70927"/>
                  <a:pt x="56989" y="70927"/>
                  <a:pt x="56989" y="70927"/>
                </a:cubicBezTo>
                <a:cubicBezTo>
                  <a:pt x="55469" y="70927"/>
                  <a:pt x="53950" y="70927"/>
                  <a:pt x="53189" y="70927"/>
                </a:cubicBezTo>
                <a:cubicBezTo>
                  <a:pt x="52429" y="67908"/>
                  <a:pt x="52429" y="64891"/>
                  <a:pt x="52429" y="62626"/>
                </a:cubicBezTo>
                <a:cubicBezTo>
                  <a:pt x="50909" y="55836"/>
                  <a:pt x="47870" y="52818"/>
                  <a:pt x="41031" y="52064"/>
                </a:cubicBezTo>
                <a:cubicBezTo>
                  <a:pt x="35712" y="52064"/>
                  <a:pt x="30394" y="52064"/>
                  <a:pt x="25075" y="52064"/>
                </a:cubicBezTo>
                <a:cubicBezTo>
                  <a:pt x="25075" y="53572"/>
                  <a:pt x="25075" y="54327"/>
                  <a:pt x="25075" y="55081"/>
                </a:cubicBezTo>
                <a:cubicBezTo>
                  <a:pt x="25075" y="65645"/>
                  <a:pt x="25075" y="76209"/>
                  <a:pt x="25075" y="86017"/>
                </a:cubicBezTo>
                <a:cubicBezTo>
                  <a:pt x="25075" y="92808"/>
                  <a:pt x="25834" y="93562"/>
                  <a:pt x="32673" y="93562"/>
                </a:cubicBezTo>
                <a:cubicBezTo>
                  <a:pt x="38752" y="93562"/>
                  <a:pt x="45590" y="93562"/>
                  <a:pt x="51670" y="93562"/>
                </a:cubicBezTo>
                <a:cubicBezTo>
                  <a:pt x="67626" y="93562"/>
                  <a:pt x="78264" y="86017"/>
                  <a:pt x="85103" y="72436"/>
                </a:cubicBezTo>
                <a:cubicBezTo>
                  <a:pt x="85862" y="70927"/>
                  <a:pt x="86623" y="69417"/>
                  <a:pt x="87382" y="67908"/>
                </a:cubicBezTo>
                <a:cubicBezTo>
                  <a:pt x="87382" y="67908"/>
                  <a:pt x="87382" y="67908"/>
                  <a:pt x="87382" y="67908"/>
                </a:cubicBezTo>
                <a:cubicBezTo>
                  <a:pt x="89662" y="67908"/>
                  <a:pt x="91181" y="68663"/>
                  <a:pt x="93461" y="69417"/>
                </a:cubicBezTo>
                <a:cubicBezTo>
                  <a:pt x="89662" y="80735"/>
                  <a:pt x="85862" y="90545"/>
                  <a:pt x="82823" y="101109"/>
                </a:cubicBezTo>
                <a:cubicBezTo>
                  <a:pt x="54709" y="101109"/>
                  <a:pt x="27355" y="101109"/>
                  <a:pt x="0" y="101109"/>
                </a:cubicBezTo>
                <a:cubicBezTo>
                  <a:pt x="0" y="99598"/>
                  <a:pt x="0" y="98090"/>
                  <a:pt x="0" y="95827"/>
                </a:cubicBezTo>
                <a:cubicBezTo>
                  <a:pt x="1520" y="95827"/>
                  <a:pt x="3800" y="95072"/>
                  <a:pt x="6078" y="95072"/>
                </a:cubicBezTo>
                <a:cubicBezTo>
                  <a:pt x="9119" y="95072"/>
                  <a:pt x="10638" y="93562"/>
                  <a:pt x="11398" y="90545"/>
                </a:cubicBezTo>
                <a:cubicBezTo>
                  <a:pt x="11398" y="89036"/>
                  <a:pt x="12158" y="86771"/>
                  <a:pt x="12158" y="85263"/>
                </a:cubicBezTo>
                <a:cubicBezTo>
                  <a:pt x="12158" y="61872"/>
                  <a:pt x="12158" y="38481"/>
                  <a:pt x="12158" y="15090"/>
                </a:cubicBezTo>
                <a:cubicBezTo>
                  <a:pt x="12158" y="7545"/>
                  <a:pt x="10638" y="6036"/>
                  <a:pt x="3800" y="5282"/>
                </a:cubicBezTo>
                <a:cubicBezTo>
                  <a:pt x="2280" y="5282"/>
                  <a:pt x="759" y="5282"/>
                  <a:pt x="0" y="5282"/>
                </a:cubicBezTo>
                <a:cubicBezTo>
                  <a:pt x="0" y="3018"/>
                  <a:pt x="0" y="1509"/>
                  <a:pt x="0" y="0"/>
                </a:cubicBezTo>
                <a:cubicBezTo>
                  <a:pt x="25834" y="0"/>
                  <a:pt x="52429" y="0"/>
                  <a:pt x="79784" y="0"/>
                </a:cubicBezTo>
                <a:cubicBezTo>
                  <a:pt x="82823" y="8299"/>
                  <a:pt x="85103" y="16600"/>
                  <a:pt x="88903" y="26408"/>
                </a:cubicBezTo>
                <a:cubicBezTo>
                  <a:pt x="86623" y="27163"/>
                  <a:pt x="85103" y="27918"/>
                  <a:pt x="82823" y="28673"/>
                </a:cubicBezTo>
                <a:cubicBezTo>
                  <a:pt x="82064" y="27163"/>
                  <a:pt x="82064" y="26408"/>
                  <a:pt x="81303" y="25654"/>
                </a:cubicBezTo>
                <a:cubicBezTo>
                  <a:pt x="81303" y="24145"/>
                  <a:pt x="80543" y="23391"/>
                  <a:pt x="79784" y="21882"/>
                </a:cubicBezTo>
                <a:cubicBezTo>
                  <a:pt x="75984" y="13581"/>
                  <a:pt x="68386" y="8299"/>
                  <a:pt x="59268" y="8299"/>
                </a:cubicBezTo>
                <a:cubicBezTo>
                  <a:pt x="50150" y="7545"/>
                  <a:pt x="41031" y="7545"/>
                  <a:pt x="31914" y="7545"/>
                </a:cubicBezTo>
                <a:cubicBezTo>
                  <a:pt x="29634" y="7545"/>
                  <a:pt x="27355" y="7545"/>
                  <a:pt x="25075" y="7545"/>
                </a:cubicBezTo>
                <a:cubicBezTo>
                  <a:pt x="25075" y="19618"/>
                  <a:pt x="25075" y="32445"/>
                  <a:pt x="25075" y="4527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993900" y="1143000"/>
            <a:ext cx="95160" cy="101109"/>
          </a:xfrm>
          <a:custGeom>
            <a:avLst/>
            <a:gdLst/>
            <a:ahLst/>
            <a:cxnLst/>
            <a:rect l="l" t="t" r="r" b="b"/>
            <a:pathLst>
              <a:path w="95160" h="101109">
                <a:moveTo>
                  <a:pt x="32475" y="101109"/>
                </a:moveTo>
                <a:cubicBezTo>
                  <a:pt x="21902" y="101109"/>
                  <a:pt x="10573" y="101109"/>
                  <a:pt x="0" y="101109"/>
                </a:cubicBezTo>
                <a:cubicBezTo>
                  <a:pt x="0" y="99598"/>
                  <a:pt x="0" y="98090"/>
                  <a:pt x="0" y="95827"/>
                </a:cubicBezTo>
                <a:cubicBezTo>
                  <a:pt x="1510" y="95827"/>
                  <a:pt x="3776" y="95827"/>
                  <a:pt x="5287" y="95072"/>
                </a:cubicBezTo>
                <a:cubicBezTo>
                  <a:pt x="9818" y="94317"/>
                  <a:pt x="11328" y="92808"/>
                  <a:pt x="12084" y="89036"/>
                </a:cubicBezTo>
                <a:cubicBezTo>
                  <a:pt x="12084" y="86771"/>
                  <a:pt x="12084" y="85263"/>
                  <a:pt x="12084" y="83000"/>
                </a:cubicBezTo>
                <a:cubicBezTo>
                  <a:pt x="12084" y="60363"/>
                  <a:pt x="12084" y="36972"/>
                  <a:pt x="12084" y="13581"/>
                </a:cubicBezTo>
                <a:cubicBezTo>
                  <a:pt x="12084" y="6791"/>
                  <a:pt x="10573" y="6036"/>
                  <a:pt x="3776" y="5282"/>
                </a:cubicBezTo>
                <a:cubicBezTo>
                  <a:pt x="3021" y="5282"/>
                  <a:pt x="1510" y="5282"/>
                  <a:pt x="0" y="5282"/>
                </a:cubicBezTo>
                <a:cubicBezTo>
                  <a:pt x="0" y="3018"/>
                  <a:pt x="0" y="1509"/>
                  <a:pt x="0" y="0"/>
                </a:cubicBezTo>
                <a:cubicBezTo>
                  <a:pt x="9818" y="0"/>
                  <a:pt x="19637" y="0"/>
                  <a:pt x="30209" y="0"/>
                </a:cubicBezTo>
                <a:cubicBezTo>
                  <a:pt x="44559" y="24900"/>
                  <a:pt x="58909" y="49799"/>
                  <a:pt x="74013" y="75453"/>
                </a:cubicBezTo>
                <a:cubicBezTo>
                  <a:pt x="74013" y="73944"/>
                  <a:pt x="74769" y="73190"/>
                  <a:pt x="74769" y="72436"/>
                </a:cubicBezTo>
                <a:cubicBezTo>
                  <a:pt x="74769" y="54327"/>
                  <a:pt x="74769" y="36218"/>
                  <a:pt x="74769" y="18109"/>
                </a:cubicBezTo>
                <a:cubicBezTo>
                  <a:pt x="74769" y="16600"/>
                  <a:pt x="74769" y="14336"/>
                  <a:pt x="74013" y="12827"/>
                </a:cubicBezTo>
                <a:cubicBezTo>
                  <a:pt x="73259" y="8299"/>
                  <a:pt x="71747" y="6036"/>
                  <a:pt x="67216" y="5282"/>
                </a:cubicBezTo>
                <a:cubicBezTo>
                  <a:pt x="65706" y="5282"/>
                  <a:pt x="64195" y="5282"/>
                  <a:pt x="62685" y="5282"/>
                </a:cubicBezTo>
                <a:cubicBezTo>
                  <a:pt x="62685" y="4528"/>
                  <a:pt x="62685" y="3773"/>
                  <a:pt x="62685" y="3018"/>
                </a:cubicBezTo>
                <a:cubicBezTo>
                  <a:pt x="62685" y="1509"/>
                  <a:pt x="62685" y="754"/>
                  <a:pt x="62685" y="0"/>
                </a:cubicBezTo>
                <a:cubicBezTo>
                  <a:pt x="73259" y="0"/>
                  <a:pt x="83831" y="0"/>
                  <a:pt x="94404" y="0"/>
                </a:cubicBezTo>
                <a:cubicBezTo>
                  <a:pt x="94404" y="754"/>
                  <a:pt x="95160" y="1509"/>
                  <a:pt x="95160" y="2263"/>
                </a:cubicBezTo>
                <a:cubicBezTo>
                  <a:pt x="95160" y="3018"/>
                  <a:pt x="95160" y="3773"/>
                  <a:pt x="95160" y="5282"/>
                </a:cubicBezTo>
                <a:cubicBezTo>
                  <a:pt x="93650" y="5282"/>
                  <a:pt x="92138" y="5282"/>
                  <a:pt x="90628" y="5282"/>
                </a:cubicBezTo>
                <a:cubicBezTo>
                  <a:pt x="86097" y="6036"/>
                  <a:pt x="83831" y="8299"/>
                  <a:pt x="83076" y="12073"/>
                </a:cubicBezTo>
                <a:cubicBezTo>
                  <a:pt x="83076" y="15090"/>
                  <a:pt x="83076" y="17355"/>
                  <a:pt x="83076" y="19618"/>
                </a:cubicBezTo>
                <a:cubicBezTo>
                  <a:pt x="83076" y="45272"/>
                  <a:pt x="83076" y="70927"/>
                  <a:pt x="83076" y="96581"/>
                </a:cubicBezTo>
                <a:cubicBezTo>
                  <a:pt x="83076" y="98090"/>
                  <a:pt x="83076" y="99598"/>
                  <a:pt x="83076" y="101109"/>
                </a:cubicBezTo>
                <a:cubicBezTo>
                  <a:pt x="80056" y="101109"/>
                  <a:pt x="77034" y="101109"/>
                  <a:pt x="74013" y="101109"/>
                </a:cubicBezTo>
                <a:cubicBezTo>
                  <a:pt x="56643" y="70927"/>
                  <a:pt x="39272" y="40745"/>
                  <a:pt x="21147" y="10564"/>
                </a:cubicBezTo>
                <a:cubicBezTo>
                  <a:pt x="21147" y="10564"/>
                  <a:pt x="21147" y="10564"/>
                  <a:pt x="21147" y="10564"/>
                </a:cubicBezTo>
                <a:cubicBezTo>
                  <a:pt x="20391" y="11318"/>
                  <a:pt x="20391" y="12073"/>
                  <a:pt x="20391" y="12827"/>
                </a:cubicBezTo>
                <a:cubicBezTo>
                  <a:pt x="20391" y="36218"/>
                  <a:pt x="20391" y="59609"/>
                  <a:pt x="20391" y="83000"/>
                </a:cubicBezTo>
                <a:cubicBezTo>
                  <a:pt x="20391" y="85263"/>
                  <a:pt x="20391" y="87526"/>
                  <a:pt x="21147" y="89036"/>
                </a:cubicBezTo>
                <a:cubicBezTo>
                  <a:pt x="21902" y="92808"/>
                  <a:pt x="23412" y="94317"/>
                  <a:pt x="27188" y="95072"/>
                </a:cubicBezTo>
                <a:cubicBezTo>
                  <a:pt x="28699" y="95072"/>
                  <a:pt x="30965" y="95827"/>
                  <a:pt x="32475" y="95827"/>
                </a:cubicBezTo>
                <a:cubicBezTo>
                  <a:pt x="32475" y="97335"/>
                  <a:pt x="32475" y="99598"/>
                  <a:pt x="32475"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2095500" y="1143000"/>
            <a:ext cx="105355" cy="108755"/>
          </a:xfrm>
          <a:custGeom>
            <a:avLst/>
            <a:gdLst/>
            <a:ahLst/>
            <a:cxnLst/>
            <a:rect l="l" t="t" r="r" b="b"/>
            <a:pathLst>
              <a:path w="105355" h="108755">
                <a:moveTo>
                  <a:pt x="65942" y="59665"/>
                </a:moveTo>
                <a:cubicBezTo>
                  <a:pt x="65942" y="57399"/>
                  <a:pt x="65942" y="55888"/>
                  <a:pt x="65942" y="53622"/>
                </a:cubicBezTo>
                <a:cubicBezTo>
                  <a:pt x="79586" y="53622"/>
                  <a:pt x="92471" y="53622"/>
                  <a:pt x="105355" y="53622"/>
                </a:cubicBezTo>
                <a:cubicBezTo>
                  <a:pt x="105355" y="55888"/>
                  <a:pt x="105355" y="57399"/>
                  <a:pt x="105355" y="59665"/>
                </a:cubicBezTo>
                <a:cubicBezTo>
                  <a:pt x="103840" y="59665"/>
                  <a:pt x="102324" y="59665"/>
                  <a:pt x="100809" y="59665"/>
                </a:cubicBezTo>
                <a:cubicBezTo>
                  <a:pt x="96261" y="59665"/>
                  <a:pt x="94745" y="61175"/>
                  <a:pt x="93986" y="66462"/>
                </a:cubicBezTo>
                <a:cubicBezTo>
                  <a:pt x="93986" y="67972"/>
                  <a:pt x="93986" y="70237"/>
                  <a:pt x="93986" y="71749"/>
                </a:cubicBezTo>
                <a:cubicBezTo>
                  <a:pt x="93986" y="81566"/>
                  <a:pt x="93986" y="91384"/>
                  <a:pt x="93986" y="101202"/>
                </a:cubicBezTo>
                <a:cubicBezTo>
                  <a:pt x="93986" y="101958"/>
                  <a:pt x="93986" y="103468"/>
                  <a:pt x="93986" y="104978"/>
                </a:cubicBezTo>
                <a:cubicBezTo>
                  <a:pt x="91713" y="104978"/>
                  <a:pt x="89438" y="104978"/>
                  <a:pt x="87165" y="104978"/>
                </a:cubicBezTo>
                <a:cubicBezTo>
                  <a:pt x="85649" y="102713"/>
                  <a:pt x="84891" y="99692"/>
                  <a:pt x="83376" y="96671"/>
                </a:cubicBezTo>
                <a:cubicBezTo>
                  <a:pt x="81859" y="97427"/>
                  <a:pt x="81101" y="98181"/>
                  <a:pt x="79586" y="98937"/>
                </a:cubicBezTo>
                <a:cubicBezTo>
                  <a:pt x="68216" y="105734"/>
                  <a:pt x="56088" y="108755"/>
                  <a:pt x="42446" y="106490"/>
                </a:cubicBezTo>
                <a:cubicBezTo>
                  <a:pt x="25771" y="103468"/>
                  <a:pt x="13644" y="93650"/>
                  <a:pt x="7579" y="77790"/>
                </a:cubicBezTo>
                <a:cubicBezTo>
                  <a:pt x="0" y="59665"/>
                  <a:pt x="758" y="41538"/>
                  <a:pt x="11369" y="24922"/>
                </a:cubicBezTo>
                <a:cubicBezTo>
                  <a:pt x="18191" y="12840"/>
                  <a:pt x="28802" y="4531"/>
                  <a:pt x="42446" y="2266"/>
                </a:cubicBezTo>
                <a:cubicBezTo>
                  <a:pt x="53815" y="0"/>
                  <a:pt x="65184" y="1510"/>
                  <a:pt x="75038" y="8307"/>
                </a:cubicBezTo>
                <a:cubicBezTo>
                  <a:pt x="75796" y="9063"/>
                  <a:pt x="76553" y="9063"/>
                  <a:pt x="77311" y="9818"/>
                </a:cubicBezTo>
                <a:cubicBezTo>
                  <a:pt x="78069" y="7553"/>
                  <a:pt x="78828" y="5287"/>
                  <a:pt x="79586" y="3776"/>
                </a:cubicBezTo>
                <a:cubicBezTo>
                  <a:pt x="81101" y="3776"/>
                  <a:pt x="82617" y="3776"/>
                  <a:pt x="84891" y="3776"/>
                </a:cubicBezTo>
                <a:cubicBezTo>
                  <a:pt x="87165" y="13594"/>
                  <a:pt x="90197" y="24168"/>
                  <a:pt x="92471" y="34741"/>
                </a:cubicBezTo>
                <a:cubicBezTo>
                  <a:pt x="90955" y="35496"/>
                  <a:pt x="88682" y="36252"/>
                  <a:pt x="86407" y="37007"/>
                </a:cubicBezTo>
                <a:cubicBezTo>
                  <a:pt x="86407" y="35496"/>
                  <a:pt x="85649" y="33986"/>
                  <a:pt x="84891" y="33231"/>
                </a:cubicBezTo>
                <a:cubicBezTo>
                  <a:pt x="82617" y="27944"/>
                  <a:pt x="79586" y="22657"/>
                  <a:pt x="75796" y="18881"/>
                </a:cubicBezTo>
                <a:cubicBezTo>
                  <a:pt x="63669" y="6041"/>
                  <a:pt x="44719" y="5287"/>
                  <a:pt x="31834" y="17371"/>
                </a:cubicBezTo>
                <a:cubicBezTo>
                  <a:pt x="23496" y="25678"/>
                  <a:pt x="18948" y="35496"/>
                  <a:pt x="18191" y="46825"/>
                </a:cubicBezTo>
                <a:cubicBezTo>
                  <a:pt x="16675" y="59665"/>
                  <a:pt x="18948" y="71749"/>
                  <a:pt x="25771" y="82321"/>
                </a:cubicBezTo>
                <a:cubicBezTo>
                  <a:pt x="33350" y="94405"/>
                  <a:pt x="44719" y="99692"/>
                  <a:pt x="58363" y="98937"/>
                </a:cubicBezTo>
                <a:cubicBezTo>
                  <a:pt x="65184" y="98181"/>
                  <a:pt x="71248" y="95915"/>
                  <a:pt x="76553" y="90630"/>
                </a:cubicBezTo>
                <a:cubicBezTo>
                  <a:pt x="78828" y="88364"/>
                  <a:pt x="80344" y="86097"/>
                  <a:pt x="80344" y="82321"/>
                </a:cubicBezTo>
                <a:cubicBezTo>
                  <a:pt x="80344" y="77790"/>
                  <a:pt x="81101" y="72503"/>
                  <a:pt x="80344" y="67972"/>
                </a:cubicBezTo>
                <a:cubicBezTo>
                  <a:pt x="80344" y="61930"/>
                  <a:pt x="78828" y="61175"/>
                  <a:pt x="72763" y="59665"/>
                </a:cubicBezTo>
                <a:cubicBezTo>
                  <a:pt x="71248" y="59665"/>
                  <a:pt x="68974" y="59665"/>
                  <a:pt x="65942" y="5966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2819400" y="1143000"/>
            <a:ext cx="85814" cy="105355"/>
          </a:xfrm>
          <a:custGeom>
            <a:avLst/>
            <a:gdLst/>
            <a:ahLst/>
            <a:cxnLst/>
            <a:rect l="l" t="t" r="r" b="b"/>
            <a:pathLst>
              <a:path w="85814" h="105355">
                <a:moveTo>
                  <a:pt x="78219" y="33111"/>
                </a:moveTo>
                <a:cubicBezTo>
                  <a:pt x="75942" y="33865"/>
                  <a:pt x="74423" y="33865"/>
                  <a:pt x="72145" y="34616"/>
                </a:cubicBezTo>
                <a:cubicBezTo>
                  <a:pt x="71385" y="33111"/>
                  <a:pt x="70626" y="32360"/>
                  <a:pt x="69867" y="30855"/>
                </a:cubicBezTo>
                <a:cubicBezTo>
                  <a:pt x="66069" y="24082"/>
                  <a:pt x="61512" y="18061"/>
                  <a:pt x="54679" y="13546"/>
                </a:cubicBezTo>
                <a:cubicBezTo>
                  <a:pt x="46325" y="8278"/>
                  <a:pt x="37970" y="6773"/>
                  <a:pt x="28858" y="9031"/>
                </a:cubicBezTo>
                <a:cubicBezTo>
                  <a:pt x="25061" y="9783"/>
                  <a:pt x="21264" y="12041"/>
                  <a:pt x="18985" y="14299"/>
                </a:cubicBezTo>
                <a:cubicBezTo>
                  <a:pt x="13669" y="20319"/>
                  <a:pt x="14428" y="28597"/>
                  <a:pt x="19745" y="33111"/>
                </a:cubicBezTo>
                <a:cubicBezTo>
                  <a:pt x="23542" y="36874"/>
                  <a:pt x="27339" y="38379"/>
                  <a:pt x="31896" y="39884"/>
                </a:cubicBezTo>
                <a:cubicBezTo>
                  <a:pt x="38730" y="42142"/>
                  <a:pt x="46325" y="44400"/>
                  <a:pt x="53160" y="46657"/>
                </a:cubicBezTo>
                <a:cubicBezTo>
                  <a:pt x="58475" y="48162"/>
                  <a:pt x="63791" y="50420"/>
                  <a:pt x="68348" y="52678"/>
                </a:cubicBezTo>
                <a:cubicBezTo>
                  <a:pt x="85814" y="62461"/>
                  <a:pt x="85054" y="83532"/>
                  <a:pt x="73664" y="94068"/>
                </a:cubicBezTo>
                <a:cubicBezTo>
                  <a:pt x="64550" y="103099"/>
                  <a:pt x="53919" y="105355"/>
                  <a:pt x="42527" y="105355"/>
                </a:cubicBezTo>
                <a:cubicBezTo>
                  <a:pt x="33414" y="104604"/>
                  <a:pt x="25820" y="101594"/>
                  <a:pt x="18985" y="96326"/>
                </a:cubicBezTo>
                <a:cubicBezTo>
                  <a:pt x="18226" y="95573"/>
                  <a:pt x="17466" y="94821"/>
                  <a:pt x="15947" y="94068"/>
                </a:cubicBezTo>
                <a:cubicBezTo>
                  <a:pt x="14428" y="97078"/>
                  <a:pt x="13669" y="100089"/>
                  <a:pt x="12150" y="103099"/>
                </a:cubicBezTo>
                <a:cubicBezTo>
                  <a:pt x="10632" y="103099"/>
                  <a:pt x="9114" y="103099"/>
                  <a:pt x="7595" y="103099"/>
                </a:cubicBezTo>
                <a:cubicBezTo>
                  <a:pt x="5316" y="91058"/>
                  <a:pt x="3038" y="79017"/>
                  <a:pt x="759" y="66976"/>
                </a:cubicBezTo>
                <a:cubicBezTo>
                  <a:pt x="3038" y="66224"/>
                  <a:pt x="5316" y="66224"/>
                  <a:pt x="7595" y="65471"/>
                </a:cubicBezTo>
                <a:cubicBezTo>
                  <a:pt x="8354" y="67729"/>
                  <a:pt x="9114" y="69986"/>
                  <a:pt x="9873" y="71492"/>
                </a:cubicBezTo>
                <a:cubicBezTo>
                  <a:pt x="13669" y="79770"/>
                  <a:pt x="19745" y="87295"/>
                  <a:pt x="27339" y="91811"/>
                </a:cubicBezTo>
                <a:cubicBezTo>
                  <a:pt x="34933" y="97078"/>
                  <a:pt x="43287" y="98582"/>
                  <a:pt x="52400" y="96326"/>
                </a:cubicBezTo>
                <a:cubicBezTo>
                  <a:pt x="56956" y="95573"/>
                  <a:pt x="60753" y="92563"/>
                  <a:pt x="64550" y="89553"/>
                </a:cubicBezTo>
                <a:cubicBezTo>
                  <a:pt x="71385" y="82780"/>
                  <a:pt x="71385" y="69986"/>
                  <a:pt x="61512" y="64719"/>
                </a:cubicBezTo>
                <a:cubicBezTo>
                  <a:pt x="56956" y="62461"/>
                  <a:pt x="52400" y="60956"/>
                  <a:pt x="47843" y="59451"/>
                </a:cubicBezTo>
                <a:cubicBezTo>
                  <a:pt x="41768" y="57193"/>
                  <a:pt x="34933" y="55688"/>
                  <a:pt x="28858" y="53430"/>
                </a:cubicBezTo>
                <a:cubicBezTo>
                  <a:pt x="23542" y="51925"/>
                  <a:pt x="18985" y="49668"/>
                  <a:pt x="14428" y="46657"/>
                </a:cubicBezTo>
                <a:cubicBezTo>
                  <a:pt x="759" y="38379"/>
                  <a:pt x="0" y="20319"/>
                  <a:pt x="11391" y="9783"/>
                </a:cubicBezTo>
                <a:cubicBezTo>
                  <a:pt x="18985" y="2258"/>
                  <a:pt x="28099" y="0"/>
                  <a:pt x="38730" y="0"/>
                </a:cubicBezTo>
                <a:cubicBezTo>
                  <a:pt x="47084" y="0"/>
                  <a:pt x="54679" y="2258"/>
                  <a:pt x="61512" y="7526"/>
                </a:cubicBezTo>
                <a:cubicBezTo>
                  <a:pt x="61512" y="7526"/>
                  <a:pt x="61512" y="8278"/>
                  <a:pt x="62272" y="8278"/>
                </a:cubicBezTo>
                <a:cubicBezTo>
                  <a:pt x="62272" y="8278"/>
                  <a:pt x="62272" y="8278"/>
                  <a:pt x="63031" y="8278"/>
                </a:cubicBezTo>
                <a:cubicBezTo>
                  <a:pt x="63791" y="6020"/>
                  <a:pt x="64550" y="3763"/>
                  <a:pt x="66069" y="1505"/>
                </a:cubicBezTo>
                <a:cubicBezTo>
                  <a:pt x="67588" y="1505"/>
                  <a:pt x="69107" y="1505"/>
                  <a:pt x="70626" y="1505"/>
                </a:cubicBezTo>
                <a:cubicBezTo>
                  <a:pt x="72904" y="12041"/>
                  <a:pt x="75942" y="22577"/>
                  <a:pt x="78219" y="3311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651000" y="1143000"/>
            <a:ext cx="85814" cy="101958"/>
          </a:xfrm>
          <a:custGeom>
            <a:avLst/>
            <a:gdLst/>
            <a:ahLst/>
            <a:cxnLst/>
            <a:rect l="l" t="t" r="r" b="b"/>
            <a:pathLst>
              <a:path w="85814" h="101958">
                <a:moveTo>
                  <a:pt x="25061" y="58909"/>
                </a:moveTo>
                <a:cubicBezTo>
                  <a:pt x="25061" y="60419"/>
                  <a:pt x="25061" y="61175"/>
                  <a:pt x="25061" y="61930"/>
                </a:cubicBezTo>
                <a:cubicBezTo>
                  <a:pt x="25061" y="70237"/>
                  <a:pt x="25061" y="77790"/>
                  <a:pt x="25061" y="86098"/>
                </a:cubicBezTo>
                <a:cubicBezTo>
                  <a:pt x="25061" y="86853"/>
                  <a:pt x="25061" y="88364"/>
                  <a:pt x="25061" y="89118"/>
                </a:cubicBezTo>
                <a:cubicBezTo>
                  <a:pt x="25820" y="94405"/>
                  <a:pt x="26580" y="95915"/>
                  <a:pt x="32656" y="96671"/>
                </a:cubicBezTo>
                <a:cubicBezTo>
                  <a:pt x="34173" y="96671"/>
                  <a:pt x="35692" y="96671"/>
                  <a:pt x="37211" y="96671"/>
                </a:cubicBezTo>
                <a:cubicBezTo>
                  <a:pt x="37211" y="98181"/>
                  <a:pt x="37211" y="100448"/>
                  <a:pt x="37211" y="101958"/>
                </a:cubicBezTo>
                <a:cubicBezTo>
                  <a:pt x="25061" y="101958"/>
                  <a:pt x="12150" y="101958"/>
                  <a:pt x="0" y="101958"/>
                </a:cubicBezTo>
                <a:cubicBezTo>
                  <a:pt x="0" y="100448"/>
                  <a:pt x="0" y="98937"/>
                  <a:pt x="0" y="96671"/>
                </a:cubicBezTo>
                <a:cubicBezTo>
                  <a:pt x="1519" y="96671"/>
                  <a:pt x="3797" y="96671"/>
                  <a:pt x="6076" y="95915"/>
                </a:cubicBezTo>
                <a:cubicBezTo>
                  <a:pt x="9873" y="95161"/>
                  <a:pt x="10632" y="94405"/>
                  <a:pt x="11391" y="90630"/>
                </a:cubicBezTo>
                <a:cubicBezTo>
                  <a:pt x="11391" y="89118"/>
                  <a:pt x="11391" y="87608"/>
                  <a:pt x="11391" y="86098"/>
                </a:cubicBezTo>
                <a:cubicBezTo>
                  <a:pt x="12150" y="62685"/>
                  <a:pt x="12150" y="39272"/>
                  <a:pt x="11391" y="15860"/>
                </a:cubicBezTo>
                <a:cubicBezTo>
                  <a:pt x="11391" y="14350"/>
                  <a:pt x="11391" y="12084"/>
                  <a:pt x="11391" y="10574"/>
                </a:cubicBezTo>
                <a:cubicBezTo>
                  <a:pt x="10632" y="8307"/>
                  <a:pt x="9114" y="6797"/>
                  <a:pt x="6835" y="6797"/>
                </a:cubicBezTo>
                <a:cubicBezTo>
                  <a:pt x="4557" y="6041"/>
                  <a:pt x="2278" y="6041"/>
                  <a:pt x="0" y="6041"/>
                </a:cubicBezTo>
                <a:cubicBezTo>
                  <a:pt x="0" y="3776"/>
                  <a:pt x="0" y="2266"/>
                  <a:pt x="0" y="756"/>
                </a:cubicBezTo>
                <a:cubicBezTo>
                  <a:pt x="759" y="0"/>
                  <a:pt x="2278" y="0"/>
                  <a:pt x="3038" y="0"/>
                </a:cubicBezTo>
                <a:cubicBezTo>
                  <a:pt x="15947" y="0"/>
                  <a:pt x="29618" y="0"/>
                  <a:pt x="42527" y="0"/>
                </a:cubicBezTo>
                <a:cubicBezTo>
                  <a:pt x="47084" y="0"/>
                  <a:pt x="51641" y="756"/>
                  <a:pt x="55437" y="756"/>
                </a:cubicBezTo>
                <a:cubicBezTo>
                  <a:pt x="74423" y="3021"/>
                  <a:pt x="85814" y="19637"/>
                  <a:pt x="80498" y="37762"/>
                </a:cubicBezTo>
                <a:cubicBezTo>
                  <a:pt x="77460" y="48336"/>
                  <a:pt x="70626" y="55133"/>
                  <a:pt x="59234" y="57399"/>
                </a:cubicBezTo>
                <a:cubicBezTo>
                  <a:pt x="53160" y="58153"/>
                  <a:pt x="47843" y="58153"/>
                  <a:pt x="41768" y="58909"/>
                </a:cubicBezTo>
                <a:cubicBezTo>
                  <a:pt x="36452" y="58909"/>
                  <a:pt x="31137" y="58909"/>
                  <a:pt x="25061" y="58909"/>
                </a:cubicBezTo>
                <a:close/>
                <a:moveTo>
                  <a:pt x="25061" y="51356"/>
                </a:moveTo>
                <a:cubicBezTo>
                  <a:pt x="34173" y="50602"/>
                  <a:pt x="42527" y="51356"/>
                  <a:pt x="50881" y="50602"/>
                </a:cubicBezTo>
                <a:cubicBezTo>
                  <a:pt x="57715" y="49846"/>
                  <a:pt x="62272" y="45315"/>
                  <a:pt x="64550" y="39272"/>
                </a:cubicBezTo>
                <a:cubicBezTo>
                  <a:pt x="67588" y="33986"/>
                  <a:pt x="67588" y="27944"/>
                  <a:pt x="66069" y="21902"/>
                </a:cubicBezTo>
                <a:cubicBezTo>
                  <a:pt x="63791" y="14350"/>
                  <a:pt x="59234" y="9063"/>
                  <a:pt x="50122" y="8307"/>
                </a:cubicBezTo>
                <a:cubicBezTo>
                  <a:pt x="42527" y="8307"/>
                  <a:pt x="34173" y="8307"/>
                  <a:pt x="25820" y="8307"/>
                </a:cubicBezTo>
                <a:cubicBezTo>
                  <a:pt x="25820" y="8307"/>
                  <a:pt x="25820" y="8307"/>
                  <a:pt x="25061" y="8307"/>
                </a:cubicBezTo>
                <a:cubicBezTo>
                  <a:pt x="25061" y="22657"/>
                  <a:pt x="25061" y="36252"/>
                  <a:pt x="25061" y="513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2247900" y="1143000"/>
            <a:ext cx="101109" cy="104507"/>
          </a:xfrm>
          <a:custGeom>
            <a:avLst/>
            <a:gdLst/>
            <a:ahLst/>
            <a:cxnLst/>
            <a:rect l="l" t="t" r="r" b="b"/>
            <a:pathLst>
              <a:path w="101109" h="104507">
                <a:moveTo>
                  <a:pt x="37250" y="0"/>
                </a:moveTo>
                <a:cubicBezTo>
                  <a:pt x="37250" y="1515"/>
                  <a:pt x="37250" y="3029"/>
                  <a:pt x="37250" y="5301"/>
                </a:cubicBezTo>
                <a:cubicBezTo>
                  <a:pt x="34969" y="5301"/>
                  <a:pt x="33449" y="5301"/>
                  <a:pt x="31168" y="6058"/>
                </a:cubicBezTo>
                <a:cubicBezTo>
                  <a:pt x="27367" y="6058"/>
                  <a:pt x="25847" y="7573"/>
                  <a:pt x="25847" y="11359"/>
                </a:cubicBezTo>
                <a:cubicBezTo>
                  <a:pt x="25088" y="12874"/>
                  <a:pt x="25088" y="15146"/>
                  <a:pt x="25088" y="17418"/>
                </a:cubicBezTo>
                <a:cubicBezTo>
                  <a:pt x="25088" y="32564"/>
                  <a:pt x="25088" y="47710"/>
                  <a:pt x="25088" y="62856"/>
                </a:cubicBezTo>
                <a:cubicBezTo>
                  <a:pt x="25088" y="65885"/>
                  <a:pt x="25088" y="69671"/>
                  <a:pt x="25847" y="72701"/>
                </a:cubicBezTo>
                <a:cubicBezTo>
                  <a:pt x="27367" y="84817"/>
                  <a:pt x="34969" y="90876"/>
                  <a:pt x="45612" y="93905"/>
                </a:cubicBezTo>
                <a:cubicBezTo>
                  <a:pt x="57776" y="96934"/>
                  <a:pt x="67659" y="93148"/>
                  <a:pt x="76021" y="83303"/>
                </a:cubicBezTo>
                <a:cubicBezTo>
                  <a:pt x="79061" y="80273"/>
                  <a:pt x="79822" y="75730"/>
                  <a:pt x="80583" y="71186"/>
                </a:cubicBezTo>
                <a:cubicBezTo>
                  <a:pt x="80583" y="68157"/>
                  <a:pt x="80583" y="64370"/>
                  <a:pt x="81342" y="60584"/>
                </a:cubicBezTo>
                <a:cubicBezTo>
                  <a:pt x="81342" y="46952"/>
                  <a:pt x="81342" y="32564"/>
                  <a:pt x="81342" y="18175"/>
                </a:cubicBezTo>
                <a:cubicBezTo>
                  <a:pt x="81342" y="15903"/>
                  <a:pt x="80583" y="13631"/>
                  <a:pt x="80583" y="11359"/>
                </a:cubicBezTo>
                <a:cubicBezTo>
                  <a:pt x="79822" y="7573"/>
                  <a:pt x="78302" y="6058"/>
                  <a:pt x="73740" y="6058"/>
                </a:cubicBezTo>
                <a:cubicBezTo>
                  <a:pt x="72220" y="5301"/>
                  <a:pt x="70700" y="5301"/>
                  <a:pt x="69179" y="5301"/>
                </a:cubicBezTo>
                <a:cubicBezTo>
                  <a:pt x="69179" y="3029"/>
                  <a:pt x="69179" y="1515"/>
                  <a:pt x="69179" y="0"/>
                </a:cubicBezTo>
                <a:cubicBezTo>
                  <a:pt x="79822" y="0"/>
                  <a:pt x="90465" y="0"/>
                  <a:pt x="101109" y="0"/>
                </a:cubicBezTo>
                <a:cubicBezTo>
                  <a:pt x="101109" y="1515"/>
                  <a:pt x="101109" y="3029"/>
                  <a:pt x="101109" y="5301"/>
                </a:cubicBezTo>
                <a:cubicBezTo>
                  <a:pt x="99587" y="5301"/>
                  <a:pt x="97307" y="5301"/>
                  <a:pt x="95786" y="6058"/>
                </a:cubicBezTo>
                <a:cubicBezTo>
                  <a:pt x="91986" y="6058"/>
                  <a:pt x="90465" y="8330"/>
                  <a:pt x="89705" y="11359"/>
                </a:cubicBezTo>
                <a:cubicBezTo>
                  <a:pt x="89705" y="13631"/>
                  <a:pt x="89705" y="16661"/>
                  <a:pt x="89705" y="18932"/>
                </a:cubicBezTo>
                <a:cubicBezTo>
                  <a:pt x="88944" y="34836"/>
                  <a:pt x="89705" y="50739"/>
                  <a:pt x="88944" y="66642"/>
                </a:cubicBezTo>
                <a:cubicBezTo>
                  <a:pt x="88944" y="71186"/>
                  <a:pt x="88185" y="74972"/>
                  <a:pt x="86664" y="79516"/>
                </a:cubicBezTo>
                <a:cubicBezTo>
                  <a:pt x="82103" y="93905"/>
                  <a:pt x="71460" y="101478"/>
                  <a:pt x="56256" y="102992"/>
                </a:cubicBezTo>
                <a:cubicBezTo>
                  <a:pt x="45612" y="104507"/>
                  <a:pt x="35730" y="102235"/>
                  <a:pt x="26608" y="96177"/>
                </a:cubicBezTo>
                <a:cubicBezTo>
                  <a:pt x="18245" y="90876"/>
                  <a:pt x="13684" y="82545"/>
                  <a:pt x="12924" y="72701"/>
                </a:cubicBezTo>
                <a:cubicBezTo>
                  <a:pt x="12163" y="69671"/>
                  <a:pt x="12163" y="65885"/>
                  <a:pt x="12163" y="62856"/>
                </a:cubicBezTo>
                <a:cubicBezTo>
                  <a:pt x="12163" y="48467"/>
                  <a:pt x="12163" y="34078"/>
                  <a:pt x="12163" y="18932"/>
                </a:cubicBezTo>
                <a:cubicBezTo>
                  <a:pt x="12163" y="16661"/>
                  <a:pt x="12163" y="13631"/>
                  <a:pt x="12163" y="11359"/>
                </a:cubicBezTo>
                <a:cubicBezTo>
                  <a:pt x="11403" y="7573"/>
                  <a:pt x="9883" y="6058"/>
                  <a:pt x="6082" y="6058"/>
                </a:cubicBezTo>
                <a:cubicBezTo>
                  <a:pt x="3801" y="5301"/>
                  <a:pt x="2281" y="5301"/>
                  <a:pt x="0" y="5301"/>
                </a:cubicBezTo>
                <a:cubicBezTo>
                  <a:pt x="0" y="3029"/>
                  <a:pt x="0" y="1515"/>
                  <a:pt x="0" y="0"/>
                </a:cubicBezTo>
                <a:cubicBezTo>
                  <a:pt x="12163" y="0"/>
                  <a:pt x="24327" y="0"/>
                  <a:pt x="37250"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2501900" y="1143000"/>
            <a:ext cx="100258" cy="103657"/>
          </a:xfrm>
          <a:custGeom>
            <a:avLst/>
            <a:gdLst/>
            <a:ahLst/>
            <a:cxnLst/>
            <a:rect l="l" t="t" r="r" b="b"/>
            <a:pathLst>
              <a:path w="100258" h="103657">
                <a:moveTo>
                  <a:pt x="55029" y="103657"/>
                </a:moveTo>
                <a:cubicBezTo>
                  <a:pt x="52014" y="103657"/>
                  <a:pt x="49752" y="103657"/>
                  <a:pt x="48245" y="103657"/>
                </a:cubicBezTo>
                <a:cubicBezTo>
                  <a:pt x="45983" y="103657"/>
                  <a:pt x="44475" y="102900"/>
                  <a:pt x="43721" y="100631"/>
                </a:cubicBezTo>
                <a:cubicBezTo>
                  <a:pt x="39199" y="87012"/>
                  <a:pt x="33922" y="74149"/>
                  <a:pt x="29399" y="60529"/>
                </a:cubicBezTo>
                <a:cubicBezTo>
                  <a:pt x="23368" y="46154"/>
                  <a:pt x="18091" y="31778"/>
                  <a:pt x="12814" y="17403"/>
                </a:cubicBezTo>
                <a:cubicBezTo>
                  <a:pt x="12061" y="15132"/>
                  <a:pt x="11307" y="12863"/>
                  <a:pt x="9799" y="10593"/>
                </a:cubicBezTo>
                <a:cubicBezTo>
                  <a:pt x="8292" y="7567"/>
                  <a:pt x="6030" y="6053"/>
                  <a:pt x="3015" y="5296"/>
                </a:cubicBezTo>
                <a:cubicBezTo>
                  <a:pt x="2262" y="5296"/>
                  <a:pt x="1507" y="5296"/>
                  <a:pt x="0" y="5296"/>
                </a:cubicBezTo>
                <a:cubicBezTo>
                  <a:pt x="0" y="3026"/>
                  <a:pt x="0" y="1514"/>
                  <a:pt x="0" y="0"/>
                </a:cubicBezTo>
                <a:cubicBezTo>
                  <a:pt x="12061" y="0"/>
                  <a:pt x="23368" y="0"/>
                  <a:pt x="35429" y="0"/>
                </a:cubicBezTo>
                <a:cubicBezTo>
                  <a:pt x="35429" y="1514"/>
                  <a:pt x="35429" y="3026"/>
                  <a:pt x="35429" y="5296"/>
                </a:cubicBezTo>
                <a:cubicBezTo>
                  <a:pt x="33169" y="5296"/>
                  <a:pt x="31660" y="5296"/>
                  <a:pt x="29399" y="6053"/>
                </a:cubicBezTo>
                <a:cubicBezTo>
                  <a:pt x="25630" y="6053"/>
                  <a:pt x="24875" y="7567"/>
                  <a:pt x="25630" y="11349"/>
                </a:cubicBezTo>
                <a:cubicBezTo>
                  <a:pt x="25630" y="12863"/>
                  <a:pt x="26384" y="14376"/>
                  <a:pt x="26384" y="15132"/>
                </a:cubicBezTo>
                <a:cubicBezTo>
                  <a:pt x="34676" y="38588"/>
                  <a:pt x="42968" y="61286"/>
                  <a:pt x="51260" y="84742"/>
                </a:cubicBezTo>
                <a:cubicBezTo>
                  <a:pt x="52014" y="85498"/>
                  <a:pt x="52014" y="86255"/>
                  <a:pt x="52767" y="87768"/>
                </a:cubicBezTo>
                <a:cubicBezTo>
                  <a:pt x="53522" y="86255"/>
                  <a:pt x="53522" y="85498"/>
                  <a:pt x="54275" y="85498"/>
                </a:cubicBezTo>
                <a:cubicBezTo>
                  <a:pt x="62567" y="61286"/>
                  <a:pt x="70860" y="37831"/>
                  <a:pt x="79905" y="13619"/>
                </a:cubicBezTo>
                <a:cubicBezTo>
                  <a:pt x="79905" y="12863"/>
                  <a:pt x="79905" y="12863"/>
                  <a:pt x="79905" y="12106"/>
                </a:cubicBezTo>
                <a:cubicBezTo>
                  <a:pt x="80659" y="7567"/>
                  <a:pt x="79905" y="6053"/>
                  <a:pt x="76135" y="5296"/>
                </a:cubicBezTo>
                <a:cubicBezTo>
                  <a:pt x="73875" y="5296"/>
                  <a:pt x="72367" y="5296"/>
                  <a:pt x="70860" y="5296"/>
                </a:cubicBezTo>
                <a:cubicBezTo>
                  <a:pt x="70860" y="3026"/>
                  <a:pt x="70860" y="1514"/>
                  <a:pt x="70860" y="0"/>
                </a:cubicBezTo>
                <a:cubicBezTo>
                  <a:pt x="79905" y="0"/>
                  <a:pt x="89704" y="0"/>
                  <a:pt x="100258" y="0"/>
                </a:cubicBezTo>
                <a:cubicBezTo>
                  <a:pt x="100258" y="1514"/>
                  <a:pt x="100258" y="3026"/>
                  <a:pt x="100258" y="5296"/>
                </a:cubicBezTo>
                <a:cubicBezTo>
                  <a:pt x="99504" y="5296"/>
                  <a:pt x="98750" y="5296"/>
                  <a:pt x="97997" y="5296"/>
                </a:cubicBezTo>
                <a:cubicBezTo>
                  <a:pt x="93473" y="6053"/>
                  <a:pt x="91213" y="8322"/>
                  <a:pt x="89704" y="12106"/>
                </a:cubicBezTo>
                <a:cubicBezTo>
                  <a:pt x="87443" y="18158"/>
                  <a:pt x="85181" y="23456"/>
                  <a:pt x="82920" y="28752"/>
                </a:cubicBezTo>
                <a:cubicBezTo>
                  <a:pt x="73875" y="52963"/>
                  <a:pt x="64828" y="76418"/>
                  <a:pt x="55782" y="100631"/>
                </a:cubicBezTo>
                <a:cubicBezTo>
                  <a:pt x="55782" y="101387"/>
                  <a:pt x="55029" y="102144"/>
                  <a:pt x="55029" y="10365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3035300" y="1143000"/>
            <a:ext cx="90912" cy="101958"/>
          </a:xfrm>
          <a:custGeom>
            <a:avLst/>
            <a:gdLst/>
            <a:ahLst/>
            <a:cxnLst/>
            <a:rect l="l" t="t" r="r" b="b"/>
            <a:pathLst>
              <a:path w="90912" h="101958">
                <a:moveTo>
                  <a:pt x="64397" y="95915"/>
                </a:moveTo>
                <a:cubicBezTo>
                  <a:pt x="64397" y="98181"/>
                  <a:pt x="64397" y="99692"/>
                  <a:pt x="64397" y="101202"/>
                </a:cubicBezTo>
                <a:cubicBezTo>
                  <a:pt x="61365" y="101958"/>
                  <a:pt x="33335" y="101958"/>
                  <a:pt x="26516" y="101202"/>
                </a:cubicBezTo>
                <a:cubicBezTo>
                  <a:pt x="26516" y="99692"/>
                  <a:pt x="26516" y="98181"/>
                  <a:pt x="26516" y="95915"/>
                </a:cubicBezTo>
                <a:cubicBezTo>
                  <a:pt x="28788" y="95915"/>
                  <a:pt x="31062" y="95161"/>
                  <a:pt x="33335" y="95161"/>
                </a:cubicBezTo>
                <a:cubicBezTo>
                  <a:pt x="36365" y="95161"/>
                  <a:pt x="37880" y="93650"/>
                  <a:pt x="37880" y="90630"/>
                </a:cubicBezTo>
                <a:cubicBezTo>
                  <a:pt x="38637" y="89118"/>
                  <a:pt x="38637" y="86853"/>
                  <a:pt x="38637" y="85343"/>
                </a:cubicBezTo>
                <a:cubicBezTo>
                  <a:pt x="38637" y="78546"/>
                  <a:pt x="38637" y="71749"/>
                  <a:pt x="38637" y="64196"/>
                </a:cubicBezTo>
                <a:cubicBezTo>
                  <a:pt x="38637" y="62685"/>
                  <a:pt x="38637" y="61175"/>
                  <a:pt x="37880" y="59665"/>
                </a:cubicBezTo>
                <a:cubicBezTo>
                  <a:pt x="29547" y="44559"/>
                  <a:pt x="21213" y="29455"/>
                  <a:pt x="12879" y="14350"/>
                </a:cubicBezTo>
                <a:cubicBezTo>
                  <a:pt x="12122" y="12840"/>
                  <a:pt x="11364" y="12084"/>
                  <a:pt x="11364" y="11328"/>
                </a:cubicBezTo>
                <a:cubicBezTo>
                  <a:pt x="9091" y="7553"/>
                  <a:pt x="6819" y="5287"/>
                  <a:pt x="2273" y="5287"/>
                </a:cubicBezTo>
                <a:cubicBezTo>
                  <a:pt x="1515" y="5287"/>
                  <a:pt x="758" y="5287"/>
                  <a:pt x="0" y="5287"/>
                </a:cubicBezTo>
                <a:cubicBezTo>
                  <a:pt x="0" y="3021"/>
                  <a:pt x="0" y="1510"/>
                  <a:pt x="0" y="0"/>
                </a:cubicBezTo>
                <a:cubicBezTo>
                  <a:pt x="12122" y="0"/>
                  <a:pt x="23486" y="0"/>
                  <a:pt x="36365" y="0"/>
                </a:cubicBezTo>
                <a:cubicBezTo>
                  <a:pt x="36365" y="1510"/>
                  <a:pt x="36365" y="3021"/>
                  <a:pt x="36365" y="5287"/>
                </a:cubicBezTo>
                <a:cubicBezTo>
                  <a:pt x="34092" y="5287"/>
                  <a:pt x="31819" y="5287"/>
                  <a:pt x="30303" y="5287"/>
                </a:cubicBezTo>
                <a:cubicBezTo>
                  <a:pt x="26516" y="6041"/>
                  <a:pt x="25758" y="7553"/>
                  <a:pt x="27273" y="10574"/>
                </a:cubicBezTo>
                <a:cubicBezTo>
                  <a:pt x="27273" y="11328"/>
                  <a:pt x="28031" y="12840"/>
                  <a:pt x="28031" y="13594"/>
                </a:cubicBezTo>
                <a:cubicBezTo>
                  <a:pt x="34092" y="24922"/>
                  <a:pt x="40152" y="37007"/>
                  <a:pt x="46214" y="48336"/>
                </a:cubicBezTo>
                <a:cubicBezTo>
                  <a:pt x="46214" y="49091"/>
                  <a:pt x="46971" y="49846"/>
                  <a:pt x="47729" y="51356"/>
                </a:cubicBezTo>
                <a:cubicBezTo>
                  <a:pt x="48486" y="49846"/>
                  <a:pt x="49244" y="49091"/>
                  <a:pt x="50001" y="48336"/>
                </a:cubicBezTo>
                <a:cubicBezTo>
                  <a:pt x="56063" y="37007"/>
                  <a:pt x="62123" y="25678"/>
                  <a:pt x="68942" y="13594"/>
                </a:cubicBezTo>
                <a:cubicBezTo>
                  <a:pt x="69699" y="12084"/>
                  <a:pt x="70457" y="10574"/>
                  <a:pt x="70457" y="9063"/>
                </a:cubicBezTo>
                <a:cubicBezTo>
                  <a:pt x="71214" y="6797"/>
                  <a:pt x="70457" y="6041"/>
                  <a:pt x="68184" y="6041"/>
                </a:cubicBezTo>
                <a:cubicBezTo>
                  <a:pt x="65912" y="5287"/>
                  <a:pt x="64397" y="5287"/>
                  <a:pt x="61365" y="5287"/>
                </a:cubicBezTo>
                <a:cubicBezTo>
                  <a:pt x="61365" y="3021"/>
                  <a:pt x="61365" y="1510"/>
                  <a:pt x="61365" y="0"/>
                </a:cubicBezTo>
                <a:cubicBezTo>
                  <a:pt x="71214" y="0"/>
                  <a:pt x="81063" y="0"/>
                  <a:pt x="90912" y="0"/>
                </a:cubicBezTo>
                <a:cubicBezTo>
                  <a:pt x="90912" y="1510"/>
                  <a:pt x="90912" y="3021"/>
                  <a:pt x="90912" y="5287"/>
                </a:cubicBezTo>
                <a:cubicBezTo>
                  <a:pt x="90155" y="5287"/>
                  <a:pt x="88640" y="5287"/>
                  <a:pt x="87125" y="6041"/>
                </a:cubicBezTo>
                <a:cubicBezTo>
                  <a:pt x="84851" y="6041"/>
                  <a:pt x="82578" y="6797"/>
                  <a:pt x="81821" y="9063"/>
                </a:cubicBezTo>
                <a:cubicBezTo>
                  <a:pt x="80306" y="10574"/>
                  <a:pt x="78791" y="12840"/>
                  <a:pt x="78033" y="14350"/>
                </a:cubicBezTo>
                <a:cubicBezTo>
                  <a:pt x="69699" y="28699"/>
                  <a:pt x="61365" y="42294"/>
                  <a:pt x="53790" y="56643"/>
                </a:cubicBezTo>
                <a:cubicBezTo>
                  <a:pt x="52274" y="58153"/>
                  <a:pt x="51516" y="60419"/>
                  <a:pt x="52274" y="61930"/>
                </a:cubicBezTo>
                <a:cubicBezTo>
                  <a:pt x="52274" y="69483"/>
                  <a:pt x="52274" y="77034"/>
                  <a:pt x="52274" y="83833"/>
                </a:cubicBezTo>
                <a:cubicBezTo>
                  <a:pt x="52274" y="86098"/>
                  <a:pt x="52274" y="87608"/>
                  <a:pt x="52274" y="89118"/>
                </a:cubicBezTo>
                <a:cubicBezTo>
                  <a:pt x="53031" y="93650"/>
                  <a:pt x="53790" y="94405"/>
                  <a:pt x="58335" y="95161"/>
                </a:cubicBezTo>
                <a:cubicBezTo>
                  <a:pt x="60608" y="95161"/>
                  <a:pt x="62123" y="95915"/>
                  <a:pt x="64397" y="9591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2959100" y="1143000"/>
            <a:ext cx="87513" cy="104507"/>
          </a:xfrm>
          <a:custGeom>
            <a:avLst/>
            <a:gdLst/>
            <a:ahLst/>
            <a:cxnLst/>
            <a:rect l="l" t="t" r="r" b="b"/>
            <a:pathLst>
              <a:path w="87513" h="104507">
                <a:moveTo>
                  <a:pt x="81478" y="31577"/>
                </a:moveTo>
                <a:cubicBezTo>
                  <a:pt x="79969" y="27818"/>
                  <a:pt x="78459" y="24811"/>
                  <a:pt x="76951" y="21803"/>
                </a:cubicBezTo>
                <a:cubicBezTo>
                  <a:pt x="72424" y="12781"/>
                  <a:pt x="64126" y="9774"/>
                  <a:pt x="54318" y="10526"/>
                </a:cubicBezTo>
                <a:cubicBezTo>
                  <a:pt x="51300" y="10526"/>
                  <a:pt x="50546" y="11278"/>
                  <a:pt x="50546" y="13533"/>
                </a:cubicBezTo>
                <a:cubicBezTo>
                  <a:pt x="49792" y="15037"/>
                  <a:pt x="49792" y="16540"/>
                  <a:pt x="49792" y="18044"/>
                </a:cubicBezTo>
                <a:cubicBezTo>
                  <a:pt x="49792" y="40599"/>
                  <a:pt x="49792" y="63908"/>
                  <a:pt x="49792" y="86463"/>
                </a:cubicBezTo>
                <a:cubicBezTo>
                  <a:pt x="49792" y="88718"/>
                  <a:pt x="50546" y="90222"/>
                  <a:pt x="50546" y="92478"/>
                </a:cubicBezTo>
                <a:cubicBezTo>
                  <a:pt x="51300" y="96237"/>
                  <a:pt x="52809" y="97740"/>
                  <a:pt x="56582" y="98492"/>
                </a:cubicBezTo>
                <a:cubicBezTo>
                  <a:pt x="58845" y="98492"/>
                  <a:pt x="60354" y="99244"/>
                  <a:pt x="62617" y="99244"/>
                </a:cubicBezTo>
                <a:cubicBezTo>
                  <a:pt x="62617" y="100748"/>
                  <a:pt x="62617" y="103003"/>
                  <a:pt x="62617" y="104507"/>
                </a:cubicBezTo>
                <a:cubicBezTo>
                  <a:pt x="49792" y="104507"/>
                  <a:pt x="37722" y="104507"/>
                  <a:pt x="24896" y="104507"/>
                </a:cubicBezTo>
                <a:cubicBezTo>
                  <a:pt x="24896" y="103003"/>
                  <a:pt x="24896" y="101500"/>
                  <a:pt x="24896" y="99244"/>
                </a:cubicBezTo>
                <a:cubicBezTo>
                  <a:pt x="27159" y="99244"/>
                  <a:pt x="29422" y="98492"/>
                  <a:pt x="30931" y="98492"/>
                </a:cubicBezTo>
                <a:cubicBezTo>
                  <a:pt x="35458" y="97740"/>
                  <a:pt x="36967" y="96237"/>
                  <a:pt x="36967" y="92478"/>
                </a:cubicBezTo>
                <a:cubicBezTo>
                  <a:pt x="36967" y="90974"/>
                  <a:pt x="36967" y="90222"/>
                  <a:pt x="36967" y="88718"/>
                </a:cubicBezTo>
                <a:cubicBezTo>
                  <a:pt x="36967" y="64660"/>
                  <a:pt x="36967" y="40599"/>
                  <a:pt x="36967" y="16540"/>
                </a:cubicBezTo>
                <a:cubicBezTo>
                  <a:pt x="36967" y="10526"/>
                  <a:pt x="36967" y="9774"/>
                  <a:pt x="30931" y="10526"/>
                </a:cubicBezTo>
                <a:cubicBezTo>
                  <a:pt x="28668" y="10526"/>
                  <a:pt x="26405" y="10526"/>
                  <a:pt x="24141" y="11278"/>
                </a:cubicBezTo>
                <a:cubicBezTo>
                  <a:pt x="19615" y="12029"/>
                  <a:pt x="15843" y="13533"/>
                  <a:pt x="13580" y="17292"/>
                </a:cubicBezTo>
                <a:cubicBezTo>
                  <a:pt x="11317" y="20300"/>
                  <a:pt x="9807" y="24059"/>
                  <a:pt x="8298" y="27066"/>
                </a:cubicBezTo>
                <a:cubicBezTo>
                  <a:pt x="7544" y="28570"/>
                  <a:pt x="6789" y="30074"/>
                  <a:pt x="6035" y="31577"/>
                </a:cubicBezTo>
                <a:cubicBezTo>
                  <a:pt x="3772" y="30825"/>
                  <a:pt x="2263" y="30074"/>
                  <a:pt x="0" y="29322"/>
                </a:cubicBezTo>
                <a:cubicBezTo>
                  <a:pt x="3772" y="19548"/>
                  <a:pt x="6789" y="9774"/>
                  <a:pt x="9807" y="0"/>
                </a:cubicBezTo>
                <a:cubicBezTo>
                  <a:pt x="11317" y="0"/>
                  <a:pt x="12826" y="0"/>
                  <a:pt x="14334" y="0"/>
                </a:cubicBezTo>
                <a:cubicBezTo>
                  <a:pt x="15089" y="752"/>
                  <a:pt x="15089" y="2256"/>
                  <a:pt x="15843" y="3007"/>
                </a:cubicBezTo>
                <a:cubicBezTo>
                  <a:pt x="34704" y="3007"/>
                  <a:pt x="52809" y="3007"/>
                  <a:pt x="71670" y="3007"/>
                </a:cubicBezTo>
                <a:cubicBezTo>
                  <a:pt x="71670" y="2256"/>
                  <a:pt x="72424" y="752"/>
                  <a:pt x="73179" y="0"/>
                </a:cubicBezTo>
                <a:cubicBezTo>
                  <a:pt x="73933" y="0"/>
                  <a:pt x="75442" y="0"/>
                  <a:pt x="77705" y="0"/>
                </a:cubicBezTo>
                <a:cubicBezTo>
                  <a:pt x="80724" y="9774"/>
                  <a:pt x="84496" y="19548"/>
                  <a:pt x="87513" y="29322"/>
                </a:cubicBezTo>
                <a:cubicBezTo>
                  <a:pt x="85250" y="30074"/>
                  <a:pt x="83741" y="30825"/>
                  <a:pt x="81478" y="3157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943100" y="1143000"/>
            <a:ext cx="37384" cy="101109"/>
          </a:xfrm>
          <a:custGeom>
            <a:avLst/>
            <a:gdLst/>
            <a:ahLst/>
            <a:cxnLst/>
            <a:rect l="l" t="t" r="r" b="b"/>
            <a:pathLst>
              <a:path w="37384" h="101109">
                <a:moveTo>
                  <a:pt x="0" y="101109"/>
                </a:moveTo>
                <a:cubicBezTo>
                  <a:pt x="0" y="99598"/>
                  <a:pt x="0" y="98090"/>
                  <a:pt x="0" y="95827"/>
                </a:cubicBezTo>
                <a:cubicBezTo>
                  <a:pt x="2243" y="95827"/>
                  <a:pt x="4486" y="95827"/>
                  <a:pt x="6730" y="95072"/>
                </a:cubicBezTo>
                <a:cubicBezTo>
                  <a:pt x="9719" y="94317"/>
                  <a:pt x="11215" y="93562"/>
                  <a:pt x="11963" y="89790"/>
                </a:cubicBezTo>
                <a:cubicBezTo>
                  <a:pt x="11963" y="88280"/>
                  <a:pt x="11963" y="86771"/>
                  <a:pt x="11963" y="85263"/>
                </a:cubicBezTo>
                <a:cubicBezTo>
                  <a:pt x="11963" y="61872"/>
                  <a:pt x="11963" y="39235"/>
                  <a:pt x="11963" y="15846"/>
                </a:cubicBezTo>
                <a:cubicBezTo>
                  <a:pt x="11963" y="13581"/>
                  <a:pt x="11963" y="12073"/>
                  <a:pt x="11963" y="9809"/>
                </a:cubicBezTo>
                <a:cubicBezTo>
                  <a:pt x="11215" y="7545"/>
                  <a:pt x="9719" y="6036"/>
                  <a:pt x="6730" y="6036"/>
                </a:cubicBezTo>
                <a:cubicBezTo>
                  <a:pt x="4486" y="5282"/>
                  <a:pt x="2991" y="5282"/>
                  <a:pt x="748" y="5282"/>
                </a:cubicBezTo>
                <a:cubicBezTo>
                  <a:pt x="748" y="3018"/>
                  <a:pt x="748" y="1509"/>
                  <a:pt x="748" y="0"/>
                </a:cubicBezTo>
                <a:cubicBezTo>
                  <a:pt x="12710" y="0"/>
                  <a:pt x="24674" y="0"/>
                  <a:pt x="36636" y="0"/>
                </a:cubicBezTo>
                <a:cubicBezTo>
                  <a:pt x="36636" y="1509"/>
                  <a:pt x="36636" y="3018"/>
                  <a:pt x="36636" y="5282"/>
                </a:cubicBezTo>
                <a:cubicBezTo>
                  <a:pt x="35141" y="5282"/>
                  <a:pt x="32898" y="5282"/>
                  <a:pt x="31402" y="6036"/>
                </a:cubicBezTo>
                <a:cubicBezTo>
                  <a:pt x="28412" y="6036"/>
                  <a:pt x="26168" y="7545"/>
                  <a:pt x="25422" y="11318"/>
                </a:cubicBezTo>
                <a:cubicBezTo>
                  <a:pt x="25422" y="12827"/>
                  <a:pt x="24674" y="15090"/>
                  <a:pt x="24674" y="17355"/>
                </a:cubicBezTo>
                <a:cubicBezTo>
                  <a:pt x="24674" y="39991"/>
                  <a:pt x="24674" y="62626"/>
                  <a:pt x="24674" y="85263"/>
                </a:cubicBezTo>
                <a:cubicBezTo>
                  <a:pt x="24674" y="93562"/>
                  <a:pt x="26916" y="95072"/>
                  <a:pt x="34393" y="95827"/>
                </a:cubicBezTo>
                <a:cubicBezTo>
                  <a:pt x="35141" y="95827"/>
                  <a:pt x="35889" y="95827"/>
                  <a:pt x="36636" y="95827"/>
                </a:cubicBezTo>
                <a:cubicBezTo>
                  <a:pt x="36636" y="96581"/>
                  <a:pt x="37384" y="97335"/>
                  <a:pt x="37384" y="98844"/>
                </a:cubicBezTo>
                <a:cubicBezTo>
                  <a:pt x="37384" y="99598"/>
                  <a:pt x="36636" y="100353"/>
                  <a:pt x="36636" y="101109"/>
                </a:cubicBezTo>
                <a:cubicBezTo>
                  <a:pt x="24674" y="101109"/>
                  <a:pt x="12710" y="101109"/>
                  <a:pt x="0" y="10110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2908300" y="1143000"/>
            <a:ext cx="36535" cy="101958"/>
          </a:xfrm>
          <a:custGeom>
            <a:avLst/>
            <a:gdLst/>
            <a:ahLst/>
            <a:cxnLst/>
            <a:rect l="l" t="t" r="r" b="b"/>
            <a:pathLst>
              <a:path w="36535" h="101958">
                <a:moveTo>
                  <a:pt x="0" y="5287"/>
                </a:moveTo>
                <a:cubicBezTo>
                  <a:pt x="0" y="3021"/>
                  <a:pt x="0" y="1510"/>
                  <a:pt x="0" y="0"/>
                </a:cubicBezTo>
                <a:cubicBezTo>
                  <a:pt x="11930" y="0"/>
                  <a:pt x="23859" y="0"/>
                  <a:pt x="36535" y="0"/>
                </a:cubicBezTo>
                <a:cubicBezTo>
                  <a:pt x="36535" y="1510"/>
                  <a:pt x="36535" y="3021"/>
                  <a:pt x="36535" y="5287"/>
                </a:cubicBezTo>
                <a:cubicBezTo>
                  <a:pt x="34298" y="5287"/>
                  <a:pt x="32807" y="5287"/>
                  <a:pt x="31316" y="6041"/>
                </a:cubicBezTo>
                <a:cubicBezTo>
                  <a:pt x="27588" y="6041"/>
                  <a:pt x="26096" y="7553"/>
                  <a:pt x="25350" y="11328"/>
                </a:cubicBezTo>
                <a:cubicBezTo>
                  <a:pt x="24605" y="13594"/>
                  <a:pt x="24605" y="15105"/>
                  <a:pt x="24605" y="17371"/>
                </a:cubicBezTo>
                <a:cubicBezTo>
                  <a:pt x="24605" y="40028"/>
                  <a:pt x="24605" y="62685"/>
                  <a:pt x="24605" y="85343"/>
                </a:cubicBezTo>
                <a:cubicBezTo>
                  <a:pt x="24605" y="93650"/>
                  <a:pt x="26096" y="95161"/>
                  <a:pt x="34298" y="95915"/>
                </a:cubicBezTo>
                <a:cubicBezTo>
                  <a:pt x="35044" y="95915"/>
                  <a:pt x="35790" y="95915"/>
                  <a:pt x="36535" y="95915"/>
                </a:cubicBezTo>
                <a:cubicBezTo>
                  <a:pt x="36535" y="97427"/>
                  <a:pt x="36535" y="99692"/>
                  <a:pt x="36535" y="101202"/>
                </a:cubicBezTo>
                <a:cubicBezTo>
                  <a:pt x="33552" y="101958"/>
                  <a:pt x="6711" y="101958"/>
                  <a:pt x="0" y="101202"/>
                </a:cubicBezTo>
                <a:cubicBezTo>
                  <a:pt x="0" y="99692"/>
                  <a:pt x="0" y="98181"/>
                  <a:pt x="0" y="95915"/>
                </a:cubicBezTo>
                <a:cubicBezTo>
                  <a:pt x="2236" y="95915"/>
                  <a:pt x="3727" y="95915"/>
                  <a:pt x="5220" y="95161"/>
                </a:cubicBezTo>
                <a:cubicBezTo>
                  <a:pt x="9693" y="95161"/>
                  <a:pt x="11184" y="93650"/>
                  <a:pt x="11930" y="89118"/>
                </a:cubicBezTo>
                <a:cubicBezTo>
                  <a:pt x="11930" y="88364"/>
                  <a:pt x="11930" y="86853"/>
                  <a:pt x="11930" y="85343"/>
                </a:cubicBezTo>
                <a:cubicBezTo>
                  <a:pt x="11930" y="61930"/>
                  <a:pt x="11930" y="38518"/>
                  <a:pt x="11930" y="15105"/>
                </a:cubicBezTo>
                <a:cubicBezTo>
                  <a:pt x="11930" y="13594"/>
                  <a:pt x="11184" y="12084"/>
                  <a:pt x="11184" y="9818"/>
                </a:cubicBezTo>
                <a:cubicBezTo>
                  <a:pt x="10438" y="7553"/>
                  <a:pt x="8947" y="6041"/>
                  <a:pt x="6711" y="6041"/>
                </a:cubicBezTo>
                <a:cubicBezTo>
                  <a:pt x="4474" y="5287"/>
                  <a:pt x="2236" y="5287"/>
                  <a:pt x="0" y="528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2463800" y="1143000"/>
            <a:ext cx="36535" cy="101109"/>
          </a:xfrm>
          <a:custGeom>
            <a:avLst/>
            <a:gdLst/>
            <a:ahLst/>
            <a:cxnLst/>
            <a:rect l="l" t="t" r="r" b="b"/>
            <a:pathLst>
              <a:path w="36535" h="101109">
                <a:moveTo>
                  <a:pt x="0" y="5282"/>
                </a:moveTo>
                <a:cubicBezTo>
                  <a:pt x="0" y="3018"/>
                  <a:pt x="0" y="1509"/>
                  <a:pt x="0" y="0"/>
                </a:cubicBezTo>
                <a:cubicBezTo>
                  <a:pt x="11930" y="0"/>
                  <a:pt x="23859" y="0"/>
                  <a:pt x="36535" y="0"/>
                </a:cubicBezTo>
                <a:cubicBezTo>
                  <a:pt x="36535" y="1509"/>
                  <a:pt x="36535" y="3018"/>
                  <a:pt x="36535" y="5282"/>
                </a:cubicBezTo>
                <a:cubicBezTo>
                  <a:pt x="34298" y="5282"/>
                  <a:pt x="32807" y="5282"/>
                  <a:pt x="31316" y="6036"/>
                </a:cubicBezTo>
                <a:cubicBezTo>
                  <a:pt x="27588" y="6036"/>
                  <a:pt x="25350" y="7545"/>
                  <a:pt x="25350" y="11318"/>
                </a:cubicBezTo>
                <a:cubicBezTo>
                  <a:pt x="24605" y="13581"/>
                  <a:pt x="24605" y="15846"/>
                  <a:pt x="24605" y="17355"/>
                </a:cubicBezTo>
                <a:cubicBezTo>
                  <a:pt x="24605" y="39991"/>
                  <a:pt x="24605" y="62626"/>
                  <a:pt x="24605" y="84508"/>
                </a:cubicBezTo>
                <a:cubicBezTo>
                  <a:pt x="24605" y="86771"/>
                  <a:pt x="24605" y="89036"/>
                  <a:pt x="25350" y="90545"/>
                </a:cubicBezTo>
                <a:cubicBezTo>
                  <a:pt x="25350" y="93562"/>
                  <a:pt x="26841" y="95072"/>
                  <a:pt x="29825" y="95072"/>
                </a:cubicBezTo>
                <a:cubicBezTo>
                  <a:pt x="32061" y="95072"/>
                  <a:pt x="33552" y="95827"/>
                  <a:pt x="36535" y="95827"/>
                </a:cubicBezTo>
                <a:cubicBezTo>
                  <a:pt x="36535" y="97335"/>
                  <a:pt x="36535" y="99598"/>
                  <a:pt x="36535" y="101109"/>
                </a:cubicBezTo>
                <a:cubicBezTo>
                  <a:pt x="24605" y="101109"/>
                  <a:pt x="11930" y="101109"/>
                  <a:pt x="0" y="101109"/>
                </a:cubicBezTo>
                <a:cubicBezTo>
                  <a:pt x="0" y="99598"/>
                  <a:pt x="0" y="98090"/>
                  <a:pt x="0" y="95827"/>
                </a:cubicBezTo>
                <a:cubicBezTo>
                  <a:pt x="2236" y="95827"/>
                  <a:pt x="4474" y="95827"/>
                  <a:pt x="5965" y="95072"/>
                </a:cubicBezTo>
                <a:cubicBezTo>
                  <a:pt x="9693" y="94317"/>
                  <a:pt x="11184" y="92808"/>
                  <a:pt x="11184" y="89790"/>
                </a:cubicBezTo>
                <a:cubicBezTo>
                  <a:pt x="11930" y="87526"/>
                  <a:pt x="11930" y="85263"/>
                  <a:pt x="11930" y="83000"/>
                </a:cubicBezTo>
                <a:cubicBezTo>
                  <a:pt x="11930" y="61117"/>
                  <a:pt x="11930" y="39991"/>
                  <a:pt x="11930" y="18863"/>
                </a:cubicBezTo>
                <a:cubicBezTo>
                  <a:pt x="11930" y="15846"/>
                  <a:pt x="11930" y="13581"/>
                  <a:pt x="11184" y="11318"/>
                </a:cubicBezTo>
                <a:cubicBezTo>
                  <a:pt x="11184" y="7545"/>
                  <a:pt x="9693" y="6036"/>
                  <a:pt x="5965" y="6036"/>
                </a:cubicBezTo>
                <a:cubicBezTo>
                  <a:pt x="3727" y="5282"/>
                  <a:pt x="2236" y="5282"/>
                  <a:pt x="0" y="5282"/>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2895600" y="660400"/>
            <a:ext cx="245547" cy="274436"/>
          </a:xfrm>
          <a:custGeom>
            <a:avLst/>
            <a:gdLst/>
            <a:ahLst/>
            <a:cxnLst/>
            <a:rect l="l" t="t" r="r" b="b"/>
            <a:pathLst>
              <a:path w="245547" h="274436">
                <a:moveTo>
                  <a:pt x="245547" y="78626"/>
                </a:moveTo>
                <a:cubicBezTo>
                  <a:pt x="245547" y="78626"/>
                  <a:pt x="244791" y="79383"/>
                  <a:pt x="244791" y="80138"/>
                </a:cubicBezTo>
                <a:cubicBezTo>
                  <a:pt x="244036" y="81650"/>
                  <a:pt x="244036" y="83918"/>
                  <a:pt x="243280" y="86186"/>
                </a:cubicBezTo>
                <a:cubicBezTo>
                  <a:pt x="235725" y="104330"/>
                  <a:pt x="226658" y="120964"/>
                  <a:pt x="213815" y="135327"/>
                </a:cubicBezTo>
                <a:cubicBezTo>
                  <a:pt x="207771" y="142132"/>
                  <a:pt x="201727" y="148935"/>
                  <a:pt x="195682" y="154984"/>
                </a:cubicBezTo>
                <a:cubicBezTo>
                  <a:pt x="192660" y="158008"/>
                  <a:pt x="189638" y="159520"/>
                  <a:pt x="186616" y="161788"/>
                </a:cubicBezTo>
                <a:cubicBezTo>
                  <a:pt x="184349" y="164056"/>
                  <a:pt x="182082" y="165569"/>
                  <a:pt x="180571" y="168593"/>
                </a:cubicBezTo>
                <a:cubicBezTo>
                  <a:pt x="179060" y="170861"/>
                  <a:pt x="179815" y="171616"/>
                  <a:pt x="182082" y="172372"/>
                </a:cubicBezTo>
                <a:cubicBezTo>
                  <a:pt x="183594" y="172372"/>
                  <a:pt x="185105" y="172372"/>
                  <a:pt x="185861" y="172372"/>
                </a:cubicBezTo>
                <a:cubicBezTo>
                  <a:pt x="192660" y="173129"/>
                  <a:pt x="198704" y="173885"/>
                  <a:pt x="204748" y="173885"/>
                </a:cubicBezTo>
                <a:cubicBezTo>
                  <a:pt x="205504" y="173885"/>
                  <a:pt x="207015" y="174640"/>
                  <a:pt x="207771" y="174640"/>
                </a:cubicBezTo>
                <a:cubicBezTo>
                  <a:pt x="211548" y="176153"/>
                  <a:pt x="213059" y="177664"/>
                  <a:pt x="213059" y="181445"/>
                </a:cubicBezTo>
                <a:cubicBezTo>
                  <a:pt x="213815" y="186737"/>
                  <a:pt x="213059" y="191273"/>
                  <a:pt x="210792" y="195809"/>
                </a:cubicBezTo>
                <a:cubicBezTo>
                  <a:pt x="209282" y="200345"/>
                  <a:pt x="206259" y="204881"/>
                  <a:pt x="203237" y="209418"/>
                </a:cubicBezTo>
                <a:cubicBezTo>
                  <a:pt x="196437" y="218490"/>
                  <a:pt x="187371" y="225294"/>
                  <a:pt x="179060" y="232098"/>
                </a:cubicBezTo>
                <a:cubicBezTo>
                  <a:pt x="176039" y="235121"/>
                  <a:pt x="172260" y="237390"/>
                  <a:pt x="168483" y="238902"/>
                </a:cubicBezTo>
                <a:cubicBezTo>
                  <a:pt x="160928" y="242682"/>
                  <a:pt x="153373" y="247218"/>
                  <a:pt x="145818" y="250999"/>
                </a:cubicBezTo>
                <a:cubicBezTo>
                  <a:pt x="141284" y="252510"/>
                  <a:pt x="137507" y="254779"/>
                  <a:pt x="132973" y="257047"/>
                </a:cubicBezTo>
                <a:cubicBezTo>
                  <a:pt x="130707" y="257802"/>
                  <a:pt x="127685" y="257802"/>
                  <a:pt x="125418" y="258558"/>
                </a:cubicBezTo>
                <a:cubicBezTo>
                  <a:pt x="123906" y="258558"/>
                  <a:pt x="121641" y="257802"/>
                  <a:pt x="120885" y="256291"/>
                </a:cubicBezTo>
                <a:cubicBezTo>
                  <a:pt x="120129" y="254779"/>
                  <a:pt x="120885" y="253266"/>
                  <a:pt x="122396" y="251755"/>
                </a:cubicBezTo>
                <a:cubicBezTo>
                  <a:pt x="123151" y="250999"/>
                  <a:pt x="123906" y="249486"/>
                  <a:pt x="124662" y="248731"/>
                </a:cubicBezTo>
                <a:cubicBezTo>
                  <a:pt x="130707" y="244194"/>
                  <a:pt x="136751" y="238902"/>
                  <a:pt x="142795" y="234366"/>
                </a:cubicBezTo>
                <a:cubicBezTo>
                  <a:pt x="145062" y="232098"/>
                  <a:pt x="146573" y="230586"/>
                  <a:pt x="147328" y="228318"/>
                </a:cubicBezTo>
                <a:cubicBezTo>
                  <a:pt x="148083" y="226805"/>
                  <a:pt x="149595" y="224537"/>
                  <a:pt x="151106" y="223026"/>
                </a:cubicBezTo>
                <a:cubicBezTo>
                  <a:pt x="154884" y="220002"/>
                  <a:pt x="158661" y="216977"/>
                  <a:pt x="161684" y="213197"/>
                </a:cubicBezTo>
                <a:cubicBezTo>
                  <a:pt x="163949" y="211685"/>
                  <a:pt x="164705" y="210174"/>
                  <a:pt x="165461" y="207905"/>
                </a:cubicBezTo>
                <a:cubicBezTo>
                  <a:pt x="165461" y="204881"/>
                  <a:pt x="166972" y="202613"/>
                  <a:pt x="168483" y="200345"/>
                </a:cubicBezTo>
                <a:cubicBezTo>
                  <a:pt x="169995" y="198832"/>
                  <a:pt x="171505" y="197321"/>
                  <a:pt x="173016" y="195809"/>
                </a:cubicBezTo>
                <a:cubicBezTo>
                  <a:pt x="171505" y="193540"/>
                  <a:pt x="169239" y="193540"/>
                  <a:pt x="166216" y="194297"/>
                </a:cubicBezTo>
                <a:cubicBezTo>
                  <a:pt x="160172" y="196566"/>
                  <a:pt x="154884" y="199589"/>
                  <a:pt x="150350" y="204126"/>
                </a:cubicBezTo>
                <a:cubicBezTo>
                  <a:pt x="145062" y="208661"/>
                  <a:pt x="140528" y="213197"/>
                  <a:pt x="135240" y="218490"/>
                </a:cubicBezTo>
                <a:cubicBezTo>
                  <a:pt x="127685" y="226050"/>
                  <a:pt x="118618" y="232098"/>
                  <a:pt x="108796" y="237390"/>
                </a:cubicBezTo>
                <a:cubicBezTo>
                  <a:pt x="98975" y="241926"/>
                  <a:pt x="89908" y="247974"/>
                  <a:pt x="80086" y="253266"/>
                </a:cubicBezTo>
                <a:cubicBezTo>
                  <a:pt x="67243" y="260071"/>
                  <a:pt x="54398" y="266118"/>
                  <a:pt x="40043" y="269899"/>
                </a:cubicBezTo>
                <a:cubicBezTo>
                  <a:pt x="32488" y="272923"/>
                  <a:pt x="24177" y="274436"/>
                  <a:pt x="15110" y="274436"/>
                </a:cubicBezTo>
                <a:cubicBezTo>
                  <a:pt x="12088" y="273679"/>
                  <a:pt x="9067" y="272923"/>
                  <a:pt x="5288" y="272923"/>
                </a:cubicBezTo>
                <a:cubicBezTo>
                  <a:pt x="4533" y="272923"/>
                  <a:pt x="3778" y="272167"/>
                  <a:pt x="3023" y="272167"/>
                </a:cubicBezTo>
                <a:cubicBezTo>
                  <a:pt x="0" y="270655"/>
                  <a:pt x="0" y="268387"/>
                  <a:pt x="3023" y="266118"/>
                </a:cubicBezTo>
                <a:cubicBezTo>
                  <a:pt x="21154" y="254779"/>
                  <a:pt x="40043" y="242682"/>
                  <a:pt x="58932" y="231342"/>
                </a:cubicBezTo>
                <a:cubicBezTo>
                  <a:pt x="63464" y="228318"/>
                  <a:pt x="68753" y="225294"/>
                  <a:pt x="74042" y="224537"/>
                </a:cubicBezTo>
                <a:cubicBezTo>
                  <a:pt x="75552" y="223782"/>
                  <a:pt x="76308" y="223026"/>
                  <a:pt x="77064" y="223026"/>
                </a:cubicBezTo>
                <a:cubicBezTo>
                  <a:pt x="101996" y="207905"/>
                  <a:pt x="127685" y="194297"/>
                  <a:pt x="154128" y="182201"/>
                </a:cubicBezTo>
                <a:cubicBezTo>
                  <a:pt x="154884" y="181445"/>
                  <a:pt x="156394" y="180688"/>
                  <a:pt x="157150" y="179932"/>
                </a:cubicBezTo>
                <a:cubicBezTo>
                  <a:pt x="157905" y="179177"/>
                  <a:pt x="158661" y="177664"/>
                  <a:pt x="158661" y="176908"/>
                </a:cubicBezTo>
                <a:cubicBezTo>
                  <a:pt x="158661" y="176153"/>
                  <a:pt x="157150" y="175396"/>
                  <a:pt x="156394" y="175396"/>
                </a:cubicBezTo>
                <a:cubicBezTo>
                  <a:pt x="151862" y="174640"/>
                  <a:pt x="148083" y="176153"/>
                  <a:pt x="143551" y="177664"/>
                </a:cubicBezTo>
                <a:cubicBezTo>
                  <a:pt x="139018" y="179932"/>
                  <a:pt x="134484" y="181445"/>
                  <a:pt x="129196" y="183713"/>
                </a:cubicBezTo>
                <a:cubicBezTo>
                  <a:pt x="128440" y="183713"/>
                  <a:pt x="127685" y="184469"/>
                  <a:pt x="126929" y="184469"/>
                </a:cubicBezTo>
                <a:cubicBezTo>
                  <a:pt x="123906" y="184469"/>
                  <a:pt x="123151" y="184469"/>
                  <a:pt x="123151" y="180688"/>
                </a:cubicBezTo>
                <a:cubicBezTo>
                  <a:pt x="123151" y="178421"/>
                  <a:pt x="123906" y="176153"/>
                  <a:pt x="125418" y="174640"/>
                </a:cubicBezTo>
                <a:cubicBezTo>
                  <a:pt x="126173" y="173129"/>
                  <a:pt x="127685" y="172372"/>
                  <a:pt x="128440" y="170861"/>
                </a:cubicBezTo>
                <a:cubicBezTo>
                  <a:pt x="129951" y="167837"/>
                  <a:pt x="129951" y="164812"/>
                  <a:pt x="126929" y="162545"/>
                </a:cubicBezTo>
                <a:cubicBezTo>
                  <a:pt x="123906" y="160277"/>
                  <a:pt x="120129" y="158008"/>
                  <a:pt x="116351" y="155740"/>
                </a:cubicBezTo>
                <a:cubicBezTo>
                  <a:pt x="111818" y="153472"/>
                  <a:pt x="108040" y="154984"/>
                  <a:pt x="104263" y="158764"/>
                </a:cubicBezTo>
                <a:cubicBezTo>
                  <a:pt x="100485" y="162545"/>
                  <a:pt x="96708" y="165569"/>
                  <a:pt x="92174" y="169348"/>
                </a:cubicBezTo>
                <a:cubicBezTo>
                  <a:pt x="89153" y="172372"/>
                  <a:pt x="84619" y="174640"/>
                  <a:pt x="80842" y="177664"/>
                </a:cubicBezTo>
                <a:cubicBezTo>
                  <a:pt x="79331" y="178421"/>
                  <a:pt x="77064" y="179932"/>
                  <a:pt x="74798" y="178421"/>
                </a:cubicBezTo>
                <a:cubicBezTo>
                  <a:pt x="73287" y="176908"/>
                  <a:pt x="73287" y="174640"/>
                  <a:pt x="74042" y="173129"/>
                </a:cubicBezTo>
                <a:cubicBezTo>
                  <a:pt x="74042" y="170861"/>
                  <a:pt x="74798" y="169348"/>
                  <a:pt x="75552" y="167837"/>
                </a:cubicBezTo>
                <a:cubicBezTo>
                  <a:pt x="77064" y="165569"/>
                  <a:pt x="79331" y="164056"/>
                  <a:pt x="80842" y="161788"/>
                </a:cubicBezTo>
                <a:cubicBezTo>
                  <a:pt x="83109" y="159520"/>
                  <a:pt x="85374" y="157251"/>
                  <a:pt x="87641" y="154228"/>
                </a:cubicBezTo>
                <a:cubicBezTo>
                  <a:pt x="89153" y="152716"/>
                  <a:pt x="89908" y="149692"/>
                  <a:pt x="90664" y="147424"/>
                </a:cubicBezTo>
                <a:cubicBezTo>
                  <a:pt x="92174" y="144400"/>
                  <a:pt x="92174" y="141375"/>
                  <a:pt x="89153" y="138351"/>
                </a:cubicBezTo>
                <a:cubicBezTo>
                  <a:pt x="87641" y="137596"/>
                  <a:pt x="86886" y="136840"/>
                  <a:pt x="86886" y="135327"/>
                </a:cubicBezTo>
                <a:cubicBezTo>
                  <a:pt x="85374" y="133815"/>
                  <a:pt x="85374" y="132304"/>
                  <a:pt x="87641" y="131548"/>
                </a:cubicBezTo>
                <a:cubicBezTo>
                  <a:pt x="92930" y="130791"/>
                  <a:pt x="98219" y="129280"/>
                  <a:pt x="103508" y="128523"/>
                </a:cubicBezTo>
                <a:cubicBezTo>
                  <a:pt x="105774" y="128523"/>
                  <a:pt x="106530" y="127767"/>
                  <a:pt x="108040" y="126256"/>
                </a:cubicBezTo>
                <a:cubicBezTo>
                  <a:pt x="110307" y="123231"/>
                  <a:pt x="113330" y="120207"/>
                  <a:pt x="115595" y="117183"/>
                </a:cubicBezTo>
                <a:cubicBezTo>
                  <a:pt x="117107" y="114915"/>
                  <a:pt x="118618" y="112646"/>
                  <a:pt x="119374" y="109623"/>
                </a:cubicBezTo>
                <a:cubicBezTo>
                  <a:pt x="120129" y="106599"/>
                  <a:pt x="118618" y="105843"/>
                  <a:pt x="116351" y="106599"/>
                </a:cubicBezTo>
                <a:cubicBezTo>
                  <a:pt x="114085" y="106599"/>
                  <a:pt x="112574" y="107354"/>
                  <a:pt x="111063" y="108867"/>
                </a:cubicBezTo>
                <a:cubicBezTo>
                  <a:pt x="108796" y="110378"/>
                  <a:pt x="105774" y="110378"/>
                  <a:pt x="103508" y="109623"/>
                </a:cubicBezTo>
                <a:cubicBezTo>
                  <a:pt x="101241" y="109623"/>
                  <a:pt x="100485" y="108867"/>
                  <a:pt x="99729" y="106599"/>
                </a:cubicBezTo>
                <a:cubicBezTo>
                  <a:pt x="99729" y="105086"/>
                  <a:pt x="99729" y="103575"/>
                  <a:pt x="101241" y="102062"/>
                </a:cubicBezTo>
                <a:cubicBezTo>
                  <a:pt x="103508" y="100551"/>
                  <a:pt x="105019" y="99038"/>
                  <a:pt x="106530" y="97527"/>
                </a:cubicBezTo>
                <a:cubicBezTo>
                  <a:pt x="108040" y="95259"/>
                  <a:pt x="108796" y="92991"/>
                  <a:pt x="108796" y="89967"/>
                </a:cubicBezTo>
                <a:cubicBezTo>
                  <a:pt x="108796" y="87699"/>
                  <a:pt x="108040" y="86942"/>
                  <a:pt x="105774" y="86942"/>
                </a:cubicBezTo>
                <a:cubicBezTo>
                  <a:pt x="102752" y="86942"/>
                  <a:pt x="99729" y="86942"/>
                  <a:pt x="97464" y="86186"/>
                </a:cubicBezTo>
                <a:cubicBezTo>
                  <a:pt x="89908" y="84675"/>
                  <a:pt x="86130" y="80138"/>
                  <a:pt x="84619" y="72578"/>
                </a:cubicBezTo>
                <a:cubicBezTo>
                  <a:pt x="84619" y="68797"/>
                  <a:pt x="85374" y="68042"/>
                  <a:pt x="89153" y="68797"/>
                </a:cubicBezTo>
                <a:cubicBezTo>
                  <a:pt x="91418" y="68797"/>
                  <a:pt x="93685" y="68797"/>
                  <a:pt x="95952" y="69554"/>
                </a:cubicBezTo>
                <a:cubicBezTo>
                  <a:pt x="103508" y="70310"/>
                  <a:pt x="110307" y="69554"/>
                  <a:pt x="117107" y="65018"/>
                </a:cubicBezTo>
                <a:cubicBezTo>
                  <a:pt x="119374" y="62749"/>
                  <a:pt x="123151" y="61994"/>
                  <a:pt x="126173" y="61238"/>
                </a:cubicBezTo>
                <a:cubicBezTo>
                  <a:pt x="131462" y="59726"/>
                  <a:pt x="135995" y="57457"/>
                  <a:pt x="139018" y="52921"/>
                </a:cubicBezTo>
                <a:cubicBezTo>
                  <a:pt x="145818" y="45361"/>
                  <a:pt x="151106" y="37045"/>
                  <a:pt x="153373" y="27216"/>
                </a:cubicBezTo>
                <a:cubicBezTo>
                  <a:pt x="154128" y="22681"/>
                  <a:pt x="154884" y="17389"/>
                  <a:pt x="154884" y="12852"/>
                </a:cubicBezTo>
                <a:cubicBezTo>
                  <a:pt x="154128" y="11340"/>
                  <a:pt x="154128" y="9829"/>
                  <a:pt x="154128" y="7560"/>
                </a:cubicBezTo>
                <a:cubicBezTo>
                  <a:pt x="154128" y="5292"/>
                  <a:pt x="154128" y="3024"/>
                  <a:pt x="156394" y="1513"/>
                </a:cubicBezTo>
                <a:cubicBezTo>
                  <a:pt x="159417" y="0"/>
                  <a:pt x="160928" y="1513"/>
                  <a:pt x="163194" y="2268"/>
                </a:cubicBezTo>
                <a:cubicBezTo>
                  <a:pt x="173772" y="8316"/>
                  <a:pt x="178305" y="21168"/>
                  <a:pt x="173772" y="32509"/>
                </a:cubicBezTo>
                <a:cubicBezTo>
                  <a:pt x="173016" y="36289"/>
                  <a:pt x="170750" y="39313"/>
                  <a:pt x="169239" y="42337"/>
                </a:cubicBezTo>
                <a:cubicBezTo>
                  <a:pt x="165461" y="48386"/>
                  <a:pt x="161684" y="54433"/>
                  <a:pt x="157905" y="60481"/>
                </a:cubicBezTo>
                <a:cubicBezTo>
                  <a:pt x="156394" y="62749"/>
                  <a:pt x="155638" y="65773"/>
                  <a:pt x="154884" y="68797"/>
                </a:cubicBezTo>
                <a:cubicBezTo>
                  <a:pt x="154128" y="70310"/>
                  <a:pt x="153373" y="71822"/>
                  <a:pt x="153373" y="74089"/>
                </a:cubicBezTo>
                <a:cubicBezTo>
                  <a:pt x="153373" y="77114"/>
                  <a:pt x="154884" y="78626"/>
                  <a:pt x="157150" y="79383"/>
                </a:cubicBezTo>
                <a:cubicBezTo>
                  <a:pt x="160928" y="80138"/>
                  <a:pt x="163949" y="79383"/>
                  <a:pt x="166972" y="78626"/>
                </a:cubicBezTo>
                <a:cubicBezTo>
                  <a:pt x="178305" y="73334"/>
                  <a:pt x="189638" y="68797"/>
                  <a:pt x="201727" y="65773"/>
                </a:cubicBezTo>
                <a:cubicBezTo>
                  <a:pt x="207015" y="64262"/>
                  <a:pt x="211548" y="63505"/>
                  <a:pt x="216837" y="61994"/>
                </a:cubicBezTo>
                <a:cubicBezTo>
                  <a:pt x="219103" y="61994"/>
                  <a:pt x="222126" y="61994"/>
                  <a:pt x="224392" y="64262"/>
                </a:cubicBezTo>
                <a:cubicBezTo>
                  <a:pt x="225904" y="65018"/>
                  <a:pt x="227414" y="65018"/>
                  <a:pt x="229681" y="65018"/>
                </a:cubicBezTo>
                <a:cubicBezTo>
                  <a:pt x="230436" y="65773"/>
                  <a:pt x="231948" y="65018"/>
                  <a:pt x="233459" y="65018"/>
                </a:cubicBezTo>
                <a:cubicBezTo>
                  <a:pt x="239503" y="65018"/>
                  <a:pt x="244036" y="67286"/>
                  <a:pt x="245547" y="73334"/>
                </a:cubicBezTo>
                <a:cubicBezTo>
                  <a:pt x="245547" y="74846"/>
                  <a:pt x="245547" y="76357"/>
                  <a:pt x="245547" y="78626"/>
                </a:cubicBezTo>
                <a:close/>
                <a:moveTo>
                  <a:pt x="155638" y="92234"/>
                </a:moveTo>
                <a:cubicBezTo>
                  <a:pt x="153373" y="92234"/>
                  <a:pt x="151106" y="92991"/>
                  <a:pt x="149595" y="95259"/>
                </a:cubicBezTo>
                <a:cubicBezTo>
                  <a:pt x="142795" y="104330"/>
                  <a:pt x="135240" y="113403"/>
                  <a:pt x="127685" y="122475"/>
                </a:cubicBezTo>
                <a:cubicBezTo>
                  <a:pt x="125418" y="125499"/>
                  <a:pt x="123906" y="128523"/>
                  <a:pt x="123906" y="132304"/>
                </a:cubicBezTo>
                <a:cubicBezTo>
                  <a:pt x="122396" y="139108"/>
                  <a:pt x="124662" y="142132"/>
                  <a:pt x="130707" y="145912"/>
                </a:cubicBezTo>
                <a:cubicBezTo>
                  <a:pt x="132973" y="147424"/>
                  <a:pt x="135240" y="146667"/>
                  <a:pt x="136751" y="144400"/>
                </a:cubicBezTo>
                <a:cubicBezTo>
                  <a:pt x="138262" y="142132"/>
                  <a:pt x="138262" y="140619"/>
                  <a:pt x="139018" y="138351"/>
                </a:cubicBezTo>
                <a:cubicBezTo>
                  <a:pt x="139772" y="136083"/>
                  <a:pt x="139772" y="133059"/>
                  <a:pt x="140528" y="130791"/>
                </a:cubicBezTo>
                <a:cubicBezTo>
                  <a:pt x="141284" y="129280"/>
                  <a:pt x="142039" y="127011"/>
                  <a:pt x="143551" y="126256"/>
                </a:cubicBezTo>
                <a:cubicBezTo>
                  <a:pt x="146573" y="123988"/>
                  <a:pt x="148839" y="124743"/>
                  <a:pt x="150350" y="128523"/>
                </a:cubicBezTo>
                <a:cubicBezTo>
                  <a:pt x="150350" y="129280"/>
                  <a:pt x="150350" y="129280"/>
                  <a:pt x="150350" y="130035"/>
                </a:cubicBezTo>
                <a:cubicBezTo>
                  <a:pt x="152617" y="138351"/>
                  <a:pt x="154884" y="145912"/>
                  <a:pt x="155638" y="154228"/>
                </a:cubicBezTo>
                <a:cubicBezTo>
                  <a:pt x="155638" y="155740"/>
                  <a:pt x="156394" y="158008"/>
                  <a:pt x="158661" y="158764"/>
                </a:cubicBezTo>
                <a:cubicBezTo>
                  <a:pt x="161684" y="158764"/>
                  <a:pt x="162439" y="157251"/>
                  <a:pt x="163949" y="155740"/>
                </a:cubicBezTo>
                <a:cubicBezTo>
                  <a:pt x="163949" y="154984"/>
                  <a:pt x="163949" y="154984"/>
                  <a:pt x="164705" y="154228"/>
                </a:cubicBezTo>
                <a:cubicBezTo>
                  <a:pt x="166972" y="150448"/>
                  <a:pt x="169995" y="145912"/>
                  <a:pt x="173016" y="142132"/>
                </a:cubicBezTo>
                <a:cubicBezTo>
                  <a:pt x="179060" y="133815"/>
                  <a:pt x="185861" y="126256"/>
                  <a:pt x="192660" y="118695"/>
                </a:cubicBezTo>
                <a:cubicBezTo>
                  <a:pt x="195682" y="114915"/>
                  <a:pt x="197193" y="111135"/>
                  <a:pt x="197193" y="106599"/>
                </a:cubicBezTo>
                <a:cubicBezTo>
                  <a:pt x="197193" y="103575"/>
                  <a:pt x="195682" y="102062"/>
                  <a:pt x="192660" y="101307"/>
                </a:cubicBezTo>
                <a:cubicBezTo>
                  <a:pt x="191149" y="101307"/>
                  <a:pt x="189638" y="101307"/>
                  <a:pt x="188882" y="101307"/>
                </a:cubicBezTo>
                <a:cubicBezTo>
                  <a:pt x="181327" y="99038"/>
                  <a:pt x="174527" y="97527"/>
                  <a:pt x="166972" y="95259"/>
                </a:cubicBezTo>
                <a:cubicBezTo>
                  <a:pt x="163194" y="94502"/>
                  <a:pt x="159417" y="92991"/>
                  <a:pt x="155638" y="922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2438400" y="711200"/>
            <a:ext cx="288879" cy="310121"/>
          </a:xfrm>
          <a:custGeom>
            <a:avLst/>
            <a:gdLst/>
            <a:ahLst/>
            <a:cxnLst/>
            <a:rect l="l" t="t" r="r" b="b"/>
            <a:pathLst>
              <a:path w="288879" h="310121">
                <a:moveTo>
                  <a:pt x="62603" y="309367"/>
                </a:moveTo>
                <a:cubicBezTo>
                  <a:pt x="67128" y="298803"/>
                  <a:pt x="72408" y="290502"/>
                  <a:pt x="83722" y="286730"/>
                </a:cubicBezTo>
                <a:cubicBezTo>
                  <a:pt x="90510" y="285220"/>
                  <a:pt x="96544" y="282957"/>
                  <a:pt x="102578" y="279938"/>
                </a:cubicBezTo>
                <a:cubicBezTo>
                  <a:pt x="126714" y="267866"/>
                  <a:pt x="141799" y="247494"/>
                  <a:pt x="149342" y="221839"/>
                </a:cubicBezTo>
                <a:cubicBezTo>
                  <a:pt x="150096" y="218065"/>
                  <a:pt x="150851" y="214293"/>
                  <a:pt x="151605" y="211275"/>
                </a:cubicBezTo>
                <a:cubicBezTo>
                  <a:pt x="152359" y="207501"/>
                  <a:pt x="151605" y="206747"/>
                  <a:pt x="148587" y="206747"/>
                </a:cubicBezTo>
                <a:cubicBezTo>
                  <a:pt x="140291" y="207501"/>
                  <a:pt x="132748" y="209766"/>
                  <a:pt x="125205" y="213538"/>
                </a:cubicBezTo>
                <a:cubicBezTo>
                  <a:pt x="119926" y="215802"/>
                  <a:pt x="114647" y="218065"/>
                  <a:pt x="108613" y="219574"/>
                </a:cubicBezTo>
                <a:cubicBezTo>
                  <a:pt x="102578" y="221839"/>
                  <a:pt x="98053" y="226366"/>
                  <a:pt x="92774" y="230138"/>
                </a:cubicBezTo>
                <a:cubicBezTo>
                  <a:pt x="79197" y="242212"/>
                  <a:pt x="63358" y="252020"/>
                  <a:pt x="46764" y="259566"/>
                </a:cubicBezTo>
                <a:cubicBezTo>
                  <a:pt x="39976" y="262584"/>
                  <a:pt x="32433" y="264848"/>
                  <a:pt x="25645" y="266357"/>
                </a:cubicBezTo>
                <a:cubicBezTo>
                  <a:pt x="18103" y="268620"/>
                  <a:pt x="11314" y="265603"/>
                  <a:pt x="6788" y="259566"/>
                </a:cubicBezTo>
                <a:cubicBezTo>
                  <a:pt x="3018" y="255039"/>
                  <a:pt x="754" y="249003"/>
                  <a:pt x="754" y="242966"/>
                </a:cubicBezTo>
                <a:cubicBezTo>
                  <a:pt x="754" y="233911"/>
                  <a:pt x="0" y="225612"/>
                  <a:pt x="0" y="217311"/>
                </a:cubicBezTo>
                <a:cubicBezTo>
                  <a:pt x="0" y="215802"/>
                  <a:pt x="0" y="214293"/>
                  <a:pt x="754" y="213538"/>
                </a:cubicBezTo>
                <a:cubicBezTo>
                  <a:pt x="754" y="211275"/>
                  <a:pt x="3018" y="210520"/>
                  <a:pt x="4525" y="212783"/>
                </a:cubicBezTo>
                <a:cubicBezTo>
                  <a:pt x="5279" y="213538"/>
                  <a:pt x="5279" y="214293"/>
                  <a:pt x="6034" y="215048"/>
                </a:cubicBezTo>
                <a:cubicBezTo>
                  <a:pt x="6788" y="215802"/>
                  <a:pt x="6788" y="217311"/>
                  <a:pt x="7543" y="218820"/>
                </a:cubicBezTo>
                <a:cubicBezTo>
                  <a:pt x="12068" y="224102"/>
                  <a:pt x="17348" y="227120"/>
                  <a:pt x="24136" y="224856"/>
                </a:cubicBezTo>
                <a:cubicBezTo>
                  <a:pt x="27907" y="224102"/>
                  <a:pt x="30924" y="222593"/>
                  <a:pt x="34695" y="221084"/>
                </a:cubicBezTo>
                <a:cubicBezTo>
                  <a:pt x="36204" y="220330"/>
                  <a:pt x="38467" y="219574"/>
                  <a:pt x="39976" y="219574"/>
                </a:cubicBezTo>
                <a:cubicBezTo>
                  <a:pt x="43746" y="220330"/>
                  <a:pt x="46010" y="218820"/>
                  <a:pt x="49027" y="217311"/>
                </a:cubicBezTo>
                <a:cubicBezTo>
                  <a:pt x="58077" y="212783"/>
                  <a:pt x="67128" y="207501"/>
                  <a:pt x="75425" y="202220"/>
                </a:cubicBezTo>
                <a:cubicBezTo>
                  <a:pt x="89002" y="194674"/>
                  <a:pt x="103332" y="189393"/>
                  <a:pt x="117663" y="184111"/>
                </a:cubicBezTo>
                <a:cubicBezTo>
                  <a:pt x="127469" y="180337"/>
                  <a:pt x="138029" y="176566"/>
                  <a:pt x="148587" y="172792"/>
                </a:cubicBezTo>
                <a:cubicBezTo>
                  <a:pt x="150096" y="172038"/>
                  <a:pt x="151605" y="171284"/>
                  <a:pt x="153114" y="170529"/>
                </a:cubicBezTo>
                <a:cubicBezTo>
                  <a:pt x="159902" y="167510"/>
                  <a:pt x="164427" y="162229"/>
                  <a:pt x="165181" y="153929"/>
                </a:cubicBezTo>
                <a:cubicBezTo>
                  <a:pt x="166690" y="134310"/>
                  <a:pt x="168199" y="113937"/>
                  <a:pt x="167444" y="93565"/>
                </a:cubicBezTo>
                <a:cubicBezTo>
                  <a:pt x="166690" y="79228"/>
                  <a:pt x="164427" y="65646"/>
                  <a:pt x="158393" y="52064"/>
                </a:cubicBezTo>
                <a:cubicBezTo>
                  <a:pt x="154622" y="43764"/>
                  <a:pt x="151605" y="35463"/>
                  <a:pt x="148587" y="27164"/>
                </a:cubicBezTo>
                <a:cubicBezTo>
                  <a:pt x="146326" y="21128"/>
                  <a:pt x="145571" y="14337"/>
                  <a:pt x="146326" y="7545"/>
                </a:cubicBezTo>
                <a:cubicBezTo>
                  <a:pt x="146326" y="3019"/>
                  <a:pt x="150096" y="0"/>
                  <a:pt x="154622" y="1509"/>
                </a:cubicBezTo>
                <a:cubicBezTo>
                  <a:pt x="160656" y="3019"/>
                  <a:pt x="167444" y="3773"/>
                  <a:pt x="173478" y="5282"/>
                </a:cubicBezTo>
                <a:cubicBezTo>
                  <a:pt x="175741" y="5282"/>
                  <a:pt x="177250" y="6791"/>
                  <a:pt x="178758" y="7545"/>
                </a:cubicBezTo>
                <a:cubicBezTo>
                  <a:pt x="181775" y="9809"/>
                  <a:pt x="184038" y="12073"/>
                  <a:pt x="187054" y="14337"/>
                </a:cubicBezTo>
                <a:cubicBezTo>
                  <a:pt x="190826" y="17355"/>
                  <a:pt x="195351" y="19619"/>
                  <a:pt x="199878" y="21882"/>
                </a:cubicBezTo>
                <a:cubicBezTo>
                  <a:pt x="206666" y="24900"/>
                  <a:pt x="210436" y="30182"/>
                  <a:pt x="211191" y="36974"/>
                </a:cubicBezTo>
                <a:cubicBezTo>
                  <a:pt x="211191" y="41500"/>
                  <a:pt x="211191" y="45273"/>
                  <a:pt x="209682" y="49801"/>
                </a:cubicBezTo>
                <a:cubicBezTo>
                  <a:pt x="208928" y="51309"/>
                  <a:pt x="207420" y="52818"/>
                  <a:pt x="205911" y="54328"/>
                </a:cubicBezTo>
                <a:cubicBezTo>
                  <a:pt x="204403" y="55837"/>
                  <a:pt x="203648" y="56591"/>
                  <a:pt x="203648" y="58100"/>
                </a:cubicBezTo>
                <a:cubicBezTo>
                  <a:pt x="204403" y="78473"/>
                  <a:pt x="204403" y="98847"/>
                  <a:pt x="204403" y="119219"/>
                </a:cubicBezTo>
                <a:cubicBezTo>
                  <a:pt x="205157" y="124501"/>
                  <a:pt x="205157" y="129783"/>
                  <a:pt x="205911" y="135065"/>
                </a:cubicBezTo>
                <a:cubicBezTo>
                  <a:pt x="206666" y="138083"/>
                  <a:pt x="207420" y="138838"/>
                  <a:pt x="209682" y="137329"/>
                </a:cubicBezTo>
                <a:cubicBezTo>
                  <a:pt x="219488" y="132801"/>
                  <a:pt x="228539" y="128274"/>
                  <a:pt x="236082" y="120729"/>
                </a:cubicBezTo>
                <a:cubicBezTo>
                  <a:pt x="239098" y="116956"/>
                  <a:pt x="242115" y="113182"/>
                  <a:pt x="245133" y="108656"/>
                </a:cubicBezTo>
                <a:cubicBezTo>
                  <a:pt x="248903" y="104129"/>
                  <a:pt x="252675" y="99601"/>
                  <a:pt x="257200" y="96582"/>
                </a:cubicBezTo>
                <a:cubicBezTo>
                  <a:pt x="263989" y="92056"/>
                  <a:pt x="270777" y="90546"/>
                  <a:pt x="278319" y="92056"/>
                </a:cubicBezTo>
                <a:cubicBezTo>
                  <a:pt x="285862" y="93565"/>
                  <a:pt x="288879" y="98847"/>
                  <a:pt x="286616" y="106392"/>
                </a:cubicBezTo>
                <a:cubicBezTo>
                  <a:pt x="285862" y="110165"/>
                  <a:pt x="283599" y="113937"/>
                  <a:pt x="280582" y="116201"/>
                </a:cubicBezTo>
                <a:cubicBezTo>
                  <a:pt x="276810" y="120729"/>
                  <a:pt x="272285" y="124501"/>
                  <a:pt x="267760" y="127519"/>
                </a:cubicBezTo>
                <a:cubicBezTo>
                  <a:pt x="257200" y="134310"/>
                  <a:pt x="247395" y="142611"/>
                  <a:pt x="236836" y="150156"/>
                </a:cubicBezTo>
                <a:cubicBezTo>
                  <a:pt x="227030" y="157701"/>
                  <a:pt x="217979" y="165247"/>
                  <a:pt x="207420" y="172792"/>
                </a:cubicBezTo>
                <a:cubicBezTo>
                  <a:pt x="205157" y="175056"/>
                  <a:pt x="204403" y="176566"/>
                  <a:pt x="204403" y="179583"/>
                </a:cubicBezTo>
                <a:cubicBezTo>
                  <a:pt x="201385" y="198448"/>
                  <a:pt x="197615" y="216557"/>
                  <a:pt x="191581" y="233911"/>
                </a:cubicBezTo>
                <a:cubicBezTo>
                  <a:pt x="190826" y="236930"/>
                  <a:pt x="189318" y="239193"/>
                  <a:pt x="188563" y="241456"/>
                </a:cubicBezTo>
                <a:cubicBezTo>
                  <a:pt x="187809" y="242966"/>
                  <a:pt x="187809" y="244475"/>
                  <a:pt x="186300" y="245229"/>
                </a:cubicBezTo>
                <a:cubicBezTo>
                  <a:pt x="170461" y="263338"/>
                  <a:pt x="152359" y="279938"/>
                  <a:pt x="130486" y="291257"/>
                </a:cubicBezTo>
                <a:cubicBezTo>
                  <a:pt x="112384" y="301821"/>
                  <a:pt x="92774" y="307857"/>
                  <a:pt x="71655" y="309367"/>
                </a:cubicBezTo>
                <a:cubicBezTo>
                  <a:pt x="70146" y="309367"/>
                  <a:pt x="67883" y="310121"/>
                  <a:pt x="66374" y="310121"/>
                </a:cubicBezTo>
                <a:cubicBezTo>
                  <a:pt x="65620" y="310121"/>
                  <a:pt x="64112" y="310121"/>
                  <a:pt x="62603" y="309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651000" y="723900"/>
            <a:ext cx="146139" cy="339007"/>
          </a:xfrm>
          <a:custGeom>
            <a:avLst/>
            <a:gdLst/>
            <a:ahLst/>
            <a:cxnLst/>
            <a:rect l="l" t="t" r="r" b="b"/>
            <a:pathLst>
              <a:path w="146139" h="339007">
                <a:moveTo>
                  <a:pt x="99193" y="277096"/>
                </a:moveTo>
                <a:cubicBezTo>
                  <a:pt x="97678" y="278606"/>
                  <a:pt x="96921" y="279361"/>
                  <a:pt x="96164" y="280116"/>
                </a:cubicBezTo>
                <a:cubicBezTo>
                  <a:pt x="84806" y="290686"/>
                  <a:pt x="73448" y="299747"/>
                  <a:pt x="60575" y="308051"/>
                </a:cubicBezTo>
                <a:cubicBezTo>
                  <a:pt x="56032" y="310317"/>
                  <a:pt x="52247" y="312583"/>
                  <a:pt x="47704" y="314847"/>
                </a:cubicBezTo>
                <a:cubicBezTo>
                  <a:pt x="46189" y="316357"/>
                  <a:pt x="44675" y="317113"/>
                  <a:pt x="43160" y="318623"/>
                </a:cubicBezTo>
                <a:cubicBezTo>
                  <a:pt x="40889" y="321643"/>
                  <a:pt x="37860" y="324663"/>
                  <a:pt x="35588" y="326927"/>
                </a:cubicBezTo>
                <a:cubicBezTo>
                  <a:pt x="33317" y="329193"/>
                  <a:pt x="31045" y="331457"/>
                  <a:pt x="28773" y="332967"/>
                </a:cubicBezTo>
                <a:cubicBezTo>
                  <a:pt x="20444" y="339007"/>
                  <a:pt x="9844" y="336743"/>
                  <a:pt x="5301" y="327683"/>
                </a:cubicBezTo>
                <a:cubicBezTo>
                  <a:pt x="3029" y="323153"/>
                  <a:pt x="1514" y="317867"/>
                  <a:pt x="757" y="313337"/>
                </a:cubicBezTo>
                <a:cubicBezTo>
                  <a:pt x="0" y="305031"/>
                  <a:pt x="0" y="297481"/>
                  <a:pt x="757" y="289176"/>
                </a:cubicBezTo>
                <a:cubicBezTo>
                  <a:pt x="1514" y="286156"/>
                  <a:pt x="2272" y="282381"/>
                  <a:pt x="5301" y="280871"/>
                </a:cubicBezTo>
                <a:cubicBezTo>
                  <a:pt x="15143" y="272565"/>
                  <a:pt x="21201" y="261240"/>
                  <a:pt x="24987" y="249914"/>
                </a:cubicBezTo>
                <a:cubicBezTo>
                  <a:pt x="27259" y="245384"/>
                  <a:pt x="28016" y="240854"/>
                  <a:pt x="29531" y="236324"/>
                </a:cubicBezTo>
                <a:cubicBezTo>
                  <a:pt x="31802" y="229528"/>
                  <a:pt x="34074" y="221978"/>
                  <a:pt x="37103" y="215938"/>
                </a:cubicBezTo>
                <a:cubicBezTo>
                  <a:pt x="42403" y="205368"/>
                  <a:pt x="42403" y="194798"/>
                  <a:pt x="40132" y="184227"/>
                </a:cubicBezTo>
                <a:cubicBezTo>
                  <a:pt x="39374" y="181207"/>
                  <a:pt x="38617" y="178942"/>
                  <a:pt x="37860" y="175922"/>
                </a:cubicBezTo>
                <a:cubicBezTo>
                  <a:pt x="37103" y="172902"/>
                  <a:pt x="35588" y="169882"/>
                  <a:pt x="33317" y="166861"/>
                </a:cubicBezTo>
                <a:cubicBezTo>
                  <a:pt x="31802" y="163841"/>
                  <a:pt x="29531" y="160066"/>
                  <a:pt x="28773" y="156291"/>
                </a:cubicBezTo>
                <a:cubicBezTo>
                  <a:pt x="27259" y="152516"/>
                  <a:pt x="28773" y="150251"/>
                  <a:pt x="33317" y="150251"/>
                </a:cubicBezTo>
                <a:cubicBezTo>
                  <a:pt x="36345" y="150251"/>
                  <a:pt x="38617" y="150251"/>
                  <a:pt x="40889" y="151761"/>
                </a:cubicBezTo>
                <a:cubicBezTo>
                  <a:pt x="41646" y="152516"/>
                  <a:pt x="42403" y="153271"/>
                  <a:pt x="43160" y="153271"/>
                </a:cubicBezTo>
                <a:cubicBezTo>
                  <a:pt x="46947" y="157046"/>
                  <a:pt x="51490" y="157801"/>
                  <a:pt x="56789" y="157801"/>
                </a:cubicBezTo>
                <a:cubicBezTo>
                  <a:pt x="62847" y="157801"/>
                  <a:pt x="68148" y="160066"/>
                  <a:pt x="72691" y="164596"/>
                </a:cubicBezTo>
                <a:cubicBezTo>
                  <a:pt x="74963" y="166861"/>
                  <a:pt x="77991" y="168372"/>
                  <a:pt x="81020" y="168372"/>
                </a:cubicBezTo>
                <a:cubicBezTo>
                  <a:pt x="83292" y="168372"/>
                  <a:pt x="84806" y="169126"/>
                  <a:pt x="87078" y="169882"/>
                </a:cubicBezTo>
                <a:cubicBezTo>
                  <a:pt x="90863" y="170636"/>
                  <a:pt x="93892" y="172902"/>
                  <a:pt x="95406" y="175922"/>
                </a:cubicBezTo>
                <a:cubicBezTo>
                  <a:pt x="95406" y="176677"/>
                  <a:pt x="96164" y="177432"/>
                  <a:pt x="96921" y="178187"/>
                </a:cubicBezTo>
                <a:cubicBezTo>
                  <a:pt x="99193" y="178187"/>
                  <a:pt x="99950" y="176677"/>
                  <a:pt x="100707" y="174412"/>
                </a:cubicBezTo>
                <a:cubicBezTo>
                  <a:pt x="101464" y="172902"/>
                  <a:pt x="101464" y="171392"/>
                  <a:pt x="101464" y="169882"/>
                </a:cubicBezTo>
                <a:cubicBezTo>
                  <a:pt x="101464" y="163841"/>
                  <a:pt x="101464" y="157046"/>
                  <a:pt x="102221" y="151006"/>
                </a:cubicBezTo>
                <a:cubicBezTo>
                  <a:pt x="103736" y="132885"/>
                  <a:pt x="105250" y="114009"/>
                  <a:pt x="103736" y="95889"/>
                </a:cubicBezTo>
                <a:cubicBezTo>
                  <a:pt x="103736" y="89093"/>
                  <a:pt x="102221" y="82299"/>
                  <a:pt x="100707" y="74748"/>
                </a:cubicBezTo>
                <a:cubicBezTo>
                  <a:pt x="99950" y="67953"/>
                  <a:pt x="96164" y="61157"/>
                  <a:pt x="91620" y="55872"/>
                </a:cubicBezTo>
                <a:cubicBezTo>
                  <a:pt x="87834" y="50587"/>
                  <a:pt x="84049" y="46057"/>
                  <a:pt x="79506" y="41526"/>
                </a:cubicBezTo>
                <a:cubicBezTo>
                  <a:pt x="74205" y="34732"/>
                  <a:pt x="68148" y="27181"/>
                  <a:pt x="62847" y="20386"/>
                </a:cubicBezTo>
                <a:cubicBezTo>
                  <a:pt x="59818" y="16610"/>
                  <a:pt x="58304" y="11326"/>
                  <a:pt x="58304" y="6796"/>
                </a:cubicBezTo>
                <a:cubicBezTo>
                  <a:pt x="58304" y="2266"/>
                  <a:pt x="60575" y="0"/>
                  <a:pt x="65119" y="1510"/>
                </a:cubicBezTo>
                <a:cubicBezTo>
                  <a:pt x="67390" y="1510"/>
                  <a:pt x="69662" y="3020"/>
                  <a:pt x="71934" y="4530"/>
                </a:cubicBezTo>
                <a:cubicBezTo>
                  <a:pt x="79506" y="11326"/>
                  <a:pt x="87834" y="16610"/>
                  <a:pt x="96921" y="21140"/>
                </a:cubicBezTo>
                <a:cubicBezTo>
                  <a:pt x="106765" y="26426"/>
                  <a:pt x="116609" y="32466"/>
                  <a:pt x="124938" y="39262"/>
                </a:cubicBezTo>
                <a:cubicBezTo>
                  <a:pt x="130238" y="43792"/>
                  <a:pt x="135538" y="48322"/>
                  <a:pt x="139324" y="54362"/>
                </a:cubicBezTo>
                <a:cubicBezTo>
                  <a:pt x="140839" y="56627"/>
                  <a:pt x="142353" y="58892"/>
                  <a:pt x="143110" y="62667"/>
                </a:cubicBezTo>
                <a:cubicBezTo>
                  <a:pt x="145382" y="92113"/>
                  <a:pt x="146139" y="122315"/>
                  <a:pt x="146139" y="152516"/>
                </a:cubicBezTo>
                <a:cubicBezTo>
                  <a:pt x="146139" y="175167"/>
                  <a:pt x="145382" y="197818"/>
                  <a:pt x="143110" y="220468"/>
                </a:cubicBezTo>
                <a:cubicBezTo>
                  <a:pt x="140839" y="242364"/>
                  <a:pt x="138567" y="264260"/>
                  <a:pt x="133266" y="285401"/>
                </a:cubicBezTo>
                <a:cubicBezTo>
                  <a:pt x="130995" y="292951"/>
                  <a:pt x="128723" y="301257"/>
                  <a:pt x="124938" y="308807"/>
                </a:cubicBezTo>
                <a:cubicBezTo>
                  <a:pt x="122665" y="312583"/>
                  <a:pt x="120395" y="316357"/>
                  <a:pt x="117366" y="319377"/>
                </a:cubicBezTo>
                <a:cubicBezTo>
                  <a:pt x="115094" y="321643"/>
                  <a:pt x="112822" y="323153"/>
                  <a:pt x="109794" y="323153"/>
                </a:cubicBezTo>
                <a:cubicBezTo>
                  <a:pt x="106008" y="323907"/>
                  <a:pt x="102979" y="322397"/>
                  <a:pt x="102221" y="318623"/>
                </a:cubicBezTo>
                <a:cubicBezTo>
                  <a:pt x="102221" y="317113"/>
                  <a:pt x="102221" y="315603"/>
                  <a:pt x="101464" y="313337"/>
                </a:cubicBezTo>
                <a:cubicBezTo>
                  <a:pt x="101464" y="307297"/>
                  <a:pt x="102221" y="301257"/>
                  <a:pt x="102221" y="295217"/>
                </a:cubicBezTo>
                <a:cubicBezTo>
                  <a:pt x="101464" y="289176"/>
                  <a:pt x="101464" y="283136"/>
                  <a:pt x="99193" y="277096"/>
                </a:cubicBezTo>
                <a:close/>
                <a:moveTo>
                  <a:pt x="99950" y="192532"/>
                </a:moveTo>
                <a:cubicBezTo>
                  <a:pt x="96164" y="194042"/>
                  <a:pt x="94649" y="196308"/>
                  <a:pt x="93892" y="199328"/>
                </a:cubicBezTo>
                <a:cubicBezTo>
                  <a:pt x="93135" y="201592"/>
                  <a:pt x="92379" y="204612"/>
                  <a:pt x="90106" y="206122"/>
                </a:cubicBezTo>
                <a:cubicBezTo>
                  <a:pt x="86321" y="209144"/>
                  <a:pt x="81778" y="211408"/>
                  <a:pt x="77234" y="211408"/>
                </a:cubicBezTo>
                <a:cubicBezTo>
                  <a:pt x="73448" y="211408"/>
                  <a:pt x="71176" y="212918"/>
                  <a:pt x="68905" y="215184"/>
                </a:cubicBezTo>
                <a:cubicBezTo>
                  <a:pt x="65876" y="218204"/>
                  <a:pt x="63604" y="220468"/>
                  <a:pt x="61333" y="223488"/>
                </a:cubicBezTo>
                <a:cubicBezTo>
                  <a:pt x="59061" y="225754"/>
                  <a:pt x="57548" y="228018"/>
                  <a:pt x="56789" y="230284"/>
                </a:cubicBezTo>
                <a:cubicBezTo>
                  <a:pt x="53760" y="237834"/>
                  <a:pt x="49974" y="243874"/>
                  <a:pt x="44675" y="249914"/>
                </a:cubicBezTo>
                <a:cubicBezTo>
                  <a:pt x="40889" y="254444"/>
                  <a:pt x="37860" y="258975"/>
                  <a:pt x="34074" y="263505"/>
                </a:cubicBezTo>
                <a:cubicBezTo>
                  <a:pt x="29531" y="268790"/>
                  <a:pt x="25744" y="274831"/>
                  <a:pt x="23473" y="281626"/>
                </a:cubicBezTo>
                <a:cubicBezTo>
                  <a:pt x="21958" y="284646"/>
                  <a:pt x="21958" y="286156"/>
                  <a:pt x="25744" y="287666"/>
                </a:cubicBezTo>
                <a:cubicBezTo>
                  <a:pt x="28773" y="288421"/>
                  <a:pt x="31802" y="289176"/>
                  <a:pt x="34831" y="288421"/>
                </a:cubicBezTo>
                <a:cubicBezTo>
                  <a:pt x="40132" y="287666"/>
                  <a:pt x="44675" y="285401"/>
                  <a:pt x="48461" y="282381"/>
                </a:cubicBezTo>
                <a:cubicBezTo>
                  <a:pt x="52247" y="280116"/>
                  <a:pt x="55275" y="277096"/>
                  <a:pt x="59061" y="274075"/>
                </a:cubicBezTo>
                <a:cubicBezTo>
                  <a:pt x="61333" y="272565"/>
                  <a:pt x="62847" y="271055"/>
                  <a:pt x="65876" y="270300"/>
                </a:cubicBezTo>
                <a:cubicBezTo>
                  <a:pt x="73448" y="268790"/>
                  <a:pt x="80263" y="265015"/>
                  <a:pt x="86321" y="261240"/>
                </a:cubicBezTo>
                <a:cubicBezTo>
                  <a:pt x="90106" y="258975"/>
                  <a:pt x="93135" y="256710"/>
                  <a:pt x="96164" y="255200"/>
                </a:cubicBezTo>
                <a:cubicBezTo>
                  <a:pt x="99193" y="252934"/>
                  <a:pt x="100707" y="249914"/>
                  <a:pt x="100707" y="245384"/>
                </a:cubicBezTo>
                <a:cubicBezTo>
                  <a:pt x="99950" y="229528"/>
                  <a:pt x="99950" y="212918"/>
                  <a:pt x="99950" y="196308"/>
                </a:cubicBezTo>
                <a:cubicBezTo>
                  <a:pt x="99950" y="195552"/>
                  <a:pt x="99950" y="194042"/>
                  <a:pt x="99950" y="1925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854200" y="762000"/>
            <a:ext cx="172477" cy="238750"/>
          </a:xfrm>
          <a:custGeom>
            <a:avLst/>
            <a:gdLst/>
            <a:ahLst/>
            <a:cxnLst/>
            <a:rect l="l" t="t" r="r" b="b"/>
            <a:pathLst>
              <a:path w="172477" h="238750">
                <a:moveTo>
                  <a:pt x="25608" y="0"/>
                </a:moveTo>
                <a:cubicBezTo>
                  <a:pt x="26361" y="756"/>
                  <a:pt x="27114" y="1511"/>
                  <a:pt x="27868" y="1511"/>
                </a:cubicBezTo>
                <a:cubicBezTo>
                  <a:pt x="36153" y="9067"/>
                  <a:pt x="43684" y="16622"/>
                  <a:pt x="51970" y="24177"/>
                </a:cubicBezTo>
                <a:cubicBezTo>
                  <a:pt x="53476" y="25688"/>
                  <a:pt x="54229" y="27200"/>
                  <a:pt x="54982" y="28711"/>
                </a:cubicBezTo>
                <a:cubicBezTo>
                  <a:pt x="64774" y="47598"/>
                  <a:pt x="70799" y="67243"/>
                  <a:pt x="74564" y="88398"/>
                </a:cubicBezTo>
                <a:cubicBezTo>
                  <a:pt x="74564" y="90664"/>
                  <a:pt x="75317" y="93687"/>
                  <a:pt x="76070" y="96709"/>
                </a:cubicBezTo>
                <a:cubicBezTo>
                  <a:pt x="77578" y="100486"/>
                  <a:pt x="80590" y="101242"/>
                  <a:pt x="84356" y="99731"/>
                </a:cubicBezTo>
                <a:cubicBezTo>
                  <a:pt x="86615" y="98221"/>
                  <a:pt x="88121" y="97465"/>
                  <a:pt x="90382" y="95954"/>
                </a:cubicBezTo>
                <a:cubicBezTo>
                  <a:pt x="96407" y="91420"/>
                  <a:pt x="102432" y="86887"/>
                  <a:pt x="109211" y="82353"/>
                </a:cubicBezTo>
                <a:cubicBezTo>
                  <a:pt x="110717" y="81598"/>
                  <a:pt x="111470" y="80087"/>
                  <a:pt x="111470" y="77821"/>
                </a:cubicBezTo>
                <a:cubicBezTo>
                  <a:pt x="111470" y="71777"/>
                  <a:pt x="111470" y="66487"/>
                  <a:pt x="111470" y="60443"/>
                </a:cubicBezTo>
                <a:cubicBezTo>
                  <a:pt x="111470" y="56665"/>
                  <a:pt x="115236" y="52132"/>
                  <a:pt x="119756" y="52132"/>
                </a:cubicBezTo>
                <a:cubicBezTo>
                  <a:pt x="120509" y="52132"/>
                  <a:pt x="122015" y="52888"/>
                  <a:pt x="122015" y="53644"/>
                </a:cubicBezTo>
                <a:cubicBezTo>
                  <a:pt x="122768" y="54399"/>
                  <a:pt x="123521" y="55155"/>
                  <a:pt x="123521" y="56665"/>
                </a:cubicBezTo>
                <a:cubicBezTo>
                  <a:pt x="123521" y="59687"/>
                  <a:pt x="125781" y="62710"/>
                  <a:pt x="128793" y="64976"/>
                </a:cubicBezTo>
                <a:cubicBezTo>
                  <a:pt x="136326" y="71021"/>
                  <a:pt x="144610" y="75554"/>
                  <a:pt x="153648" y="78576"/>
                </a:cubicBezTo>
                <a:cubicBezTo>
                  <a:pt x="156661" y="80087"/>
                  <a:pt x="157414" y="81598"/>
                  <a:pt x="157414" y="84620"/>
                </a:cubicBezTo>
                <a:cubicBezTo>
                  <a:pt x="158167" y="105776"/>
                  <a:pt x="147624" y="120886"/>
                  <a:pt x="127287" y="128441"/>
                </a:cubicBezTo>
                <a:cubicBezTo>
                  <a:pt x="117495" y="132220"/>
                  <a:pt x="106952" y="133730"/>
                  <a:pt x="96407" y="132220"/>
                </a:cubicBezTo>
                <a:cubicBezTo>
                  <a:pt x="89628" y="130708"/>
                  <a:pt x="84356" y="137508"/>
                  <a:pt x="85862" y="143552"/>
                </a:cubicBezTo>
                <a:cubicBezTo>
                  <a:pt x="85862" y="145063"/>
                  <a:pt x="86615" y="146575"/>
                  <a:pt x="86615" y="148086"/>
                </a:cubicBezTo>
                <a:cubicBezTo>
                  <a:pt x="88875" y="153374"/>
                  <a:pt x="88875" y="159418"/>
                  <a:pt x="86615" y="165463"/>
                </a:cubicBezTo>
                <a:cubicBezTo>
                  <a:pt x="85862" y="167729"/>
                  <a:pt x="84356" y="169240"/>
                  <a:pt x="82097" y="170751"/>
                </a:cubicBezTo>
                <a:cubicBezTo>
                  <a:pt x="76070" y="174530"/>
                  <a:pt x="71552" y="179818"/>
                  <a:pt x="67033" y="185862"/>
                </a:cubicBezTo>
                <a:cubicBezTo>
                  <a:pt x="63268" y="191907"/>
                  <a:pt x="64021" y="194928"/>
                  <a:pt x="71552" y="196440"/>
                </a:cubicBezTo>
                <a:cubicBezTo>
                  <a:pt x="76070" y="197195"/>
                  <a:pt x="80590" y="197195"/>
                  <a:pt x="85109" y="195684"/>
                </a:cubicBezTo>
                <a:cubicBezTo>
                  <a:pt x="94148" y="193417"/>
                  <a:pt x="103185" y="190396"/>
                  <a:pt x="111470" y="187373"/>
                </a:cubicBezTo>
                <a:cubicBezTo>
                  <a:pt x="116742" y="185106"/>
                  <a:pt x="122015" y="183596"/>
                  <a:pt x="128040" y="183596"/>
                </a:cubicBezTo>
                <a:cubicBezTo>
                  <a:pt x="132560" y="182841"/>
                  <a:pt x="137079" y="181329"/>
                  <a:pt x="140844" y="179062"/>
                </a:cubicBezTo>
                <a:cubicBezTo>
                  <a:pt x="146870" y="176795"/>
                  <a:pt x="152895" y="173774"/>
                  <a:pt x="159675" y="173018"/>
                </a:cubicBezTo>
                <a:cubicBezTo>
                  <a:pt x="161181" y="173018"/>
                  <a:pt x="163440" y="173018"/>
                  <a:pt x="165699" y="173018"/>
                </a:cubicBezTo>
                <a:cubicBezTo>
                  <a:pt x="170218" y="173774"/>
                  <a:pt x="172477" y="178307"/>
                  <a:pt x="170971" y="182085"/>
                </a:cubicBezTo>
                <a:cubicBezTo>
                  <a:pt x="167959" y="188885"/>
                  <a:pt x="164193" y="195684"/>
                  <a:pt x="161181" y="201728"/>
                </a:cubicBezTo>
                <a:cubicBezTo>
                  <a:pt x="158920" y="204751"/>
                  <a:pt x="155908" y="207018"/>
                  <a:pt x="152895" y="209285"/>
                </a:cubicBezTo>
                <a:cubicBezTo>
                  <a:pt x="146117" y="213062"/>
                  <a:pt x="138585" y="216084"/>
                  <a:pt x="131053" y="218351"/>
                </a:cubicBezTo>
                <a:cubicBezTo>
                  <a:pt x="122768" y="220617"/>
                  <a:pt x="113730" y="222884"/>
                  <a:pt x="105446" y="225151"/>
                </a:cubicBezTo>
                <a:cubicBezTo>
                  <a:pt x="102432" y="225906"/>
                  <a:pt x="98666" y="225151"/>
                  <a:pt x="95654" y="225151"/>
                </a:cubicBezTo>
                <a:cubicBezTo>
                  <a:pt x="91888" y="225151"/>
                  <a:pt x="89628" y="225906"/>
                  <a:pt x="87368" y="227416"/>
                </a:cubicBezTo>
                <a:cubicBezTo>
                  <a:pt x="73058" y="237994"/>
                  <a:pt x="55735" y="238750"/>
                  <a:pt x="41425" y="229683"/>
                </a:cubicBezTo>
                <a:cubicBezTo>
                  <a:pt x="38412" y="227416"/>
                  <a:pt x="35400" y="224395"/>
                  <a:pt x="33139" y="220617"/>
                </a:cubicBezTo>
                <a:cubicBezTo>
                  <a:pt x="27868" y="212306"/>
                  <a:pt x="24102" y="203239"/>
                  <a:pt x="20335" y="194173"/>
                </a:cubicBezTo>
                <a:cubicBezTo>
                  <a:pt x="19582" y="192663"/>
                  <a:pt x="19582" y="191907"/>
                  <a:pt x="18829" y="190396"/>
                </a:cubicBezTo>
                <a:cubicBezTo>
                  <a:pt x="15063" y="182085"/>
                  <a:pt x="12804" y="173774"/>
                  <a:pt x="13557" y="163952"/>
                </a:cubicBezTo>
                <a:cubicBezTo>
                  <a:pt x="14310" y="162441"/>
                  <a:pt x="13557" y="160929"/>
                  <a:pt x="13557" y="158662"/>
                </a:cubicBezTo>
                <a:cubicBezTo>
                  <a:pt x="9039" y="141286"/>
                  <a:pt x="4519" y="123153"/>
                  <a:pt x="753" y="105776"/>
                </a:cubicBezTo>
                <a:cubicBezTo>
                  <a:pt x="0" y="104264"/>
                  <a:pt x="0" y="102753"/>
                  <a:pt x="0" y="101242"/>
                </a:cubicBezTo>
                <a:cubicBezTo>
                  <a:pt x="4519" y="80087"/>
                  <a:pt x="9039" y="58932"/>
                  <a:pt x="13557" y="37777"/>
                </a:cubicBezTo>
                <a:cubicBezTo>
                  <a:pt x="16570" y="26444"/>
                  <a:pt x="19582" y="14355"/>
                  <a:pt x="24102" y="3023"/>
                </a:cubicBezTo>
                <a:cubicBezTo>
                  <a:pt x="24855" y="1511"/>
                  <a:pt x="24855" y="756"/>
                  <a:pt x="2560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2120900" y="863600"/>
            <a:ext cx="204765" cy="226855"/>
          </a:xfrm>
          <a:custGeom>
            <a:avLst/>
            <a:gdLst/>
            <a:ahLst/>
            <a:cxnLst/>
            <a:rect l="l" t="t" r="r" b="b"/>
            <a:pathLst>
              <a:path w="204765" h="226855">
                <a:moveTo>
                  <a:pt x="139784" y="77131"/>
                </a:moveTo>
                <a:cubicBezTo>
                  <a:pt x="142051" y="76374"/>
                  <a:pt x="144318" y="74863"/>
                  <a:pt x="146585" y="74106"/>
                </a:cubicBezTo>
                <a:cubicBezTo>
                  <a:pt x="151119" y="71081"/>
                  <a:pt x="155651" y="68812"/>
                  <a:pt x="160941" y="68057"/>
                </a:cubicBezTo>
                <a:cubicBezTo>
                  <a:pt x="166986" y="67300"/>
                  <a:pt x="173030" y="69569"/>
                  <a:pt x="178319" y="72593"/>
                </a:cubicBezTo>
                <a:cubicBezTo>
                  <a:pt x="179075" y="73350"/>
                  <a:pt x="179831" y="74106"/>
                  <a:pt x="180586" y="74863"/>
                </a:cubicBezTo>
                <a:cubicBezTo>
                  <a:pt x="182853" y="77887"/>
                  <a:pt x="182853" y="81667"/>
                  <a:pt x="179075" y="83937"/>
                </a:cubicBezTo>
                <a:cubicBezTo>
                  <a:pt x="166230" y="96035"/>
                  <a:pt x="151119" y="105109"/>
                  <a:pt x="135251" y="111915"/>
                </a:cubicBezTo>
                <a:cubicBezTo>
                  <a:pt x="134496" y="112672"/>
                  <a:pt x="132984" y="112672"/>
                  <a:pt x="132229" y="113428"/>
                </a:cubicBezTo>
                <a:cubicBezTo>
                  <a:pt x="126183" y="115696"/>
                  <a:pt x="123916" y="120233"/>
                  <a:pt x="123161" y="127039"/>
                </a:cubicBezTo>
                <a:cubicBezTo>
                  <a:pt x="123161" y="133844"/>
                  <a:pt x="124672" y="141407"/>
                  <a:pt x="127695" y="147456"/>
                </a:cubicBezTo>
                <a:cubicBezTo>
                  <a:pt x="137517" y="170898"/>
                  <a:pt x="140539" y="195852"/>
                  <a:pt x="139784" y="220806"/>
                </a:cubicBezTo>
                <a:cubicBezTo>
                  <a:pt x="139784" y="225342"/>
                  <a:pt x="138273" y="226855"/>
                  <a:pt x="133740" y="226099"/>
                </a:cubicBezTo>
                <a:cubicBezTo>
                  <a:pt x="129206" y="226099"/>
                  <a:pt x="124672" y="224587"/>
                  <a:pt x="121649" y="220806"/>
                </a:cubicBezTo>
                <a:cubicBezTo>
                  <a:pt x="120139" y="219293"/>
                  <a:pt x="120139" y="217025"/>
                  <a:pt x="120139" y="215513"/>
                </a:cubicBezTo>
                <a:cubicBezTo>
                  <a:pt x="120139" y="214756"/>
                  <a:pt x="120139" y="213243"/>
                  <a:pt x="120139" y="212488"/>
                </a:cubicBezTo>
                <a:cubicBezTo>
                  <a:pt x="120139" y="207194"/>
                  <a:pt x="117873" y="203413"/>
                  <a:pt x="113339" y="201145"/>
                </a:cubicBezTo>
                <a:cubicBezTo>
                  <a:pt x="110316" y="198876"/>
                  <a:pt x="106538" y="198120"/>
                  <a:pt x="102761" y="196607"/>
                </a:cubicBezTo>
                <a:cubicBezTo>
                  <a:pt x="102005" y="196607"/>
                  <a:pt x="101249" y="196607"/>
                  <a:pt x="100494" y="196607"/>
                </a:cubicBezTo>
                <a:cubicBezTo>
                  <a:pt x="97471" y="195095"/>
                  <a:pt x="95204" y="192827"/>
                  <a:pt x="95204" y="190558"/>
                </a:cubicBezTo>
                <a:cubicBezTo>
                  <a:pt x="94449" y="187533"/>
                  <a:pt x="96716" y="184508"/>
                  <a:pt x="99738" y="183752"/>
                </a:cubicBezTo>
                <a:cubicBezTo>
                  <a:pt x="101249" y="182997"/>
                  <a:pt x="102761" y="182997"/>
                  <a:pt x="104272" y="182997"/>
                </a:cubicBezTo>
                <a:cubicBezTo>
                  <a:pt x="108805" y="182240"/>
                  <a:pt x="111072" y="179972"/>
                  <a:pt x="112583" y="175434"/>
                </a:cubicBezTo>
                <a:cubicBezTo>
                  <a:pt x="115606" y="166360"/>
                  <a:pt x="114094" y="157286"/>
                  <a:pt x="108805" y="148968"/>
                </a:cubicBezTo>
                <a:cubicBezTo>
                  <a:pt x="107293" y="147456"/>
                  <a:pt x="106538" y="147456"/>
                  <a:pt x="105026" y="148968"/>
                </a:cubicBezTo>
                <a:cubicBezTo>
                  <a:pt x="104272" y="148968"/>
                  <a:pt x="103516" y="149724"/>
                  <a:pt x="102761" y="150481"/>
                </a:cubicBezTo>
                <a:cubicBezTo>
                  <a:pt x="97471" y="155017"/>
                  <a:pt x="92937" y="158798"/>
                  <a:pt x="88405" y="163336"/>
                </a:cubicBezTo>
                <a:cubicBezTo>
                  <a:pt x="84626" y="166360"/>
                  <a:pt x="81604" y="170141"/>
                  <a:pt x="79337" y="174678"/>
                </a:cubicBezTo>
                <a:cubicBezTo>
                  <a:pt x="78581" y="175434"/>
                  <a:pt x="77826" y="176191"/>
                  <a:pt x="76314" y="177703"/>
                </a:cubicBezTo>
                <a:cubicBezTo>
                  <a:pt x="63470" y="191314"/>
                  <a:pt x="49869" y="204169"/>
                  <a:pt x="36269" y="217781"/>
                </a:cubicBezTo>
                <a:cubicBezTo>
                  <a:pt x="30979" y="223830"/>
                  <a:pt x="26445" y="224587"/>
                  <a:pt x="19646" y="221562"/>
                </a:cubicBezTo>
                <a:cubicBezTo>
                  <a:pt x="15112" y="220049"/>
                  <a:pt x="12089" y="217025"/>
                  <a:pt x="9822" y="213243"/>
                </a:cubicBezTo>
                <a:cubicBezTo>
                  <a:pt x="3023" y="204926"/>
                  <a:pt x="756" y="194339"/>
                  <a:pt x="0" y="183752"/>
                </a:cubicBezTo>
                <a:cubicBezTo>
                  <a:pt x="0" y="181484"/>
                  <a:pt x="756" y="180727"/>
                  <a:pt x="2267" y="180727"/>
                </a:cubicBezTo>
                <a:cubicBezTo>
                  <a:pt x="3778" y="179972"/>
                  <a:pt x="5290" y="179216"/>
                  <a:pt x="6801" y="179216"/>
                </a:cubicBezTo>
                <a:cubicBezTo>
                  <a:pt x="9822" y="177703"/>
                  <a:pt x="12089" y="177703"/>
                  <a:pt x="15112" y="179216"/>
                </a:cubicBezTo>
                <a:cubicBezTo>
                  <a:pt x="18134" y="180727"/>
                  <a:pt x="21157" y="179972"/>
                  <a:pt x="24178" y="176947"/>
                </a:cubicBezTo>
                <a:cubicBezTo>
                  <a:pt x="25690" y="176191"/>
                  <a:pt x="27957" y="174678"/>
                  <a:pt x="29468" y="173923"/>
                </a:cubicBezTo>
                <a:cubicBezTo>
                  <a:pt x="34757" y="170898"/>
                  <a:pt x="39291" y="167872"/>
                  <a:pt x="44580" y="165604"/>
                </a:cubicBezTo>
                <a:cubicBezTo>
                  <a:pt x="45335" y="164849"/>
                  <a:pt x="46846" y="164092"/>
                  <a:pt x="47602" y="163336"/>
                </a:cubicBezTo>
                <a:cubicBezTo>
                  <a:pt x="61203" y="155774"/>
                  <a:pt x="74047" y="147456"/>
                  <a:pt x="87649" y="139894"/>
                </a:cubicBezTo>
                <a:cubicBezTo>
                  <a:pt x="92182" y="136869"/>
                  <a:pt x="96716" y="133844"/>
                  <a:pt x="101249" y="130063"/>
                </a:cubicBezTo>
                <a:cubicBezTo>
                  <a:pt x="105026" y="127039"/>
                  <a:pt x="108049" y="123257"/>
                  <a:pt x="109560" y="117208"/>
                </a:cubicBezTo>
                <a:cubicBezTo>
                  <a:pt x="108049" y="117208"/>
                  <a:pt x="107293" y="116453"/>
                  <a:pt x="105782" y="116453"/>
                </a:cubicBezTo>
                <a:cubicBezTo>
                  <a:pt x="101249" y="114940"/>
                  <a:pt x="99738" y="111915"/>
                  <a:pt x="100494" y="107378"/>
                </a:cubicBezTo>
                <a:cubicBezTo>
                  <a:pt x="101249" y="105866"/>
                  <a:pt x="102005" y="103598"/>
                  <a:pt x="102761" y="102085"/>
                </a:cubicBezTo>
                <a:cubicBezTo>
                  <a:pt x="105026" y="96035"/>
                  <a:pt x="107293" y="89986"/>
                  <a:pt x="109560" y="84692"/>
                </a:cubicBezTo>
                <a:cubicBezTo>
                  <a:pt x="109560" y="83937"/>
                  <a:pt x="110316" y="83180"/>
                  <a:pt x="110316" y="82424"/>
                </a:cubicBezTo>
                <a:cubicBezTo>
                  <a:pt x="111072" y="79399"/>
                  <a:pt x="110316" y="78643"/>
                  <a:pt x="108049" y="78643"/>
                </a:cubicBezTo>
                <a:cubicBezTo>
                  <a:pt x="105782" y="78643"/>
                  <a:pt x="104272" y="78643"/>
                  <a:pt x="102005" y="79399"/>
                </a:cubicBezTo>
                <a:cubicBezTo>
                  <a:pt x="99738" y="80156"/>
                  <a:pt x="96716" y="80912"/>
                  <a:pt x="93693" y="81667"/>
                </a:cubicBezTo>
                <a:cubicBezTo>
                  <a:pt x="92182" y="82424"/>
                  <a:pt x="91426" y="83937"/>
                  <a:pt x="91426" y="85448"/>
                </a:cubicBezTo>
                <a:cubicBezTo>
                  <a:pt x="91426" y="92254"/>
                  <a:pt x="91426" y="99060"/>
                  <a:pt x="91426" y="105866"/>
                </a:cubicBezTo>
                <a:cubicBezTo>
                  <a:pt x="91426" y="107378"/>
                  <a:pt x="90670" y="108890"/>
                  <a:pt x="89915" y="110402"/>
                </a:cubicBezTo>
                <a:cubicBezTo>
                  <a:pt x="81604" y="120989"/>
                  <a:pt x="74047" y="131576"/>
                  <a:pt x="65736" y="142163"/>
                </a:cubicBezTo>
                <a:cubicBezTo>
                  <a:pt x="65736" y="142918"/>
                  <a:pt x="64981" y="142918"/>
                  <a:pt x="64981" y="143675"/>
                </a:cubicBezTo>
                <a:cubicBezTo>
                  <a:pt x="61203" y="139894"/>
                  <a:pt x="58180" y="136869"/>
                  <a:pt x="55159" y="133088"/>
                </a:cubicBezTo>
                <a:cubicBezTo>
                  <a:pt x="52892" y="130820"/>
                  <a:pt x="52136" y="128551"/>
                  <a:pt x="52136" y="125527"/>
                </a:cubicBezTo>
                <a:cubicBezTo>
                  <a:pt x="51380" y="124014"/>
                  <a:pt x="51380" y="121746"/>
                  <a:pt x="50625" y="120233"/>
                </a:cubicBezTo>
                <a:cubicBezTo>
                  <a:pt x="43824" y="104353"/>
                  <a:pt x="43068" y="88473"/>
                  <a:pt x="47602" y="71838"/>
                </a:cubicBezTo>
                <a:cubicBezTo>
                  <a:pt x="50625" y="63519"/>
                  <a:pt x="50625" y="55957"/>
                  <a:pt x="49869" y="47639"/>
                </a:cubicBezTo>
                <a:cubicBezTo>
                  <a:pt x="49869" y="45371"/>
                  <a:pt x="49869" y="43103"/>
                  <a:pt x="49869" y="40834"/>
                </a:cubicBezTo>
                <a:cubicBezTo>
                  <a:pt x="49869" y="37809"/>
                  <a:pt x="51380" y="35541"/>
                  <a:pt x="54403" y="35541"/>
                </a:cubicBezTo>
                <a:cubicBezTo>
                  <a:pt x="56669" y="34784"/>
                  <a:pt x="58936" y="35541"/>
                  <a:pt x="60447" y="36297"/>
                </a:cubicBezTo>
                <a:cubicBezTo>
                  <a:pt x="62714" y="37809"/>
                  <a:pt x="64225" y="39322"/>
                  <a:pt x="66492" y="41590"/>
                </a:cubicBezTo>
                <a:cubicBezTo>
                  <a:pt x="68003" y="43103"/>
                  <a:pt x="68759" y="44615"/>
                  <a:pt x="70270" y="46128"/>
                </a:cubicBezTo>
                <a:cubicBezTo>
                  <a:pt x="74803" y="49908"/>
                  <a:pt x="77826" y="50664"/>
                  <a:pt x="82360" y="47639"/>
                </a:cubicBezTo>
                <a:cubicBezTo>
                  <a:pt x="88405" y="43858"/>
                  <a:pt x="94449" y="40077"/>
                  <a:pt x="100494" y="36297"/>
                </a:cubicBezTo>
                <a:cubicBezTo>
                  <a:pt x="107293" y="31003"/>
                  <a:pt x="114094" y="26467"/>
                  <a:pt x="120894" y="21173"/>
                </a:cubicBezTo>
                <a:cubicBezTo>
                  <a:pt x="123161" y="18904"/>
                  <a:pt x="126183" y="18148"/>
                  <a:pt x="129206" y="17393"/>
                </a:cubicBezTo>
                <a:cubicBezTo>
                  <a:pt x="133740" y="17393"/>
                  <a:pt x="137517" y="15123"/>
                  <a:pt x="141295" y="12099"/>
                </a:cubicBezTo>
                <a:cubicBezTo>
                  <a:pt x="148096" y="4538"/>
                  <a:pt x="157162" y="1513"/>
                  <a:pt x="166986" y="756"/>
                </a:cubicBezTo>
                <a:cubicBezTo>
                  <a:pt x="176052" y="0"/>
                  <a:pt x="185875" y="0"/>
                  <a:pt x="194942" y="3025"/>
                </a:cubicBezTo>
                <a:cubicBezTo>
                  <a:pt x="197209" y="3781"/>
                  <a:pt x="199476" y="5293"/>
                  <a:pt x="201742" y="6806"/>
                </a:cubicBezTo>
                <a:cubicBezTo>
                  <a:pt x="204009" y="7562"/>
                  <a:pt x="204765" y="9830"/>
                  <a:pt x="204765" y="12099"/>
                </a:cubicBezTo>
                <a:cubicBezTo>
                  <a:pt x="204765" y="13612"/>
                  <a:pt x="204765" y="14368"/>
                  <a:pt x="203253" y="15880"/>
                </a:cubicBezTo>
                <a:cubicBezTo>
                  <a:pt x="197965" y="19661"/>
                  <a:pt x="192676" y="23442"/>
                  <a:pt x="187386" y="27979"/>
                </a:cubicBezTo>
                <a:cubicBezTo>
                  <a:pt x="181342" y="32516"/>
                  <a:pt x="175297" y="37809"/>
                  <a:pt x="170763" y="43858"/>
                </a:cubicBezTo>
                <a:cubicBezTo>
                  <a:pt x="168497" y="46883"/>
                  <a:pt x="165475" y="49152"/>
                  <a:pt x="162452" y="50664"/>
                </a:cubicBezTo>
                <a:cubicBezTo>
                  <a:pt x="160941" y="51421"/>
                  <a:pt x="160185" y="52177"/>
                  <a:pt x="159429" y="52932"/>
                </a:cubicBezTo>
                <a:cubicBezTo>
                  <a:pt x="152630" y="59738"/>
                  <a:pt x="146585" y="65789"/>
                  <a:pt x="140539" y="71838"/>
                </a:cubicBezTo>
                <a:cubicBezTo>
                  <a:pt x="139028" y="73350"/>
                  <a:pt x="138273" y="74863"/>
                  <a:pt x="139784" y="7713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2857500" y="939800"/>
            <a:ext cx="211562" cy="134244"/>
          </a:xfrm>
          <a:custGeom>
            <a:avLst/>
            <a:gdLst/>
            <a:ahLst/>
            <a:cxnLst/>
            <a:rect l="l" t="t" r="r" b="b"/>
            <a:pathLst>
              <a:path w="211562" h="134244">
                <a:moveTo>
                  <a:pt x="12089" y="100306"/>
                </a:moveTo>
                <a:cubicBezTo>
                  <a:pt x="13600" y="97290"/>
                  <a:pt x="12089" y="95781"/>
                  <a:pt x="10578" y="93518"/>
                </a:cubicBezTo>
                <a:cubicBezTo>
                  <a:pt x="6800" y="88993"/>
                  <a:pt x="3778" y="83715"/>
                  <a:pt x="1511" y="77681"/>
                </a:cubicBezTo>
                <a:cubicBezTo>
                  <a:pt x="0" y="71647"/>
                  <a:pt x="756" y="66368"/>
                  <a:pt x="4534" y="61088"/>
                </a:cubicBezTo>
                <a:cubicBezTo>
                  <a:pt x="6800" y="58826"/>
                  <a:pt x="9067" y="57318"/>
                  <a:pt x="12089" y="58072"/>
                </a:cubicBezTo>
                <a:cubicBezTo>
                  <a:pt x="13600" y="58072"/>
                  <a:pt x="15112" y="57318"/>
                  <a:pt x="16623" y="58072"/>
                </a:cubicBezTo>
                <a:cubicBezTo>
                  <a:pt x="21911" y="59581"/>
                  <a:pt x="27201" y="57318"/>
                  <a:pt x="30223" y="53547"/>
                </a:cubicBezTo>
                <a:cubicBezTo>
                  <a:pt x="33246" y="50529"/>
                  <a:pt x="37023" y="49022"/>
                  <a:pt x="40801" y="48268"/>
                </a:cubicBezTo>
                <a:cubicBezTo>
                  <a:pt x="43068" y="48268"/>
                  <a:pt x="45335" y="46759"/>
                  <a:pt x="47601" y="46004"/>
                </a:cubicBezTo>
                <a:cubicBezTo>
                  <a:pt x="67246" y="35447"/>
                  <a:pt x="87647" y="26396"/>
                  <a:pt x="108803" y="18854"/>
                </a:cubicBezTo>
                <a:cubicBezTo>
                  <a:pt x="114847" y="16593"/>
                  <a:pt x="121648" y="14329"/>
                  <a:pt x="127692" y="12066"/>
                </a:cubicBezTo>
                <a:cubicBezTo>
                  <a:pt x="131470" y="10559"/>
                  <a:pt x="136004" y="10559"/>
                  <a:pt x="140538" y="9804"/>
                </a:cubicBezTo>
                <a:cubicBezTo>
                  <a:pt x="146582" y="9050"/>
                  <a:pt x="151872" y="8296"/>
                  <a:pt x="157916" y="6788"/>
                </a:cubicBezTo>
                <a:cubicBezTo>
                  <a:pt x="161694" y="6034"/>
                  <a:pt x="165472" y="3771"/>
                  <a:pt x="169249" y="2263"/>
                </a:cubicBezTo>
                <a:cubicBezTo>
                  <a:pt x="171516" y="754"/>
                  <a:pt x="173783" y="0"/>
                  <a:pt x="176050" y="0"/>
                </a:cubicBezTo>
                <a:cubicBezTo>
                  <a:pt x="184361" y="0"/>
                  <a:pt x="192673" y="754"/>
                  <a:pt x="200228" y="3771"/>
                </a:cubicBezTo>
                <a:cubicBezTo>
                  <a:pt x="208539" y="6788"/>
                  <a:pt x="211562" y="14329"/>
                  <a:pt x="207029" y="21871"/>
                </a:cubicBezTo>
                <a:cubicBezTo>
                  <a:pt x="204006" y="28659"/>
                  <a:pt x="198717" y="33938"/>
                  <a:pt x="193429" y="37709"/>
                </a:cubicBezTo>
                <a:cubicBezTo>
                  <a:pt x="190406" y="39972"/>
                  <a:pt x="188139" y="39972"/>
                  <a:pt x="185116" y="39972"/>
                </a:cubicBezTo>
                <a:cubicBezTo>
                  <a:pt x="178317" y="40725"/>
                  <a:pt x="172272" y="41479"/>
                  <a:pt x="166228" y="42234"/>
                </a:cubicBezTo>
                <a:cubicBezTo>
                  <a:pt x="164716" y="42988"/>
                  <a:pt x="162450" y="42988"/>
                  <a:pt x="160938" y="43743"/>
                </a:cubicBezTo>
                <a:cubicBezTo>
                  <a:pt x="157916" y="45251"/>
                  <a:pt x="157160" y="47513"/>
                  <a:pt x="157160" y="50529"/>
                </a:cubicBezTo>
                <a:cubicBezTo>
                  <a:pt x="157160" y="52793"/>
                  <a:pt x="157916" y="55054"/>
                  <a:pt x="158671" y="57318"/>
                </a:cubicBezTo>
                <a:cubicBezTo>
                  <a:pt x="160938" y="61843"/>
                  <a:pt x="162450" y="65613"/>
                  <a:pt x="164716" y="69384"/>
                </a:cubicBezTo>
                <a:cubicBezTo>
                  <a:pt x="166983" y="75418"/>
                  <a:pt x="169249" y="80697"/>
                  <a:pt x="169249" y="86731"/>
                </a:cubicBezTo>
                <a:cubicBezTo>
                  <a:pt x="169249" y="95026"/>
                  <a:pt x="168493" y="102569"/>
                  <a:pt x="166228" y="110110"/>
                </a:cubicBezTo>
                <a:cubicBezTo>
                  <a:pt x="163205" y="118406"/>
                  <a:pt x="157916" y="122177"/>
                  <a:pt x="148849" y="122931"/>
                </a:cubicBezTo>
                <a:cubicBezTo>
                  <a:pt x="146582" y="122931"/>
                  <a:pt x="145071" y="122931"/>
                  <a:pt x="142804" y="122931"/>
                </a:cubicBezTo>
                <a:cubicBezTo>
                  <a:pt x="140538" y="122931"/>
                  <a:pt x="138271" y="122931"/>
                  <a:pt x="136760" y="125948"/>
                </a:cubicBezTo>
                <a:cubicBezTo>
                  <a:pt x="136004" y="126703"/>
                  <a:pt x="135249" y="127456"/>
                  <a:pt x="134493" y="128210"/>
                </a:cubicBezTo>
                <a:cubicBezTo>
                  <a:pt x="129203" y="132735"/>
                  <a:pt x="123915" y="134244"/>
                  <a:pt x="117870" y="131981"/>
                </a:cubicBezTo>
                <a:cubicBezTo>
                  <a:pt x="114093" y="129719"/>
                  <a:pt x="109559" y="127456"/>
                  <a:pt x="105781" y="125194"/>
                </a:cubicBezTo>
                <a:cubicBezTo>
                  <a:pt x="102758" y="122931"/>
                  <a:pt x="99737" y="122177"/>
                  <a:pt x="95203" y="122177"/>
                </a:cubicBezTo>
                <a:cubicBezTo>
                  <a:pt x="93692" y="122177"/>
                  <a:pt x="91425" y="122931"/>
                  <a:pt x="89913" y="120669"/>
                </a:cubicBezTo>
                <a:cubicBezTo>
                  <a:pt x="87647" y="118406"/>
                  <a:pt x="86136" y="116144"/>
                  <a:pt x="85381" y="113127"/>
                </a:cubicBezTo>
                <a:cubicBezTo>
                  <a:pt x="84625" y="111619"/>
                  <a:pt x="85381" y="110865"/>
                  <a:pt x="86892" y="110865"/>
                </a:cubicBezTo>
                <a:cubicBezTo>
                  <a:pt x="88402" y="110865"/>
                  <a:pt x="90669" y="110865"/>
                  <a:pt x="92180" y="110865"/>
                </a:cubicBezTo>
                <a:cubicBezTo>
                  <a:pt x="103514" y="111619"/>
                  <a:pt x="114847" y="110110"/>
                  <a:pt x="125426" y="106340"/>
                </a:cubicBezTo>
                <a:cubicBezTo>
                  <a:pt x="130715" y="104076"/>
                  <a:pt x="135249" y="101060"/>
                  <a:pt x="139783" y="97290"/>
                </a:cubicBezTo>
                <a:cubicBezTo>
                  <a:pt x="142048" y="95026"/>
                  <a:pt x="142804" y="92765"/>
                  <a:pt x="142048" y="90501"/>
                </a:cubicBezTo>
                <a:cubicBezTo>
                  <a:pt x="141293" y="83715"/>
                  <a:pt x="140538" y="76926"/>
                  <a:pt x="139783" y="69384"/>
                </a:cubicBezTo>
                <a:cubicBezTo>
                  <a:pt x="139027" y="65613"/>
                  <a:pt x="139027" y="61843"/>
                  <a:pt x="139027" y="58072"/>
                </a:cubicBezTo>
                <a:cubicBezTo>
                  <a:pt x="139027" y="55054"/>
                  <a:pt x="138271" y="53547"/>
                  <a:pt x="135249" y="53547"/>
                </a:cubicBezTo>
                <a:cubicBezTo>
                  <a:pt x="130715" y="52793"/>
                  <a:pt x="126938" y="52793"/>
                  <a:pt x="123160" y="56563"/>
                </a:cubicBezTo>
                <a:cubicBezTo>
                  <a:pt x="122404" y="57318"/>
                  <a:pt x="120893" y="58072"/>
                  <a:pt x="119381" y="59581"/>
                </a:cubicBezTo>
                <a:cubicBezTo>
                  <a:pt x="116359" y="61088"/>
                  <a:pt x="113337" y="62597"/>
                  <a:pt x="109559" y="61843"/>
                </a:cubicBezTo>
                <a:cubicBezTo>
                  <a:pt x="101247" y="61843"/>
                  <a:pt x="93692" y="64106"/>
                  <a:pt x="87647" y="68631"/>
                </a:cubicBezTo>
                <a:cubicBezTo>
                  <a:pt x="78580" y="75418"/>
                  <a:pt x="69513" y="82206"/>
                  <a:pt x="60447" y="88993"/>
                </a:cubicBezTo>
                <a:cubicBezTo>
                  <a:pt x="53646" y="93518"/>
                  <a:pt x="46846" y="98797"/>
                  <a:pt x="39290" y="101815"/>
                </a:cubicBezTo>
                <a:cubicBezTo>
                  <a:pt x="31735" y="104831"/>
                  <a:pt x="24178" y="105585"/>
                  <a:pt x="16623" y="102569"/>
                </a:cubicBezTo>
                <a:cubicBezTo>
                  <a:pt x="15112" y="102569"/>
                  <a:pt x="14356" y="101815"/>
                  <a:pt x="13600" y="101060"/>
                </a:cubicBezTo>
                <a:cubicBezTo>
                  <a:pt x="12845" y="101060"/>
                  <a:pt x="12845" y="101060"/>
                  <a:pt x="12089" y="10030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2171700" y="762000"/>
            <a:ext cx="160583" cy="85814"/>
          </a:xfrm>
          <a:custGeom>
            <a:avLst/>
            <a:gdLst/>
            <a:ahLst/>
            <a:cxnLst/>
            <a:rect l="l" t="t" r="r" b="b"/>
            <a:pathLst>
              <a:path w="160583" h="85814">
                <a:moveTo>
                  <a:pt x="149221" y="0"/>
                </a:moveTo>
                <a:cubicBezTo>
                  <a:pt x="150736" y="0"/>
                  <a:pt x="153008" y="0"/>
                  <a:pt x="155280" y="0"/>
                </a:cubicBezTo>
                <a:cubicBezTo>
                  <a:pt x="158311" y="753"/>
                  <a:pt x="160583" y="3764"/>
                  <a:pt x="159826" y="6774"/>
                </a:cubicBezTo>
                <a:cubicBezTo>
                  <a:pt x="156795" y="13550"/>
                  <a:pt x="151493" y="18819"/>
                  <a:pt x="144676" y="21830"/>
                </a:cubicBezTo>
                <a:cubicBezTo>
                  <a:pt x="143161" y="21830"/>
                  <a:pt x="142404" y="21830"/>
                  <a:pt x="141647" y="21830"/>
                </a:cubicBezTo>
                <a:cubicBezTo>
                  <a:pt x="137858" y="21077"/>
                  <a:pt x="134830" y="22583"/>
                  <a:pt x="131799" y="24841"/>
                </a:cubicBezTo>
                <a:cubicBezTo>
                  <a:pt x="119680" y="32368"/>
                  <a:pt x="109075" y="40649"/>
                  <a:pt x="99986" y="50434"/>
                </a:cubicBezTo>
                <a:cubicBezTo>
                  <a:pt x="93925" y="56457"/>
                  <a:pt x="87866" y="62479"/>
                  <a:pt x="82564" y="68501"/>
                </a:cubicBezTo>
                <a:cubicBezTo>
                  <a:pt x="74990" y="76780"/>
                  <a:pt x="65142" y="82803"/>
                  <a:pt x="53781" y="84309"/>
                </a:cubicBezTo>
                <a:cubicBezTo>
                  <a:pt x="46205" y="85814"/>
                  <a:pt x="37874" y="84309"/>
                  <a:pt x="30298" y="81298"/>
                </a:cubicBezTo>
                <a:cubicBezTo>
                  <a:pt x="21966" y="78287"/>
                  <a:pt x="14392" y="73770"/>
                  <a:pt x="6817" y="67748"/>
                </a:cubicBezTo>
                <a:cubicBezTo>
                  <a:pt x="6817" y="67748"/>
                  <a:pt x="6817" y="66995"/>
                  <a:pt x="6059" y="66995"/>
                </a:cubicBezTo>
                <a:cubicBezTo>
                  <a:pt x="0" y="60973"/>
                  <a:pt x="1515" y="52692"/>
                  <a:pt x="8332" y="48176"/>
                </a:cubicBezTo>
                <a:cubicBezTo>
                  <a:pt x="9089" y="47423"/>
                  <a:pt x="10604" y="47423"/>
                  <a:pt x="11361" y="46671"/>
                </a:cubicBezTo>
                <a:cubicBezTo>
                  <a:pt x="36359" y="36885"/>
                  <a:pt x="61355" y="27099"/>
                  <a:pt x="86351" y="17314"/>
                </a:cubicBezTo>
                <a:cubicBezTo>
                  <a:pt x="90138" y="15808"/>
                  <a:pt x="94684" y="14303"/>
                  <a:pt x="98471" y="13550"/>
                </a:cubicBezTo>
                <a:cubicBezTo>
                  <a:pt x="107560" y="11292"/>
                  <a:pt x="115893" y="9034"/>
                  <a:pt x="124225" y="5269"/>
                </a:cubicBezTo>
                <a:cubicBezTo>
                  <a:pt x="132556" y="1505"/>
                  <a:pt x="140889" y="0"/>
                  <a:pt x="14922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2222500" y="660400"/>
            <a:ext cx="85814" cy="95160"/>
          </a:xfrm>
          <a:custGeom>
            <a:avLst/>
            <a:gdLst/>
            <a:ahLst/>
            <a:cxnLst/>
            <a:rect l="l" t="t" r="r" b="b"/>
            <a:pathLst>
              <a:path w="85814" h="95160">
                <a:moveTo>
                  <a:pt x="85814" y="52866"/>
                </a:moveTo>
                <a:cubicBezTo>
                  <a:pt x="85814" y="59663"/>
                  <a:pt x="82050" y="64950"/>
                  <a:pt x="76029" y="68726"/>
                </a:cubicBezTo>
                <a:cubicBezTo>
                  <a:pt x="70759" y="71747"/>
                  <a:pt x="64737" y="73259"/>
                  <a:pt x="58715" y="73259"/>
                </a:cubicBezTo>
                <a:cubicBezTo>
                  <a:pt x="48176" y="73259"/>
                  <a:pt x="49682" y="74013"/>
                  <a:pt x="43660" y="80056"/>
                </a:cubicBezTo>
                <a:cubicBezTo>
                  <a:pt x="39143" y="83831"/>
                  <a:pt x="34627" y="87607"/>
                  <a:pt x="30110" y="91384"/>
                </a:cubicBezTo>
                <a:cubicBezTo>
                  <a:pt x="28604" y="92894"/>
                  <a:pt x="26346" y="93650"/>
                  <a:pt x="23335" y="94404"/>
                </a:cubicBezTo>
                <a:cubicBezTo>
                  <a:pt x="21077" y="95160"/>
                  <a:pt x="18819" y="94404"/>
                  <a:pt x="17314" y="92138"/>
                </a:cubicBezTo>
                <a:cubicBezTo>
                  <a:pt x="16561" y="89118"/>
                  <a:pt x="15808" y="86853"/>
                  <a:pt x="17314" y="84587"/>
                </a:cubicBezTo>
                <a:cubicBezTo>
                  <a:pt x="24841" y="74013"/>
                  <a:pt x="24841" y="62685"/>
                  <a:pt x="19572" y="51356"/>
                </a:cubicBezTo>
                <a:cubicBezTo>
                  <a:pt x="17314" y="46069"/>
                  <a:pt x="14303" y="42294"/>
                  <a:pt x="12045" y="37762"/>
                </a:cubicBezTo>
                <a:cubicBezTo>
                  <a:pt x="10538" y="34741"/>
                  <a:pt x="9034" y="32475"/>
                  <a:pt x="8280" y="29454"/>
                </a:cubicBezTo>
                <a:cubicBezTo>
                  <a:pt x="6774" y="24922"/>
                  <a:pt x="5269" y="20391"/>
                  <a:pt x="2258" y="15860"/>
                </a:cubicBezTo>
                <a:cubicBezTo>
                  <a:pt x="0" y="12838"/>
                  <a:pt x="0" y="9063"/>
                  <a:pt x="2258" y="4531"/>
                </a:cubicBezTo>
                <a:cubicBezTo>
                  <a:pt x="3764" y="1510"/>
                  <a:pt x="6022" y="0"/>
                  <a:pt x="9034" y="0"/>
                </a:cubicBezTo>
                <a:cubicBezTo>
                  <a:pt x="10538" y="0"/>
                  <a:pt x="12045" y="756"/>
                  <a:pt x="13550" y="756"/>
                </a:cubicBezTo>
                <a:cubicBezTo>
                  <a:pt x="21830" y="2266"/>
                  <a:pt x="30110" y="5287"/>
                  <a:pt x="37638" y="9063"/>
                </a:cubicBezTo>
                <a:cubicBezTo>
                  <a:pt x="46671" y="14350"/>
                  <a:pt x="55703" y="18881"/>
                  <a:pt x="64737" y="23412"/>
                </a:cubicBezTo>
                <a:cubicBezTo>
                  <a:pt x="70759" y="27188"/>
                  <a:pt x="76029" y="30965"/>
                  <a:pt x="79792" y="36251"/>
                </a:cubicBezTo>
                <a:cubicBezTo>
                  <a:pt x="83556" y="40782"/>
                  <a:pt x="85814" y="46069"/>
                  <a:pt x="85814" y="528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2870200" y="749300"/>
            <a:ext cx="84115" cy="113852"/>
          </a:xfrm>
          <a:custGeom>
            <a:avLst/>
            <a:gdLst/>
            <a:ahLst/>
            <a:cxnLst/>
            <a:rect l="l" t="t" r="r" b="b"/>
            <a:pathLst>
              <a:path w="84115" h="113852">
                <a:moveTo>
                  <a:pt x="84115" y="89563"/>
                </a:moveTo>
                <a:cubicBezTo>
                  <a:pt x="83358" y="91082"/>
                  <a:pt x="82600" y="93359"/>
                  <a:pt x="81841" y="94877"/>
                </a:cubicBezTo>
                <a:cubicBezTo>
                  <a:pt x="78053" y="99431"/>
                  <a:pt x="75021" y="103226"/>
                  <a:pt x="71233" y="107780"/>
                </a:cubicBezTo>
                <a:cubicBezTo>
                  <a:pt x="68202" y="110816"/>
                  <a:pt x="65170" y="112334"/>
                  <a:pt x="60623" y="113094"/>
                </a:cubicBezTo>
                <a:cubicBezTo>
                  <a:pt x="56835" y="113852"/>
                  <a:pt x="55319" y="113094"/>
                  <a:pt x="54560" y="109297"/>
                </a:cubicBezTo>
                <a:cubicBezTo>
                  <a:pt x="53045" y="102467"/>
                  <a:pt x="51530" y="95636"/>
                  <a:pt x="50014" y="88805"/>
                </a:cubicBezTo>
                <a:cubicBezTo>
                  <a:pt x="48499" y="81973"/>
                  <a:pt x="47741" y="75142"/>
                  <a:pt x="44710" y="68311"/>
                </a:cubicBezTo>
                <a:cubicBezTo>
                  <a:pt x="43194" y="64516"/>
                  <a:pt x="40921" y="60721"/>
                  <a:pt x="37889" y="56926"/>
                </a:cubicBezTo>
                <a:cubicBezTo>
                  <a:pt x="30311" y="47818"/>
                  <a:pt x="21976" y="38710"/>
                  <a:pt x="14398" y="30361"/>
                </a:cubicBezTo>
                <a:cubicBezTo>
                  <a:pt x="11366" y="26566"/>
                  <a:pt x="8336" y="23529"/>
                  <a:pt x="4547" y="20494"/>
                </a:cubicBezTo>
                <a:cubicBezTo>
                  <a:pt x="758" y="16698"/>
                  <a:pt x="0" y="12903"/>
                  <a:pt x="0" y="7590"/>
                </a:cubicBezTo>
                <a:cubicBezTo>
                  <a:pt x="0" y="6831"/>
                  <a:pt x="0" y="6831"/>
                  <a:pt x="0" y="6072"/>
                </a:cubicBezTo>
                <a:cubicBezTo>
                  <a:pt x="1515" y="759"/>
                  <a:pt x="2273" y="0"/>
                  <a:pt x="6820" y="1518"/>
                </a:cubicBezTo>
                <a:cubicBezTo>
                  <a:pt x="9093" y="3037"/>
                  <a:pt x="11366" y="3795"/>
                  <a:pt x="13640" y="5314"/>
                </a:cubicBezTo>
                <a:cubicBezTo>
                  <a:pt x="15913" y="7590"/>
                  <a:pt x="18186" y="9108"/>
                  <a:pt x="20461" y="11386"/>
                </a:cubicBezTo>
                <a:cubicBezTo>
                  <a:pt x="24249" y="15180"/>
                  <a:pt x="28796" y="18217"/>
                  <a:pt x="33343" y="19735"/>
                </a:cubicBezTo>
                <a:cubicBezTo>
                  <a:pt x="46225" y="25047"/>
                  <a:pt x="56077" y="32638"/>
                  <a:pt x="64412" y="43264"/>
                </a:cubicBezTo>
                <a:cubicBezTo>
                  <a:pt x="74263" y="55408"/>
                  <a:pt x="81084" y="69830"/>
                  <a:pt x="83358" y="86528"/>
                </a:cubicBezTo>
                <a:cubicBezTo>
                  <a:pt x="83358" y="87287"/>
                  <a:pt x="83358" y="88045"/>
                  <a:pt x="83358" y="88805"/>
                </a:cubicBezTo>
                <a:cubicBezTo>
                  <a:pt x="83358" y="88805"/>
                  <a:pt x="83358" y="89563"/>
                  <a:pt x="84115" y="8956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2286000" y="965200"/>
            <a:ext cx="61175" cy="74769"/>
          </a:xfrm>
          <a:custGeom>
            <a:avLst/>
            <a:gdLst/>
            <a:ahLst/>
            <a:cxnLst/>
            <a:rect l="l" t="t" r="r" b="b"/>
            <a:pathLst>
              <a:path w="61175" h="74769">
                <a:moveTo>
                  <a:pt x="0" y="13594"/>
                </a:moveTo>
                <a:cubicBezTo>
                  <a:pt x="756" y="11328"/>
                  <a:pt x="756" y="9063"/>
                  <a:pt x="756" y="6797"/>
                </a:cubicBezTo>
                <a:cubicBezTo>
                  <a:pt x="1510" y="3021"/>
                  <a:pt x="3776" y="756"/>
                  <a:pt x="8307" y="756"/>
                </a:cubicBezTo>
                <a:cubicBezTo>
                  <a:pt x="18881" y="0"/>
                  <a:pt x="29454" y="1510"/>
                  <a:pt x="37762" y="9063"/>
                </a:cubicBezTo>
                <a:cubicBezTo>
                  <a:pt x="46825" y="15860"/>
                  <a:pt x="52866" y="24168"/>
                  <a:pt x="58908" y="33231"/>
                </a:cubicBezTo>
                <a:cubicBezTo>
                  <a:pt x="59663" y="34741"/>
                  <a:pt x="60419" y="37007"/>
                  <a:pt x="60419" y="38518"/>
                </a:cubicBezTo>
                <a:cubicBezTo>
                  <a:pt x="61175" y="46069"/>
                  <a:pt x="60419" y="52868"/>
                  <a:pt x="58153" y="59665"/>
                </a:cubicBezTo>
                <a:cubicBezTo>
                  <a:pt x="55888" y="67216"/>
                  <a:pt x="43048" y="74769"/>
                  <a:pt x="32475" y="69482"/>
                </a:cubicBezTo>
                <a:cubicBezTo>
                  <a:pt x="28699" y="67216"/>
                  <a:pt x="24922" y="64950"/>
                  <a:pt x="22657" y="61175"/>
                </a:cubicBezTo>
                <a:cubicBezTo>
                  <a:pt x="18125" y="55888"/>
                  <a:pt x="13594" y="50601"/>
                  <a:pt x="9063" y="45315"/>
                </a:cubicBezTo>
                <a:cubicBezTo>
                  <a:pt x="3021" y="37007"/>
                  <a:pt x="1510" y="27944"/>
                  <a:pt x="756" y="18125"/>
                </a:cubicBezTo>
                <a:cubicBezTo>
                  <a:pt x="756" y="16615"/>
                  <a:pt x="756" y="15105"/>
                  <a:pt x="756" y="13594"/>
                </a:cubicBezTo>
                <a:cubicBezTo>
                  <a:pt x="756" y="13594"/>
                  <a:pt x="756" y="13594"/>
                  <a:pt x="0" y="1359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2679700" y="939800"/>
            <a:ext cx="65423" cy="75620"/>
          </a:xfrm>
          <a:custGeom>
            <a:avLst/>
            <a:gdLst/>
            <a:ahLst/>
            <a:cxnLst/>
            <a:rect l="l" t="t" r="r" b="b"/>
            <a:pathLst>
              <a:path w="65423" h="75620">
                <a:moveTo>
                  <a:pt x="28575" y="75620"/>
                </a:moveTo>
                <a:cubicBezTo>
                  <a:pt x="25568" y="74863"/>
                  <a:pt x="23312" y="74863"/>
                  <a:pt x="20303" y="74107"/>
                </a:cubicBezTo>
                <a:cubicBezTo>
                  <a:pt x="18048" y="73350"/>
                  <a:pt x="16544" y="71082"/>
                  <a:pt x="16544" y="68814"/>
                </a:cubicBezTo>
                <a:cubicBezTo>
                  <a:pt x="17296" y="61251"/>
                  <a:pt x="15039" y="55202"/>
                  <a:pt x="12784" y="49153"/>
                </a:cubicBezTo>
                <a:cubicBezTo>
                  <a:pt x="8272" y="37054"/>
                  <a:pt x="3007" y="24954"/>
                  <a:pt x="752" y="12099"/>
                </a:cubicBezTo>
                <a:cubicBezTo>
                  <a:pt x="0" y="9074"/>
                  <a:pt x="0" y="6049"/>
                  <a:pt x="0" y="3025"/>
                </a:cubicBezTo>
                <a:cubicBezTo>
                  <a:pt x="0" y="1513"/>
                  <a:pt x="1504" y="0"/>
                  <a:pt x="3007" y="0"/>
                </a:cubicBezTo>
                <a:cubicBezTo>
                  <a:pt x="5264" y="0"/>
                  <a:pt x="7520" y="0"/>
                  <a:pt x="9023" y="0"/>
                </a:cubicBezTo>
                <a:cubicBezTo>
                  <a:pt x="11280" y="756"/>
                  <a:pt x="13536" y="1513"/>
                  <a:pt x="15039" y="3025"/>
                </a:cubicBezTo>
                <a:cubicBezTo>
                  <a:pt x="18048" y="5293"/>
                  <a:pt x="21055" y="6806"/>
                  <a:pt x="23312" y="9074"/>
                </a:cubicBezTo>
                <a:cubicBezTo>
                  <a:pt x="31584" y="16636"/>
                  <a:pt x="40607" y="23442"/>
                  <a:pt x="48880" y="31003"/>
                </a:cubicBezTo>
                <a:cubicBezTo>
                  <a:pt x="52639" y="34028"/>
                  <a:pt x="55648" y="38566"/>
                  <a:pt x="58655" y="42347"/>
                </a:cubicBezTo>
                <a:cubicBezTo>
                  <a:pt x="65423" y="52177"/>
                  <a:pt x="63919" y="58983"/>
                  <a:pt x="54896" y="65789"/>
                </a:cubicBezTo>
                <a:cubicBezTo>
                  <a:pt x="48127" y="71838"/>
                  <a:pt x="37600" y="75620"/>
                  <a:pt x="28575" y="756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2870200" y="838200"/>
            <a:ext cx="33986" cy="65423"/>
          </a:xfrm>
          <a:custGeom>
            <a:avLst/>
            <a:gdLst/>
            <a:ahLst/>
            <a:cxnLst/>
            <a:rect l="l" t="t" r="r" b="b"/>
            <a:pathLst>
              <a:path w="33986" h="65423">
                <a:moveTo>
                  <a:pt x="4634" y="42864"/>
                </a:moveTo>
                <a:cubicBezTo>
                  <a:pt x="5406" y="29328"/>
                  <a:pt x="3862" y="17296"/>
                  <a:pt x="1544" y="6016"/>
                </a:cubicBezTo>
                <a:cubicBezTo>
                  <a:pt x="772" y="4512"/>
                  <a:pt x="0" y="2256"/>
                  <a:pt x="2318" y="1504"/>
                </a:cubicBezTo>
                <a:cubicBezTo>
                  <a:pt x="3862" y="0"/>
                  <a:pt x="5406" y="0"/>
                  <a:pt x="7724" y="1504"/>
                </a:cubicBezTo>
                <a:cubicBezTo>
                  <a:pt x="9268" y="2256"/>
                  <a:pt x="10814" y="3007"/>
                  <a:pt x="11586" y="4512"/>
                </a:cubicBezTo>
                <a:cubicBezTo>
                  <a:pt x="15448" y="8272"/>
                  <a:pt x="19310" y="12784"/>
                  <a:pt x="22400" y="16544"/>
                </a:cubicBezTo>
                <a:cubicBezTo>
                  <a:pt x="25489" y="20303"/>
                  <a:pt x="27807" y="24064"/>
                  <a:pt x="30124" y="27071"/>
                </a:cubicBezTo>
                <a:cubicBezTo>
                  <a:pt x="32441" y="30832"/>
                  <a:pt x="33986" y="34591"/>
                  <a:pt x="33213" y="39103"/>
                </a:cubicBezTo>
                <a:cubicBezTo>
                  <a:pt x="32441" y="44367"/>
                  <a:pt x="31669" y="50383"/>
                  <a:pt x="29351" y="55648"/>
                </a:cubicBezTo>
                <a:cubicBezTo>
                  <a:pt x="25489" y="62415"/>
                  <a:pt x="20855" y="65423"/>
                  <a:pt x="12358" y="65423"/>
                </a:cubicBezTo>
                <a:cubicBezTo>
                  <a:pt x="9268" y="65423"/>
                  <a:pt x="7724" y="63919"/>
                  <a:pt x="6180" y="60910"/>
                </a:cubicBezTo>
                <a:cubicBezTo>
                  <a:pt x="4634" y="57151"/>
                  <a:pt x="4634" y="53391"/>
                  <a:pt x="4634" y="48880"/>
                </a:cubicBezTo>
                <a:cubicBezTo>
                  <a:pt x="4634" y="46623"/>
                  <a:pt x="4634" y="44367"/>
                  <a:pt x="4634" y="428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876300" y="609600"/>
            <a:ext cx="664422" cy="662874"/>
          </a:xfrm>
          <a:custGeom>
            <a:avLst/>
            <a:gdLst/>
            <a:ahLst/>
            <a:cxnLst/>
            <a:rect l="l" t="t" r="r" b="b"/>
            <a:pathLst>
              <a:path w="664422" h="662874">
                <a:moveTo>
                  <a:pt x="0" y="320079"/>
                </a:moveTo>
                <a:cubicBezTo>
                  <a:pt x="0" y="317326"/>
                  <a:pt x="688" y="314573"/>
                  <a:pt x="688" y="311819"/>
                </a:cubicBezTo>
                <a:cubicBezTo>
                  <a:pt x="2065" y="295987"/>
                  <a:pt x="4131" y="280156"/>
                  <a:pt x="6885" y="264324"/>
                </a:cubicBezTo>
                <a:cubicBezTo>
                  <a:pt x="13082" y="236790"/>
                  <a:pt x="22033" y="210633"/>
                  <a:pt x="34426" y="185165"/>
                </a:cubicBezTo>
                <a:cubicBezTo>
                  <a:pt x="61279" y="130785"/>
                  <a:pt x="100524" y="87419"/>
                  <a:pt x="151474" y="53691"/>
                </a:cubicBezTo>
                <a:cubicBezTo>
                  <a:pt x="182458" y="33040"/>
                  <a:pt x="216884" y="18585"/>
                  <a:pt x="253375" y="9637"/>
                </a:cubicBezTo>
                <a:cubicBezTo>
                  <a:pt x="274030" y="4130"/>
                  <a:pt x="295375" y="1377"/>
                  <a:pt x="316031" y="688"/>
                </a:cubicBezTo>
                <a:cubicBezTo>
                  <a:pt x="317407" y="688"/>
                  <a:pt x="318785" y="0"/>
                  <a:pt x="320162" y="0"/>
                </a:cubicBezTo>
                <a:cubicBezTo>
                  <a:pt x="327736" y="0"/>
                  <a:pt x="335309" y="0"/>
                  <a:pt x="342883" y="0"/>
                </a:cubicBezTo>
                <a:cubicBezTo>
                  <a:pt x="344260" y="0"/>
                  <a:pt x="344949" y="688"/>
                  <a:pt x="346325" y="688"/>
                </a:cubicBezTo>
                <a:cubicBezTo>
                  <a:pt x="407604" y="3442"/>
                  <a:pt x="463373" y="21339"/>
                  <a:pt x="513636" y="55067"/>
                </a:cubicBezTo>
                <a:cubicBezTo>
                  <a:pt x="579045" y="98433"/>
                  <a:pt x="623800" y="157630"/>
                  <a:pt x="647898" y="232660"/>
                </a:cubicBezTo>
                <a:cubicBezTo>
                  <a:pt x="655471" y="256752"/>
                  <a:pt x="660291" y="282221"/>
                  <a:pt x="662357" y="307689"/>
                </a:cubicBezTo>
                <a:cubicBezTo>
                  <a:pt x="664422" y="346236"/>
                  <a:pt x="660979" y="384095"/>
                  <a:pt x="650651" y="421265"/>
                </a:cubicBezTo>
                <a:cubicBezTo>
                  <a:pt x="638259" y="463942"/>
                  <a:pt x="617602" y="503179"/>
                  <a:pt x="590062" y="538284"/>
                </a:cubicBezTo>
                <a:cubicBezTo>
                  <a:pt x="563898" y="570636"/>
                  <a:pt x="532915" y="596793"/>
                  <a:pt x="497111" y="617444"/>
                </a:cubicBezTo>
                <a:cubicBezTo>
                  <a:pt x="467505" y="635340"/>
                  <a:pt x="435834" y="647042"/>
                  <a:pt x="402096" y="654614"/>
                </a:cubicBezTo>
                <a:cubicBezTo>
                  <a:pt x="383506" y="658744"/>
                  <a:pt x="364915" y="660809"/>
                  <a:pt x="345637" y="662186"/>
                </a:cubicBezTo>
                <a:cubicBezTo>
                  <a:pt x="344260" y="662186"/>
                  <a:pt x="342883" y="662186"/>
                  <a:pt x="342195" y="662874"/>
                </a:cubicBezTo>
                <a:cubicBezTo>
                  <a:pt x="335309" y="662874"/>
                  <a:pt x="327736" y="662874"/>
                  <a:pt x="320850" y="662874"/>
                </a:cubicBezTo>
                <a:cubicBezTo>
                  <a:pt x="316719" y="662186"/>
                  <a:pt x="313277" y="661497"/>
                  <a:pt x="309146" y="661497"/>
                </a:cubicBezTo>
                <a:cubicBezTo>
                  <a:pt x="281605" y="659432"/>
                  <a:pt x="254753" y="654614"/>
                  <a:pt x="228589" y="645665"/>
                </a:cubicBezTo>
                <a:cubicBezTo>
                  <a:pt x="141835" y="616067"/>
                  <a:pt x="77114" y="560311"/>
                  <a:pt x="35114" y="478398"/>
                </a:cubicBezTo>
                <a:cubicBezTo>
                  <a:pt x="20655" y="450176"/>
                  <a:pt x="11016" y="419889"/>
                  <a:pt x="5508" y="388225"/>
                </a:cubicBezTo>
                <a:cubicBezTo>
                  <a:pt x="2755" y="375835"/>
                  <a:pt x="1377" y="363445"/>
                  <a:pt x="688" y="351055"/>
                </a:cubicBezTo>
                <a:cubicBezTo>
                  <a:pt x="688" y="348301"/>
                  <a:pt x="0" y="344860"/>
                  <a:pt x="0" y="342106"/>
                </a:cubicBezTo>
                <a:cubicBezTo>
                  <a:pt x="0" y="334535"/>
                  <a:pt x="0" y="326963"/>
                  <a:pt x="0" y="320079"/>
                </a:cubicBezTo>
                <a:close/>
                <a:moveTo>
                  <a:pt x="331178" y="651172"/>
                </a:moveTo>
                <a:cubicBezTo>
                  <a:pt x="508128" y="651172"/>
                  <a:pt x="651340" y="506621"/>
                  <a:pt x="651340" y="331093"/>
                </a:cubicBezTo>
                <a:cubicBezTo>
                  <a:pt x="652028" y="156942"/>
                  <a:pt x="509505" y="11702"/>
                  <a:pt x="331866" y="11702"/>
                </a:cubicBezTo>
                <a:cubicBezTo>
                  <a:pt x="155605" y="11013"/>
                  <a:pt x="11704" y="154876"/>
                  <a:pt x="11704" y="330404"/>
                </a:cubicBezTo>
                <a:cubicBezTo>
                  <a:pt x="11016" y="506621"/>
                  <a:pt x="154917" y="650484"/>
                  <a:pt x="331178" y="651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965200" y="698500"/>
            <a:ext cx="490184" cy="489412"/>
          </a:xfrm>
          <a:custGeom>
            <a:avLst/>
            <a:gdLst/>
            <a:ahLst/>
            <a:cxnLst/>
            <a:rect l="l" t="t" r="r" b="b"/>
            <a:pathLst>
              <a:path w="490184" h="489412">
                <a:moveTo>
                  <a:pt x="490184" y="245050"/>
                </a:moveTo>
                <a:cubicBezTo>
                  <a:pt x="490184" y="379965"/>
                  <a:pt x="379876" y="489412"/>
                  <a:pt x="244748" y="489412"/>
                </a:cubicBezTo>
                <a:cubicBezTo>
                  <a:pt x="109620" y="489412"/>
                  <a:pt x="690" y="379277"/>
                  <a:pt x="0" y="245739"/>
                </a:cubicBezTo>
                <a:cubicBezTo>
                  <a:pt x="0" y="111511"/>
                  <a:pt x="108930" y="1377"/>
                  <a:pt x="244058" y="688"/>
                </a:cubicBezTo>
                <a:cubicBezTo>
                  <a:pt x="379876" y="0"/>
                  <a:pt x="490184" y="109446"/>
                  <a:pt x="490184" y="245050"/>
                </a:cubicBezTo>
                <a:close/>
                <a:moveTo>
                  <a:pt x="244748" y="481841"/>
                </a:moveTo>
                <a:cubicBezTo>
                  <a:pt x="375740" y="482529"/>
                  <a:pt x="482601" y="375835"/>
                  <a:pt x="482601" y="245050"/>
                </a:cubicBezTo>
                <a:cubicBezTo>
                  <a:pt x="482601" y="114264"/>
                  <a:pt x="375740" y="8260"/>
                  <a:pt x="244748" y="8260"/>
                </a:cubicBezTo>
                <a:cubicBezTo>
                  <a:pt x="114446" y="8260"/>
                  <a:pt x="7583" y="114264"/>
                  <a:pt x="7583" y="245050"/>
                </a:cubicBezTo>
                <a:cubicBezTo>
                  <a:pt x="7583" y="375147"/>
                  <a:pt x="114446" y="481841"/>
                  <a:pt x="244748" y="48184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409700" y="749300"/>
            <a:ext cx="54207" cy="65048"/>
          </a:xfrm>
          <a:custGeom>
            <a:avLst/>
            <a:gdLst/>
            <a:ahLst/>
            <a:cxnLst/>
            <a:rect l="l" t="t" r="r" b="b"/>
            <a:pathLst>
              <a:path w="54207" h="65048">
                <a:moveTo>
                  <a:pt x="25389" y="28372"/>
                </a:moveTo>
                <a:cubicBezTo>
                  <a:pt x="21957" y="31833"/>
                  <a:pt x="17840" y="34600"/>
                  <a:pt x="14409" y="38061"/>
                </a:cubicBezTo>
                <a:cubicBezTo>
                  <a:pt x="12351" y="39444"/>
                  <a:pt x="12351" y="41520"/>
                  <a:pt x="13037" y="42904"/>
                </a:cubicBezTo>
                <a:cubicBezTo>
                  <a:pt x="13724" y="44287"/>
                  <a:pt x="13724" y="44980"/>
                  <a:pt x="13724" y="45672"/>
                </a:cubicBezTo>
                <a:cubicBezTo>
                  <a:pt x="11665" y="44980"/>
                  <a:pt x="2059" y="32523"/>
                  <a:pt x="0" y="27680"/>
                </a:cubicBezTo>
                <a:cubicBezTo>
                  <a:pt x="1373" y="28372"/>
                  <a:pt x="1373" y="28372"/>
                  <a:pt x="2059" y="29064"/>
                </a:cubicBezTo>
                <a:cubicBezTo>
                  <a:pt x="4803" y="30448"/>
                  <a:pt x="6176" y="30448"/>
                  <a:pt x="8233" y="29064"/>
                </a:cubicBezTo>
                <a:cubicBezTo>
                  <a:pt x="16468" y="22144"/>
                  <a:pt x="24702" y="15223"/>
                  <a:pt x="32936" y="8305"/>
                </a:cubicBezTo>
                <a:cubicBezTo>
                  <a:pt x="35681" y="6228"/>
                  <a:pt x="35681" y="4844"/>
                  <a:pt x="34308" y="1384"/>
                </a:cubicBezTo>
                <a:cubicBezTo>
                  <a:pt x="34308" y="692"/>
                  <a:pt x="34308" y="692"/>
                  <a:pt x="34308" y="0"/>
                </a:cubicBezTo>
                <a:cubicBezTo>
                  <a:pt x="34995" y="692"/>
                  <a:pt x="35681" y="692"/>
                  <a:pt x="35681" y="1384"/>
                </a:cubicBezTo>
                <a:cubicBezTo>
                  <a:pt x="39798" y="6920"/>
                  <a:pt x="43914" y="12456"/>
                  <a:pt x="48031" y="17992"/>
                </a:cubicBezTo>
                <a:cubicBezTo>
                  <a:pt x="50090" y="20759"/>
                  <a:pt x="51463" y="24220"/>
                  <a:pt x="52835" y="27680"/>
                </a:cubicBezTo>
                <a:cubicBezTo>
                  <a:pt x="54207" y="31140"/>
                  <a:pt x="54207" y="34600"/>
                  <a:pt x="51463" y="37368"/>
                </a:cubicBezTo>
                <a:cubicBezTo>
                  <a:pt x="48717" y="41520"/>
                  <a:pt x="43914" y="42904"/>
                  <a:pt x="39111" y="40828"/>
                </a:cubicBezTo>
                <a:cubicBezTo>
                  <a:pt x="37739" y="40136"/>
                  <a:pt x="36366" y="39444"/>
                  <a:pt x="34308" y="38752"/>
                </a:cubicBezTo>
                <a:cubicBezTo>
                  <a:pt x="32249" y="47748"/>
                  <a:pt x="28819" y="56051"/>
                  <a:pt x="27446" y="65048"/>
                </a:cubicBezTo>
                <a:cubicBezTo>
                  <a:pt x="27446" y="65048"/>
                  <a:pt x="26760" y="64356"/>
                  <a:pt x="26074" y="63664"/>
                </a:cubicBezTo>
                <a:cubicBezTo>
                  <a:pt x="24702" y="61587"/>
                  <a:pt x="22643" y="58820"/>
                  <a:pt x="21271" y="56744"/>
                </a:cubicBezTo>
                <a:cubicBezTo>
                  <a:pt x="19898" y="55361"/>
                  <a:pt x="19898" y="53976"/>
                  <a:pt x="19898" y="51900"/>
                </a:cubicBezTo>
                <a:cubicBezTo>
                  <a:pt x="22643" y="45672"/>
                  <a:pt x="24702" y="38752"/>
                  <a:pt x="26074" y="32523"/>
                </a:cubicBezTo>
                <a:cubicBezTo>
                  <a:pt x="26760" y="31140"/>
                  <a:pt x="27446" y="29756"/>
                  <a:pt x="25389" y="28372"/>
                </a:cubicBezTo>
                <a:close/>
                <a:moveTo>
                  <a:pt x="27446" y="26988"/>
                </a:moveTo>
                <a:cubicBezTo>
                  <a:pt x="28819" y="28372"/>
                  <a:pt x="29505" y="29756"/>
                  <a:pt x="30878" y="31140"/>
                </a:cubicBezTo>
                <a:cubicBezTo>
                  <a:pt x="34308" y="34600"/>
                  <a:pt x="37739" y="34600"/>
                  <a:pt x="41857" y="31140"/>
                </a:cubicBezTo>
                <a:cubicBezTo>
                  <a:pt x="43228" y="31140"/>
                  <a:pt x="43914" y="30448"/>
                  <a:pt x="44601" y="29756"/>
                </a:cubicBezTo>
                <a:cubicBezTo>
                  <a:pt x="48717" y="25604"/>
                  <a:pt x="48717" y="21452"/>
                  <a:pt x="44601" y="16608"/>
                </a:cubicBezTo>
                <a:cubicBezTo>
                  <a:pt x="43228" y="15223"/>
                  <a:pt x="42542" y="14533"/>
                  <a:pt x="40484" y="16608"/>
                </a:cubicBezTo>
                <a:cubicBezTo>
                  <a:pt x="37054" y="18684"/>
                  <a:pt x="34308" y="21452"/>
                  <a:pt x="30878" y="24220"/>
                </a:cubicBezTo>
                <a:cubicBezTo>
                  <a:pt x="30192" y="24912"/>
                  <a:pt x="28819" y="26297"/>
                  <a:pt x="27446" y="269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914400" y="876300"/>
            <a:ext cx="51885" cy="55756"/>
          </a:xfrm>
          <a:custGeom>
            <a:avLst/>
            <a:gdLst/>
            <a:ahLst/>
            <a:cxnLst/>
            <a:rect l="l" t="t" r="r" b="b"/>
            <a:pathLst>
              <a:path w="51885" h="55756">
                <a:moveTo>
                  <a:pt x="0" y="47393"/>
                </a:moveTo>
                <a:cubicBezTo>
                  <a:pt x="1365" y="39726"/>
                  <a:pt x="2730" y="32757"/>
                  <a:pt x="3414" y="25090"/>
                </a:cubicBezTo>
                <a:cubicBezTo>
                  <a:pt x="4096" y="25090"/>
                  <a:pt x="4096" y="25090"/>
                  <a:pt x="4779" y="25090"/>
                </a:cubicBezTo>
                <a:cubicBezTo>
                  <a:pt x="4779" y="25787"/>
                  <a:pt x="4779" y="26485"/>
                  <a:pt x="4779" y="27181"/>
                </a:cubicBezTo>
                <a:cubicBezTo>
                  <a:pt x="5461" y="29969"/>
                  <a:pt x="6144" y="31363"/>
                  <a:pt x="8875" y="32060"/>
                </a:cubicBezTo>
                <a:cubicBezTo>
                  <a:pt x="13654" y="33453"/>
                  <a:pt x="18433" y="34150"/>
                  <a:pt x="23894" y="34848"/>
                </a:cubicBezTo>
                <a:cubicBezTo>
                  <a:pt x="23212" y="34150"/>
                  <a:pt x="23212" y="33453"/>
                  <a:pt x="22529" y="32757"/>
                </a:cubicBezTo>
                <a:cubicBezTo>
                  <a:pt x="19115" y="27181"/>
                  <a:pt x="15702" y="22302"/>
                  <a:pt x="12289" y="16727"/>
                </a:cubicBezTo>
                <a:cubicBezTo>
                  <a:pt x="12289" y="16727"/>
                  <a:pt x="11605" y="16030"/>
                  <a:pt x="11605" y="15333"/>
                </a:cubicBezTo>
                <a:cubicBezTo>
                  <a:pt x="9558" y="13242"/>
                  <a:pt x="8193" y="13940"/>
                  <a:pt x="6826" y="16030"/>
                </a:cubicBezTo>
                <a:cubicBezTo>
                  <a:pt x="6826" y="17423"/>
                  <a:pt x="6144" y="18120"/>
                  <a:pt x="5461" y="20212"/>
                </a:cubicBezTo>
                <a:cubicBezTo>
                  <a:pt x="4779" y="16727"/>
                  <a:pt x="6826" y="2788"/>
                  <a:pt x="8193" y="0"/>
                </a:cubicBezTo>
                <a:cubicBezTo>
                  <a:pt x="8875" y="0"/>
                  <a:pt x="8875" y="697"/>
                  <a:pt x="8875" y="697"/>
                </a:cubicBezTo>
                <a:cubicBezTo>
                  <a:pt x="8875" y="5575"/>
                  <a:pt x="10923" y="9757"/>
                  <a:pt x="12971" y="13242"/>
                </a:cubicBezTo>
                <a:cubicBezTo>
                  <a:pt x="15019" y="17423"/>
                  <a:pt x="17750" y="20908"/>
                  <a:pt x="19798" y="24393"/>
                </a:cubicBezTo>
                <a:cubicBezTo>
                  <a:pt x="21163" y="24393"/>
                  <a:pt x="21845" y="23697"/>
                  <a:pt x="22529" y="23697"/>
                </a:cubicBezTo>
                <a:cubicBezTo>
                  <a:pt x="30721" y="18818"/>
                  <a:pt x="38913" y="13940"/>
                  <a:pt x="47106" y="9060"/>
                </a:cubicBezTo>
                <a:cubicBezTo>
                  <a:pt x="48471" y="8363"/>
                  <a:pt x="49836" y="6970"/>
                  <a:pt x="51201" y="5575"/>
                </a:cubicBezTo>
                <a:cubicBezTo>
                  <a:pt x="51885" y="8363"/>
                  <a:pt x="50518" y="10455"/>
                  <a:pt x="50518" y="12545"/>
                </a:cubicBezTo>
                <a:cubicBezTo>
                  <a:pt x="49836" y="15333"/>
                  <a:pt x="49836" y="18120"/>
                  <a:pt x="49153" y="20908"/>
                </a:cubicBezTo>
                <a:cubicBezTo>
                  <a:pt x="48471" y="23000"/>
                  <a:pt x="48471" y="25787"/>
                  <a:pt x="47788" y="27878"/>
                </a:cubicBezTo>
                <a:cubicBezTo>
                  <a:pt x="47106" y="27878"/>
                  <a:pt x="47106" y="27878"/>
                  <a:pt x="47106" y="27878"/>
                </a:cubicBezTo>
                <a:cubicBezTo>
                  <a:pt x="46422" y="26485"/>
                  <a:pt x="46422" y="24393"/>
                  <a:pt x="46422" y="22302"/>
                </a:cubicBezTo>
                <a:cubicBezTo>
                  <a:pt x="45057" y="22302"/>
                  <a:pt x="44375" y="23000"/>
                  <a:pt x="43692" y="23000"/>
                </a:cubicBezTo>
                <a:cubicBezTo>
                  <a:pt x="37548" y="26485"/>
                  <a:pt x="32087" y="29969"/>
                  <a:pt x="26624" y="33453"/>
                </a:cubicBezTo>
                <a:cubicBezTo>
                  <a:pt x="26624" y="34848"/>
                  <a:pt x="27308" y="35545"/>
                  <a:pt x="28673" y="35545"/>
                </a:cubicBezTo>
                <a:cubicBezTo>
                  <a:pt x="32769" y="36938"/>
                  <a:pt x="36866" y="37635"/>
                  <a:pt x="40961" y="38332"/>
                </a:cubicBezTo>
                <a:cubicBezTo>
                  <a:pt x="43009" y="38332"/>
                  <a:pt x="43692" y="37635"/>
                  <a:pt x="45057" y="35545"/>
                </a:cubicBezTo>
                <a:cubicBezTo>
                  <a:pt x="45057" y="34848"/>
                  <a:pt x="45740" y="34150"/>
                  <a:pt x="46422" y="33453"/>
                </a:cubicBezTo>
                <a:cubicBezTo>
                  <a:pt x="45740" y="40423"/>
                  <a:pt x="44375" y="48090"/>
                  <a:pt x="43009" y="55756"/>
                </a:cubicBezTo>
                <a:cubicBezTo>
                  <a:pt x="43009" y="55756"/>
                  <a:pt x="43009" y="55756"/>
                  <a:pt x="42327" y="55756"/>
                </a:cubicBezTo>
                <a:cubicBezTo>
                  <a:pt x="42327" y="55060"/>
                  <a:pt x="42327" y="54362"/>
                  <a:pt x="42327" y="53665"/>
                </a:cubicBezTo>
                <a:cubicBezTo>
                  <a:pt x="41643" y="50180"/>
                  <a:pt x="40961" y="49483"/>
                  <a:pt x="37548" y="48787"/>
                </a:cubicBezTo>
                <a:cubicBezTo>
                  <a:pt x="27308" y="46695"/>
                  <a:pt x="17750" y="44605"/>
                  <a:pt x="7510" y="43210"/>
                </a:cubicBezTo>
                <a:cubicBezTo>
                  <a:pt x="4096" y="42515"/>
                  <a:pt x="3414" y="43210"/>
                  <a:pt x="2049" y="45998"/>
                </a:cubicBezTo>
                <a:cubicBezTo>
                  <a:pt x="1365" y="46695"/>
                  <a:pt x="1365" y="47393"/>
                  <a:pt x="683" y="47393"/>
                </a:cubicBezTo>
                <a:cubicBezTo>
                  <a:pt x="683" y="47393"/>
                  <a:pt x="683" y="47393"/>
                  <a:pt x="0" y="473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358900" y="698500"/>
            <a:ext cx="56530" cy="60402"/>
          </a:xfrm>
          <a:custGeom>
            <a:avLst/>
            <a:gdLst/>
            <a:ahLst/>
            <a:cxnLst/>
            <a:rect l="l" t="t" r="r" b="b"/>
            <a:pathLst>
              <a:path w="56530" h="60402">
                <a:moveTo>
                  <a:pt x="42052" y="25688"/>
                </a:moveTo>
                <a:cubicBezTo>
                  <a:pt x="41364" y="28466"/>
                  <a:pt x="31712" y="43045"/>
                  <a:pt x="28955" y="45128"/>
                </a:cubicBezTo>
                <a:cubicBezTo>
                  <a:pt x="29644" y="43045"/>
                  <a:pt x="29644" y="41656"/>
                  <a:pt x="30333" y="40963"/>
                </a:cubicBezTo>
                <a:cubicBezTo>
                  <a:pt x="31712" y="36102"/>
                  <a:pt x="30333" y="31937"/>
                  <a:pt x="25508" y="29159"/>
                </a:cubicBezTo>
                <a:cubicBezTo>
                  <a:pt x="25508" y="29159"/>
                  <a:pt x="24818" y="29854"/>
                  <a:pt x="24818" y="30549"/>
                </a:cubicBezTo>
                <a:cubicBezTo>
                  <a:pt x="22060" y="34714"/>
                  <a:pt x="19303" y="38185"/>
                  <a:pt x="16546" y="42351"/>
                </a:cubicBezTo>
                <a:cubicBezTo>
                  <a:pt x="15166" y="44433"/>
                  <a:pt x="15166" y="45822"/>
                  <a:pt x="17235" y="47211"/>
                </a:cubicBezTo>
                <a:cubicBezTo>
                  <a:pt x="22750" y="52765"/>
                  <a:pt x="28955" y="55542"/>
                  <a:pt x="37228" y="51377"/>
                </a:cubicBezTo>
                <a:cubicBezTo>
                  <a:pt x="38605" y="50682"/>
                  <a:pt x="38605" y="50682"/>
                  <a:pt x="40674" y="50682"/>
                </a:cubicBezTo>
                <a:cubicBezTo>
                  <a:pt x="39295" y="52765"/>
                  <a:pt x="34469" y="58320"/>
                  <a:pt x="31022" y="60402"/>
                </a:cubicBezTo>
                <a:cubicBezTo>
                  <a:pt x="24818" y="56930"/>
                  <a:pt x="1379" y="38880"/>
                  <a:pt x="0" y="36102"/>
                </a:cubicBezTo>
                <a:cubicBezTo>
                  <a:pt x="1379" y="36797"/>
                  <a:pt x="2068" y="36797"/>
                  <a:pt x="2757" y="37490"/>
                </a:cubicBezTo>
                <a:cubicBezTo>
                  <a:pt x="5516" y="38185"/>
                  <a:pt x="6894" y="37490"/>
                  <a:pt x="8273" y="35408"/>
                </a:cubicBezTo>
                <a:cubicBezTo>
                  <a:pt x="14477" y="26383"/>
                  <a:pt x="20682" y="17357"/>
                  <a:pt x="26886" y="8331"/>
                </a:cubicBezTo>
                <a:cubicBezTo>
                  <a:pt x="28955" y="5554"/>
                  <a:pt x="28265" y="4166"/>
                  <a:pt x="26886" y="2083"/>
                </a:cubicBezTo>
                <a:cubicBezTo>
                  <a:pt x="26196" y="1388"/>
                  <a:pt x="26196" y="695"/>
                  <a:pt x="25508" y="0"/>
                </a:cubicBezTo>
                <a:cubicBezTo>
                  <a:pt x="27576" y="695"/>
                  <a:pt x="52394" y="18745"/>
                  <a:pt x="56530" y="22911"/>
                </a:cubicBezTo>
                <a:cubicBezTo>
                  <a:pt x="54461" y="26383"/>
                  <a:pt x="50325" y="31937"/>
                  <a:pt x="48257" y="33325"/>
                </a:cubicBezTo>
                <a:cubicBezTo>
                  <a:pt x="48257" y="32631"/>
                  <a:pt x="48257" y="31937"/>
                  <a:pt x="48257" y="31937"/>
                </a:cubicBezTo>
                <a:cubicBezTo>
                  <a:pt x="51015" y="24994"/>
                  <a:pt x="49637" y="20828"/>
                  <a:pt x="44811" y="16662"/>
                </a:cubicBezTo>
                <a:cubicBezTo>
                  <a:pt x="43431" y="15274"/>
                  <a:pt x="42052" y="13885"/>
                  <a:pt x="39985" y="13191"/>
                </a:cubicBezTo>
                <a:cubicBezTo>
                  <a:pt x="38605" y="11802"/>
                  <a:pt x="37228" y="12497"/>
                  <a:pt x="36538" y="13885"/>
                </a:cubicBezTo>
                <a:cubicBezTo>
                  <a:pt x="33781" y="17357"/>
                  <a:pt x="31022" y="20828"/>
                  <a:pt x="28265" y="24994"/>
                </a:cubicBezTo>
                <a:cubicBezTo>
                  <a:pt x="28265" y="25688"/>
                  <a:pt x="27576" y="26383"/>
                  <a:pt x="27576" y="27076"/>
                </a:cubicBezTo>
                <a:cubicBezTo>
                  <a:pt x="29644" y="29159"/>
                  <a:pt x="31712" y="30549"/>
                  <a:pt x="35159" y="29854"/>
                </a:cubicBezTo>
                <a:cubicBezTo>
                  <a:pt x="37228" y="29159"/>
                  <a:pt x="39985" y="27076"/>
                  <a:pt x="42052" y="256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914400" y="952500"/>
            <a:ext cx="48786" cy="46463"/>
          </a:xfrm>
          <a:custGeom>
            <a:avLst/>
            <a:gdLst/>
            <a:ahLst/>
            <a:cxnLst/>
            <a:rect l="l" t="t" r="r" b="b"/>
            <a:pathLst>
              <a:path w="48786" h="46463">
                <a:moveTo>
                  <a:pt x="33669" y="13665"/>
                </a:moveTo>
                <a:cubicBezTo>
                  <a:pt x="30234" y="15032"/>
                  <a:pt x="26798" y="16398"/>
                  <a:pt x="25424" y="19815"/>
                </a:cubicBezTo>
                <a:cubicBezTo>
                  <a:pt x="24737" y="21864"/>
                  <a:pt x="24737" y="23915"/>
                  <a:pt x="26111" y="26648"/>
                </a:cubicBezTo>
                <a:cubicBezTo>
                  <a:pt x="27485" y="25965"/>
                  <a:pt x="28859" y="25965"/>
                  <a:pt x="30234" y="25965"/>
                </a:cubicBezTo>
                <a:cubicBezTo>
                  <a:pt x="33669" y="25282"/>
                  <a:pt x="37104" y="24599"/>
                  <a:pt x="41228" y="24599"/>
                </a:cubicBezTo>
                <a:cubicBezTo>
                  <a:pt x="43289" y="23915"/>
                  <a:pt x="43976" y="23232"/>
                  <a:pt x="44663" y="20498"/>
                </a:cubicBezTo>
                <a:cubicBezTo>
                  <a:pt x="44663" y="12299"/>
                  <a:pt x="40541" y="5466"/>
                  <a:pt x="32982" y="2733"/>
                </a:cubicBezTo>
                <a:cubicBezTo>
                  <a:pt x="32295" y="2050"/>
                  <a:pt x="30921" y="2050"/>
                  <a:pt x="30234" y="0"/>
                </a:cubicBezTo>
                <a:cubicBezTo>
                  <a:pt x="35043" y="0"/>
                  <a:pt x="39167" y="683"/>
                  <a:pt x="43289" y="683"/>
                </a:cubicBezTo>
                <a:cubicBezTo>
                  <a:pt x="44663" y="3416"/>
                  <a:pt x="48786" y="36897"/>
                  <a:pt x="48099" y="40314"/>
                </a:cubicBezTo>
                <a:cubicBezTo>
                  <a:pt x="47412" y="38947"/>
                  <a:pt x="47412" y="38264"/>
                  <a:pt x="46725" y="37581"/>
                </a:cubicBezTo>
                <a:cubicBezTo>
                  <a:pt x="46038" y="35531"/>
                  <a:pt x="44663" y="34848"/>
                  <a:pt x="42602" y="34848"/>
                </a:cubicBezTo>
                <a:cubicBezTo>
                  <a:pt x="31608" y="36214"/>
                  <a:pt x="21300" y="37581"/>
                  <a:pt x="10994" y="39630"/>
                </a:cubicBezTo>
                <a:cubicBezTo>
                  <a:pt x="8246" y="39630"/>
                  <a:pt x="6871" y="40997"/>
                  <a:pt x="6184" y="44413"/>
                </a:cubicBezTo>
                <a:cubicBezTo>
                  <a:pt x="6184" y="45096"/>
                  <a:pt x="6184" y="45780"/>
                  <a:pt x="6184" y="46463"/>
                </a:cubicBezTo>
                <a:cubicBezTo>
                  <a:pt x="4809" y="44413"/>
                  <a:pt x="0" y="11615"/>
                  <a:pt x="687" y="7516"/>
                </a:cubicBezTo>
                <a:cubicBezTo>
                  <a:pt x="4809" y="6833"/>
                  <a:pt x="8246" y="6149"/>
                  <a:pt x="12369" y="6149"/>
                </a:cubicBezTo>
                <a:cubicBezTo>
                  <a:pt x="12369" y="6149"/>
                  <a:pt x="13056" y="6149"/>
                  <a:pt x="13056" y="6833"/>
                </a:cubicBezTo>
                <a:cubicBezTo>
                  <a:pt x="12369" y="6833"/>
                  <a:pt x="12369" y="7516"/>
                  <a:pt x="11681" y="7516"/>
                </a:cubicBezTo>
                <a:cubicBezTo>
                  <a:pt x="5497" y="9566"/>
                  <a:pt x="3435" y="14348"/>
                  <a:pt x="4122" y="20498"/>
                </a:cubicBezTo>
                <a:cubicBezTo>
                  <a:pt x="4122" y="21864"/>
                  <a:pt x="4122" y="23915"/>
                  <a:pt x="4809" y="25965"/>
                </a:cubicBezTo>
                <a:cubicBezTo>
                  <a:pt x="4809" y="28698"/>
                  <a:pt x="5497" y="29381"/>
                  <a:pt x="8933" y="28698"/>
                </a:cubicBezTo>
                <a:cubicBezTo>
                  <a:pt x="13743" y="28015"/>
                  <a:pt x="17865" y="27332"/>
                  <a:pt x="22675" y="26648"/>
                </a:cubicBezTo>
                <a:cubicBezTo>
                  <a:pt x="23363" y="23232"/>
                  <a:pt x="22675" y="20498"/>
                  <a:pt x="19926" y="19131"/>
                </a:cubicBezTo>
                <a:cubicBezTo>
                  <a:pt x="17865" y="17765"/>
                  <a:pt x="15117" y="17082"/>
                  <a:pt x="12369" y="16398"/>
                </a:cubicBezTo>
                <a:cubicBezTo>
                  <a:pt x="12369" y="15715"/>
                  <a:pt x="13056" y="15715"/>
                  <a:pt x="13056" y="15032"/>
                </a:cubicBezTo>
                <a:cubicBezTo>
                  <a:pt x="19926" y="14348"/>
                  <a:pt x="26798" y="13665"/>
                  <a:pt x="33669" y="12299"/>
                </a:cubicBezTo>
                <a:cubicBezTo>
                  <a:pt x="33669" y="12982"/>
                  <a:pt x="33669" y="12982"/>
                  <a:pt x="33669" y="1366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155700" y="1193800"/>
            <a:ext cx="34073" cy="48786"/>
          </a:xfrm>
          <a:custGeom>
            <a:avLst/>
            <a:gdLst/>
            <a:ahLst/>
            <a:cxnLst/>
            <a:rect l="l" t="t" r="r" b="b"/>
            <a:pathLst>
              <a:path w="34073" h="48786">
                <a:moveTo>
                  <a:pt x="11585" y="24393"/>
                </a:moveTo>
                <a:cubicBezTo>
                  <a:pt x="10222" y="23000"/>
                  <a:pt x="8178" y="20908"/>
                  <a:pt x="6815" y="18818"/>
                </a:cubicBezTo>
                <a:cubicBezTo>
                  <a:pt x="4770" y="15333"/>
                  <a:pt x="4088" y="11848"/>
                  <a:pt x="5452" y="7667"/>
                </a:cubicBezTo>
                <a:cubicBezTo>
                  <a:pt x="6815" y="4182"/>
                  <a:pt x="9540" y="2090"/>
                  <a:pt x="12948" y="697"/>
                </a:cubicBezTo>
                <a:cubicBezTo>
                  <a:pt x="17718" y="0"/>
                  <a:pt x="22488" y="0"/>
                  <a:pt x="26577" y="2090"/>
                </a:cubicBezTo>
                <a:cubicBezTo>
                  <a:pt x="29303" y="3485"/>
                  <a:pt x="31347" y="5575"/>
                  <a:pt x="32710" y="8363"/>
                </a:cubicBezTo>
                <a:cubicBezTo>
                  <a:pt x="34073" y="12545"/>
                  <a:pt x="32710" y="16727"/>
                  <a:pt x="28621" y="18818"/>
                </a:cubicBezTo>
                <a:cubicBezTo>
                  <a:pt x="26577" y="19515"/>
                  <a:pt x="25215" y="20211"/>
                  <a:pt x="23170" y="20908"/>
                </a:cubicBezTo>
                <a:cubicBezTo>
                  <a:pt x="23851" y="21605"/>
                  <a:pt x="24533" y="22302"/>
                  <a:pt x="25215" y="23000"/>
                </a:cubicBezTo>
                <a:cubicBezTo>
                  <a:pt x="27258" y="25787"/>
                  <a:pt x="29303" y="27878"/>
                  <a:pt x="29985" y="30665"/>
                </a:cubicBezTo>
                <a:cubicBezTo>
                  <a:pt x="32710" y="38332"/>
                  <a:pt x="28621" y="45998"/>
                  <a:pt x="20443" y="48089"/>
                </a:cubicBezTo>
                <a:cubicBezTo>
                  <a:pt x="15673" y="48786"/>
                  <a:pt x="10903" y="48089"/>
                  <a:pt x="6133" y="45301"/>
                </a:cubicBezTo>
                <a:cubicBezTo>
                  <a:pt x="2045" y="43210"/>
                  <a:pt x="0" y="39726"/>
                  <a:pt x="682" y="35543"/>
                </a:cubicBezTo>
                <a:cubicBezTo>
                  <a:pt x="682" y="30665"/>
                  <a:pt x="3407" y="27878"/>
                  <a:pt x="7496" y="26483"/>
                </a:cubicBezTo>
                <a:cubicBezTo>
                  <a:pt x="8860" y="25787"/>
                  <a:pt x="10222" y="25090"/>
                  <a:pt x="11585" y="24393"/>
                </a:cubicBezTo>
                <a:close/>
                <a:moveTo>
                  <a:pt x="13630" y="26483"/>
                </a:moveTo>
                <a:cubicBezTo>
                  <a:pt x="8860" y="30665"/>
                  <a:pt x="6815" y="37635"/>
                  <a:pt x="9540" y="42513"/>
                </a:cubicBezTo>
                <a:cubicBezTo>
                  <a:pt x="10222" y="45301"/>
                  <a:pt x="12266" y="46695"/>
                  <a:pt x="14992" y="46695"/>
                </a:cubicBezTo>
                <a:cubicBezTo>
                  <a:pt x="17718" y="46695"/>
                  <a:pt x="19080" y="44605"/>
                  <a:pt x="20443" y="42513"/>
                </a:cubicBezTo>
                <a:cubicBezTo>
                  <a:pt x="22488" y="36938"/>
                  <a:pt x="19762" y="30665"/>
                  <a:pt x="13630" y="26483"/>
                </a:cubicBezTo>
                <a:close/>
                <a:moveTo>
                  <a:pt x="21125" y="18818"/>
                </a:moveTo>
                <a:cubicBezTo>
                  <a:pt x="25215" y="16030"/>
                  <a:pt x="26577" y="9757"/>
                  <a:pt x="24533" y="5575"/>
                </a:cubicBezTo>
                <a:cubicBezTo>
                  <a:pt x="23851" y="2788"/>
                  <a:pt x="21807" y="2090"/>
                  <a:pt x="19080" y="2090"/>
                </a:cubicBezTo>
                <a:cubicBezTo>
                  <a:pt x="17037" y="2090"/>
                  <a:pt x="15673" y="3485"/>
                  <a:pt x="14310" y="5575"/>
                </a:cubicBezTo>
                <a:cubicBezTo>
                  <a:pt x="13630" y="7667"/>
                  <a:pt x="13630" y="10455"/>
                  <a:pt x="14992" y="12545"/>
                </a:cubicBezTo>
                <a:cubicBezTo>
                  <a:pt x="16355" y="15333"/>
                  <a:pt x="18400" y="17423"/>
                  <a:pt x="21125" y="1881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927100" y="1041400"/>
            <a:ext cx="50335" cy="43365"/>
          </a:xfrm>
          <a:custGeom>
            <a:avLst/>
            <a:gdLst/>
            <a:ahLst/>
            <a:cxnLst/>
            <a:rect l="l" t="t" r="r" b="b"/>
            <a:pathLst>
              <a:path w="50335" h="43365">
                <a:moveTo>
                  <a:pt x="10883" y="43365"/>
                </a:moveTo>
                <a:cubicBezTo>
                  <a:pt x="10203" y="42677"/>
                  <a:pt x="9522" y="41989"/>
                  <a:pt x="9522" y="41300"/>
                </a:cubicBezTo>
                <a:cubicBezTo>
                  <a:pt x="6802" y="35105"/>
                  <a:pt x="4761" y="28910"/>
                  <a:pt x="2041" y="23404"/>
                </a:cubicBezTo>
                <a:cubicBezTo>
                  <a:pt x="681" y="19962"/>
                  <a:pt x="0" y="15832"/>
                  <a:pt x="0" y="12390"/>
                </a:cubicBezTo>
                <a:cubicBezTo>
                  <a:pt x="0" y="7572"/>
                  <a:pt x="1360" y="4130"/>
                  <a:pt x="5442" y="2065"/>
                </a:cubicBezTo>
                <a:cubicBezTo>
                  <a:pt x="9522" y="0"/>
                  <a:pt x="12924" y="688"/>
                  <a:pt x="17005" y="2753"/>
                </a:cubicBezTo>
                <a:cubicBezTo>
                  <a:pt x="19046" y="4130"/>
                  <a:pt x="21086" y="6883"/>
                  <a:pt x="22447" y="8948"/>
                </a:cubicBezTo>
                <a:cubicBezTo>
                  <a:pt x="23807" y="11702"/>
                  <a:pt x="24487" y="15143"/>
                  <a:pt x="25848" y="17897"/>
                </a:cubicBezTo>
                <a:cubicBezTo>
                  <a:pt x="27208" y="17208"/>
                  <a:pt x="27888" y="17208"/>
                  <a:pt x="28569" y="17208"/>
                </a:cubicBezTo>
                <a:cubicBezTo>
                  <a:pt x="31289" y="15832"/>
                  <a:pt x="34690" y="14455"/>
                  <a:pt x="37412" y="13078"/>
                </a:cubicBezTo>
                <a:cubicBezTo>
                  <a:pt x="41492" y="11013"/>
                  <a:pt x="42173" y="10325"/>
                  <a:pt x="41492" y="6195"/>
                </a:cubicBezTo>
                <a:cubicBezTo>
                  <a:pt x="41492" y="5507"/>
                  <a:pt x="41492" y="4818"/>
                  <a:pt x="41492" y="4130"/>
                </a:cubicBezTo>
                <a:cubicBezTo>
                  <a:pt x="43533" y="6195"/>
                  <a:pt x="43533" y="8948"/>
                  <a:pt x="44893" y="11013"/>
                </a:cubicBezTo>
                <a:cubicBezTo>
                  <a:pt x="45574" y="13767"/>
                  <a:pt x="46934" y="15832"/>
                  <a:pt x="47614" y="18585"/>
                </a:cubicBezTo>
                <a:cubicBezTo>
                  <a:pt x="48294" y="20650"/>
                  <a:pt x="50335" y="22715"/>
                  <a:pt x="49654" y="26157"/>
                </a:cubicBezTo>
                <a:cubicBezTo>
                  <a:pt x="48975" y="24780"/>
                  <a:pt x="48294" y="24092"/>
                  <a:pt x="47614" y="23404"/>
                </a:cubicBezTo>
                <a:cubicBezTo>
                  <a:pt x="46253" y="22027"/>
                  <a:pt x="44893" y="21339"/>
                  <a:pt x="43533" y="22027"/>
                </a:cubicBezTo>
                <a:cubicBezTo>
                  <a:pt x="42173" y="22715"/>
                  <a:pt x="40813" y="23404"/>
                  <a:pt x="39451" y="24092"/>
                </a:cubicBezTo>
                <a:cubicBezTo>
                  <a:pt x="31289" y="27534"/>
                  <a:pt x="23127" y="30975"/>
                  <a:pt x="14964" y="34417"/>
                </a:cubicBezTo>
                <a:cubicBezTo>
                  <a:pt x="10883" y="36482"/>
                  <a:pt x="10883" y="37170"/>
                  <a:pt x="10883" y="41989"/>
                </a:cubicBezTo>
                <a:cubicBezTo>
                  <a:pt x="10883" y="42677"/>
                  <a:pt x="10883" y="42677"/>
                  <a:pt x="10883" y="43365"/>
                </a:cubicBezTo>
                <a:close/>
                <a:moveTo>
                  <a:pt x="24487" y="18585"/>
                </a:moveTo>
                <a:cubicBezTo>
                  <a:pt x="23127" y="17208"/>
                  <a:pt x="23127" y="15143"/>
                  <a:pt x="21767" y="13767"/>
                </a:cubicBezTo>
                <a:cubicBezTo>
                  <a:pt x="19726" y="11013"/>
                  <a:pt x="17005" y="9637"/>
                  <a:pt x="14284" y="11013"/>
                </a:cubicBezTo>
                <a:cubicBezTo>
                  <a:pt x="11563" y="11702"/>
                  <a:pt x="8843" y="13078"/>
                  <a:pt x="6802" y="14455"/>
                </a:cubicBezTo>
                <a:cubicBezTo>
                  <a:pt x="3401" y="16520"/>
                  <a:pt x="2720" y="20650"/>
                  <a:pt x="4761" y="24092"/>
                </a:cubicBezTo>
                <a:cubicBezTo>
                  <a:pt x="6121" y="26157"/>
                  <a:pt x="6802" y="26845"/>
                  <a:pt x="8843" y="26157"/>
                </a:cubicBezTo>
                <a:cubicBezTo>
                  <a:pt x="13604" y="23404"/>
                  <a:pt x="19046" y="21339"/>
                  <a:pt x="24487" y="1858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952500" y="736600"/>
            <a:ext cx="59628" cy="65048"/>
          </a:xfrm>
          <a:custGeom>
            <a:avLst/>
            <a:gdLst/>
            <a:ahLst/>
            <a:cxnLst/>
            <a:rect l="l" t="t" r="r" b="b"/>
            <a:pathLst>
              <a:path w="59628" h="65048">
                <a:moveTo>
                  <a:pt x="0" y="34920"/>
                </a:moveTo>
                <a:cubicBezTo>
                  <a:pt x="1370" y="33551"/>
                  <a:pt x="3426" y="31497"/>
                  <a:pt x="4112" y="29442"/>
                </a:cubicBezTo>
                <a:cubicBezTo>
                  <a:pt x="6854" y="25334"/>
                  <a:pt x="10281" y="23965"/>
                  <a:pt x="15079" y="24649"/>
                </a:cubicBezTo>
                <a:cubicBezTo>
                  <a:pt x="23303" y="24649"/>
                  <a:pt x="32212" y="24649"/>
                  <a:pt x="40437" y="24649"/>
                </a:cubicBezTo>
                <a:cubicBezTo>
                  <a:pt x="41808" y="24649"/>
                  <a:pt x="42493" y="24649"/>
                  <a:pt x="43865" y="24649"/>
                </a:cubicBezTo>
                <a:cubicBezTo>
                  <a:pt x="43179" y="23965"/>
                  <a:pt x="43179" y="23280"/>
                  <a:pt x="42493" y="22596"/>
                </a:cubicBezTo>
                <a:cubicBezTo>
                  <a:pt x="38381" y="19172"/>
                  <a:pt x="34268" y="15748"/>
                  <a:pt x="30156" y="12325"/>
                </a:cubicBezTo>
                <a:cubicBezTo>
                  <a:pt x="26044" y="8217"/>
                  <a:pt x="25359" y="8217"/>
                  <a:pt x="20561" y="10955"/>
                </a:cubicBezTo>
                <a:cubicBezTo>
                  <a:pt x="20561" y="11640"/>
                  <a:pt x="20561" y="10955"/>
                  <a:pt x="19876" y="10955"/>
                </a:cubicBezTo>
                <a:cubicBezTo>
                  <a:pt x="20561" y="8901"/>
                  <a:pt x="26044" y="2054"/>
                  <a:pt x="28786" y="0"/>
                </a:cubicBezTo>
                <a:cubicBezTo>
                  <a:pt x="28786" y="1369"/>
                  <a:pt x="28786" y="1369"/>
                  <a:pt x="28786" y="2054"/>
                </a:cubicBezTo>
                <a:cubicBezTo>
                  <a:pt x="27415" y="4793"/>
                  <a:pt x="28100" y="6847"/>
                  <a:pt x="30156" y="8901"/>
                </a:cubicBezTo>
                <a:cubicBezTo>
                  <a:pt x="37010" y="14379"/>
                  <a:pt x="43865" y="20541"/>
                  <a:pt x="50717" y="26020"/>
                </a:cubicBezTo>
                <a:cubicBezTo>
                  <a:pt x="53459" y="28758"/>
                  <a:pt x="56201" y="31497"/>
                  <a:pt x="59628" y="34235"/>
                </a:cubicBezTo>
                <a:cubicBezTo>
                  <a:pt x="58257" y="34920"/>
                  <a:pt x="57572" y="35606"/>
                  <a:pt x="56887" y="35606"/>
                </a:cubicBezTo>
                <a:cubicBezTo>
                  <a:pt x="55516" y="35606"/>
                  <a:pt x="54145" y="35606"/>
                  <a:pt x="52774" y="35606"/>
                </a:cubicBezTo>
                <a:cubicBezTo>
                  <a:pt x="41123" y="35606"/>
                  <a:pt x="28786" y="35606"/>
                  <a:pt x="17135" y="34920"/>
                </a:cubicBezTo>
                <a:cubicBezTo>
                  <a:pt x="15763" y="34920"/>
                  <a:pt x="15079" y="34920"/>
                  <a:pt x="13023" y="34920"/>
                </a:cubicBezTo>
                <a:cubicBezTo>
                  <a:pt x="13707" y="36290"/>
                  <a:pt x="14393" y="36975"/>
                  <a:pt x="15079" y="37659"/>
                </a:cubicBezTo>
                <a:cubicBezTo>
                  <a:pt x="20561" y="42452"/>
                  <a:pt x="26730" y="47245"/>
                  <a:pt x="32212" y="52723"/>
                </a:cubicBezTo>
                <a:cubicBezTo>
                  <a:pt x="34954" y="55462"/>
                  <a:pt x="37696" y="56831"/>
                  <a:pt x="41808" y="53407"/>
                </a:cubicBezTo>
                <a:cubicBezTo>
                  <a:pt x="41808" y="52723"/>
                  <a:pt x="41808" y="52723"/>
                  <a:pt x="41808" y="52723"/>
                </a:cubicBezTo>
                <a:cubicBezTo>
                  <a:pt x="41808" y="54778"/>
                  <a:pt x="35640" y="62993"/>
                  <a:pt x="32898" y="65048"/>
                </a:cubicBezTo>
                <a:cubicBezTo>
                  <a:pt x="32898" y="63679"/>
                  <a:pt x="32898" y="62993"/>
                  <a:pt x="33584" y="62309"/>
                </a:cubicBezTo>
                <a:cubicBezTo>
                  <a:pt x="34954" y="59571"/>
                  <a:pt x="34268" y="58200"/>
                  <a:pt x="32212" y="56147"/>
                </a:cubicBezTo>
                <a:cubicBezTo>
                  <a:pt x="28100" y="52723"/>
                  <a:pt x="23988" y="49300"/>
                  <a:pt x="20561" y="45876"/>
                </a:cubicBezTo>
                <a:cubicBezTo>
                  <a:pt x="17135" y="42452"/>
                  <a:pt x="13707" y="39713"/>
                  <a:pt x="10281" y="36975"/>
                </a:cubicBezTo>
                <a:cubicBezTo>
                  <a:pt x="8225" y="34920"/>
                  <a:pt x="6854" y="34920"/>
                  <a:pt x="4798" y="34920"/>
                </a:cubicBezTo>
                <a:cubicBezTo>
                  <a:pt x="3426" y="35606"/>
                  <a:pt x="2056" y="35606"/>
                  <a:pt x="686" y="35606"/>
                </a:cubicBezTo>
                <a:cubicBezTo>
                  <a:pt x="0" y="35606"/>
                  <a:pt x="0" y="35606"/>
                  <a:pt x="0" y="349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308100" y="1181100"/>
            <a:ext cx="41817" cy="48012"/>
          </a:xfrm>
          <a:custGeom>
            <a:avLst/>
            <a:gdLst/>
            <a:ahLst/>
            <a:cxnLst/>
            <a:rect l="l" t="t" r="r" b="b"/>
            <a:pathLst>
              <a:path w="41817" h="48012">
                <a:moveTo>
                  <a:pt x="24679" y="17833"/>
                </a:moveTo>
                <a:cubicBezTo>
                  <a:pt x="27421" y="18519"/>
                  <a:pt x="29478" y="19205"/>
                  <a:pt x="31534" y="19891"/>
                </a:cubicBezTo>
                <a:cubicBezTo>
                  <a:pt x="37018" y="21262"/>
                  <a:pt x="40446" y="25377"/>
                  <a:pt x="41131" y="30865"/>
                </a:cubicBezTo>
                <a:cubicBezTo>
                  <a:pt x="41817" y="34980"/>
                  <a:pt x="40446" y="37724"/>
                  <a:pt x="37704" y="40467"/>
                </a:cubicBezTo>
                <a:cubicBezTo>
                  <a:pt x="34276" y="44582"/>
                  <a:pt x="28792" y="47327"/>
                  <a:pt x="23308" y="47327"/>
                </a:cubicBezTo>
                <a:cubicBezTo>
                  <a:pt x="19195" y="48012"/>
                  <a:pt x="16453" y="45955"/>
                  <a:pt x="14395" y="42525"/>
                </a:cubicBezTo>
                <a:cubicBezTo>
                  <a:pt x="11654" y="39096"/>
                  <a:pt x="11654" y="34980"/>
                  <a:pt x="14395" y="31551"/>
                </a:cubicBezTo>
                <a:cubicBezTo>
                  <a:pt x="15081" y="30179"/>
                  <a:pt x="16453" y="28807"/>
                  <a:pt x="17823" y="26750"/>
                </a:cubicBezTo>
                <a:cubicBezTo>
                  <a:pt x="15767" y="26750"/>
                  <a:pt x="13711" y="26064"/>
                  <a:pt x="11654" y="25377"/>
                </a:cubicBezTo>
                <a:cubicBezTo>
                  <a:pt x="2056" y="21948"/>
                  <a:pt x="0" y="11660"/>
                  <a:pt x="7541" y="5488"/>
                </a:cubicBezTo>
                <a:cubicBezTo>
                  <a:pt x="10969" y="2743"/>
                  <a:pt x="15081" y="686"/>
                  <a:pt x="19195" y="0"/>
                </a:cubicBezTo>
                <a:cubicBezTo>
                  <a:pt x="23308" y="0"/>
                  <a:pt x="26736" y="1372"/>
                  <a:pt x="28792" y="4801"/>
                </a:cubicBezTo>
                <a:cubicBezTo>
                  <a:pt x="30848" y="8231"/>
                  <a:pt x="29478" y="11660"/>
                  <a:pt x="27421" y="14403"/>
                </a:cubicBezTo>
                <a:cubicBezTo>
                  <a:pt x="26736" y="15776"/>
                  <a:pt x="26050" y="16462"/>
                  <a:pt x="24679" y="17833"/>
                </a:cubicBezTo>
                <a:close/>
                <a:moveTo>
                  <a:pt x="19881" y="27436"/>
                </a:moveTo>
                <a:cubicBezTo>
                  <a:pt x="19881" y="29493"/>
                  <a:pt x="19195" y="31551"/>
                  <a:pt x="19195" y="32922"/>
                </a:cubicBezTo>
                <a:cubicBezTo>
                  <a:pt x="19881" y="37038"/>
                  <a:pt x="21937" y="40467"/>
                  <a:pt x="25364" y="43210"/>
                </a:cubicBezTo>
                <a:cubicBezTo>
                  <a:pt x="27421" y="44582"/>
                  <a:pt x="29478" y="45268"/>
                  <a:pt x="31534" y="43896"/>
                </a:cubicBezTo>
                <a:cubicBezTo>
                  <a:pt x="34276" y="42525"/>
                  <a:pt x="34962" y="39781"/>
                  <a:pt x="34276" y="37724"/>
                </a:cubicBezTo>
                <a:cubicBezTo>
                  <a:pt x="33590" y="33608"/>
                  <a:pt x="31534" y="30865"/>
                  <a:pt x="28106" y="29493"/>
                </a:cubicBezTo>
                <a:cubicBezTo>
                  <a:pt x="25364" y="28122"/>
                  <a:pt x="23308" y="28122"/>
                  <a:pt x="19881" y="27436"/>
                </a:cubicBezTo>
                <a:close/>
                <a:moveTo>
                  <a:pt x="22623" y="17833"/>
                </a:moveTo>
                <a:cubicBezTo>
                  <a:pt x="23993" y="12346"/>
                  <a:pt x="22623" y="8231"/>
                  <a:pt x="19195" y="4801"/>
                </a:cubicBezTo>
                <a:cubicBezTo>
                  <a:pt x="17823" y="3429"/>
                  <a:pt x="16453" y="3429"/>
                  <a:pt x="15081" y="3429"/>
                </a:cubicBezTo>
                <a:cubicBezTo>
                  <a:pt x="12339" y="3429"/>
                  <a:pt x="10969" y="4801"/>
                  <a:pt x="9597" y="6859"/>
                </a:cubicBezTo>
                <a:cubicBezTo>
                  <a:pt x="8912" y="8917"/>
                  <a:pt x="9597" y="10974"/>
                  <a:pt x="10969" y="13031"/>
                </a:cubicBezTo>
                <a:cubicBezTo>
                  <a:pt x="14395" y="16462"/>
                  <a:pt x="17823" y="17148"/>
                  <a:pt x="22623" y="178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6000" y="685800"/>
            <a:ext cx="56530" cy="54981"/>
          </a:xfrm>
          <a:custGeom>
            <a:avLst/>
            <a:gdLst/>
            <a:ahLst/>
            <a:cxnLst/>
            <a:rect l="l" t="t" r="r" b="b"/>
            <a:pathLst>
              <a:path w="56530" h="54981">
                <a:moveTo>
                  <a:pt x="30333" y="0"/>
                </a:moveTo>
                <a:cubicBezTo>
                  <a:pt x="32402" y="1374"/>
                  <a:pt x="38605" y="9622"/>
                  <a:pt x="39295" y="13058"/>
                </a:cubicBezTo>
                <a:cubicBezTo>
                  <a:pt x="38605" y="13745"/>
                  <a:pt x="37916" y="12371"/>
                  <a:pt x="36538" y="12371"/>
                </a:cubicBezTo>
                <a:cubicBezTo>
                  <a:pt x="33091" y="10309"/>
                  <a:pt x="29644" y="9622"/>
                  <a:pt x="26196" y="9622"/>
                </a:cubicBezTo>
                <a:cubicBezTo>
                  <a:pt x="17925" y="9622"/>
                  <a:pt x="12409" y="15806"/>
                  <a:pt x="14477" y="24054"/>
                </a:cubicBezTo>
                <a:cubicBezTo>
                  <a:pt x="17235" y="32988"/>
                  <a:pt x="22750" y="41236"/>
                  <a:pt x="30333" y="46733"/>
                </a:cubicBezTo>
                <a:cubicBezTo>
                  <a:pt x="35848" y="50857"/>
                  <a:pt x="41364" y="50170"/>
                  <a:pt x="46189" y="45359"/>
                </a:cubicBezTo>
                <a:cubicBezTo>
                  <a:pt x="48257" y="43298"/>
                  <a:pt x="48947" y="41236"/>
                  <a:pt x="46878" y="38486"/>
                </a:cubicBezTo>
                <a:cubicBezTo>
                  <a:pt x="45500" y="37112"/>
                  <a:pt x="44121" y="35051"/>
                  <a:pt x="42742" y="32988"/>
                </a:cubicBezTo>
                <a:cubicBezTo>
                  <a:pt x="40674" y="30240"/>
                  <a:pt x="39985" y="30240"/>
                  <a:pt x="36538" y="31614"/>
                </a:cubicBezTo>
                <a:cubicBezTo>
                  <a:pt x="35848" y="32301"/>
                  <a:pt x="35159" y="32301"/>
                  <a:pt x="34469" y="32301"/>
                </a:cubicBezTo>
                <a:cubicBezTo>
                  <a:pt x="35848" y="30240"/>
                  <a:pt x="37916" y="28865"/>
                  <a:pt x="39985" y="27490"/>
                </a:cubicBezTo>
                <a:cubicBezTo>
                  <a:pt x="42052" y="26116"/>
                  <a:pt x="44121" y="24054"/>
                  <a:pt x="46189" y="22680"/>
                </a:cubicBezTo>
                <a:cubicBezTo>
                  <a:pt x="48257" y="21306"/>
                  <a:pt x="49637" y="19930"/>
                  <a:pt x="51704" y="18556"/>
                </a:cubicBezTo>
                <a:cubicBezTo>
                  <a:pt x="52394" y="18556"/>
                  <a:pt x="52394" y="18556"/>
                  <a:pt x="52394" y="19243"/>
                </a:cubicBezTo>
                <a:cubicBezTo>
                  <a:pt x="52394" y="19243"/>
                  <a:pt x="51704" y="19930"/>
                  <a:pt x="51704" y="19930"/>
                </a:cubicBezTo>
                <a:cubicBezTo>
                  <a:pt x="49637" y="23367"/>
                  <a:pt x="48947" y="24741"/>
                  <a:pt x="51704" y="27490"/>
                </a:cubicBezTo>
                <a:cubicBezTo>
                  <a:pt x="53083" y="30240"/>
                  <a:pt x="55151" y="32301"/>
                  <a:pt x="56530" y="34364"/>
                </a:cubicBezTo>
                <a:cubicBezTo>
                  <a:pt x="56530" y="35051"/>
                  <a:pt x="56530" y="35051"/>
                  <a:pt x="56530" y="35738"/>
                </a:cubicBezTo>
                <a:cubicBezTo>
                  <a:pt x="51015" y="43985"/>
                  <a:pt x="44121" y="50857"/>
                  <a:pt x="33781" y="53607"/>
                </a:cubicBezTo>
                <a:cubicBezTo>
                  <a:pt x="29644" y="54981"/>
                  <a:pt x="25508" y="54294"/>
                  <a:pt x="21372" y="52233"/>
                </a:cubicBezTo>
                <a:cubicBezTo>
                  <a:pt x="7583" y="45359"/>
                  <a:pt x="0" y="24054"/>
                  <a:pt x="16546" y="10309"/>
                </a:cubicBezTo>
                <a:cubicBezTo>
                  <a:pt x="18613" y="8934"/>
                  <a:pt x="22060" y="8247"/>
                  <a:pt x="24818" y="6873"/>
                </a:cubicBezTo>
                <a:cubicBezTo>
                  <a:pt x="25508" y="6185"/>
                  <a:pt x="26196" y="6185"/>
                  <a:pt x="26886" y="6185"/>
                </a:cubicBezTo>
                <a:cubicBezTo>
                  <a:pt x="30333" y="4811"/>
                  <a:pt x="30333" y="4811"/>
                  <a:pt x="30333" y="1374"/>
                </a:cubicBezTo>
                <a:cubicBezTo>
                  <a:pt x="30333" y="1374"/>
                  <a:pt x="30333" y="1374"/>
                  <a:pt x="30333" y="687"/>
                </a:cubicBezTo>
                <a:cubicBezTo>
                  <a:pt x="30333" y="687"/>
                  <a:pt x="30333" y="687"/>
                  <a:pt x="30333"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181100" y="635000"/>
            <a:ext cx="44914" cy="48786"/>
          </a:xfrm>
          <a:custGeom>
            <a:avLst/>
            <a:gdLst/>
            <a:ahLst/>
            <a:cxnLst/>
            <a:rect l="l" t="t" r="r" b="b"/>
            <a:pathLst>
              <a:path w="44914" h="48786">
                <a:moveTo>
                  <a:pt x="40077" y="48089"/>
                </a:moveTo>
                <a:cubicBezTo>
                  <a:pt x="37313" y="48786"/>
                  <a:pt x="37313" y="47393"/>
                  <a:pt x="36622" y="45998"/>
                </a:cubicBezTo>
                <a:cubicBezTo>
                  <a:pt x="29713" y="38332"/>
                  <a:pt x="23494" y="29968"/>
                  <a:pt x="17275" y="21605"/>
                </a:cubicBezTo>
                <a:cubicBezTo>
                  <a:pt x="14511" y="18818"/>
                  <a:pt x="11746" y="15333"/>
                  <a:pt x="8983" y="11848"/>
                </a:cubicBezTo>
                <a:cubicBezTo>
                  <a:pt x="8983" y="13242"/>
                  <a:pt x="8292" y="13938"/>
                  <a:pt x="8292" y="14635"/>
                </a:cubicBezTo>
                <a:cubicBezTo>
                  <a:pt x="8292" y="23000"/>
                  <a:pt x="8292" y="30665"/>
                  <a:pt x="8292" y="39028"/>
                </a:cubicBezTo>
                <a:cubicBezTo>
                  <a:pt x="8292" y="43908"/>
                  <a:pt x="8983" y="44605"/>
                  <a:pt x="13820" y="45998"/>
                </a:cubicBezTo>
                <a:cubicBezTo>
                  <a:pt x="13820" y="46695"/>
                  <a:pt x="14511" y="46695"/>
                  <a:pt x="14511" y="47393"/>
                </a:cubicBezTo>
                <a:cubicBezTo>
                  <a:pt x="12437" y="48089"/>
                  <a:pt x="3454" y="48089"/>
                  <a:pt x="0" y="47393"/>
                </a:cubicBezTo>
                <a:cubicBezTo>
                  <a:pt x="691" y="46695"/>
                  <a:pt x="1382" y="45998"/>
                  <a:pt x="2073" y="45998"/>
                </a:cubicBezTo>
                <a:cubicBezTo>
                  <a:pt x="4837" y="45301"/>
                  <a:pt x="6219" y="43908"/>
                  <a:pt x="6219" y="40423"/>
                </a:cubicBezTo>
                <a:cubicBezTo>
                  <a:pt x="6219" y="30665"/>
                  <a:pt x="6219" y="20211"/>
                  <a:pt x="6219" y="9757"/>
                </a:cubicBezTo>
                <a:cubicBezTo>
                  <a:pt x="6219" y="7667"/>
                  <a:pt x="4837" y="6273"/>
                  <a:pt x="4145" y="5575"/>
                </a:cubicBezTo>
                <a:cubicBezTo>
                  <a:pt x="2764" y="4182"/>
                  <a:pt x="1382" y="2788"/>
                  <a:pt x="0" y="1394"/>
                </a:cubicBezTo>
                <a:cubicBezTo>
                  <a:pt x="2764" y="697"/>
                  <a:pt x="4837" y="1394"/>
                  <a:pt x="6910" y="697"/>
                </a:cubicBezTo>
                <a:cubicBezTo>
                  <a:pt x="12437" y="0"/>
                  <a:pt x="15202" y="2090"/>
                  <a:pt x="18656" y="6273"/>
                </a:cubicBezTo>
                <a:cubicBezTo>
                  <a:pt x="23494" y="13242"/>
                  <a:pt x="29021" y="20211"/>
                  <a:pt x="34549" y="27181"/>
                </a:cubicBezTo>
                <a:cubicBezTo>
                  <a:pt x="35240" y="27878"/>
                  <a:pt x="35931" y="28575"/>
                  <a:pt x="37313" y="29272"/>
                </a:cubicBezTo>
                <a:cubicBezTo>
                  <a:pt x="37313" y="28575"/>
                  <a:pt x="37313" y="27181"/>
                  <a:pt x="37313" y="26483"/>
                </a:cubicBezTo>
                <a:cubicBezTo>
                  <a:pt x="37313" y="20908"/>
                  <a:pt x="37313" y="16030"/>
                  <a:pt x="37313" y="10455"/>
                </a:cubicBezTo>
                <a:cubicBezTo>
                  <a:pt x="37313" y="6273"/>
                  <a:pt x="36622" y="2788"/>
                  <a:pt x="31786" y="2090"/>
                </a:cubicBezTo>
                <a:cubicBezTo>
                  <a:pt x="31786" y="2090"/>
                  <a:pt x="31095" y="2090"/>
                  <a:pt x="31095" y="2090"/>
                </a:cubicBezTo>
                <a:cubicBezTo>
                  <a:pt x="33167" y="697"/>
                  <a:pt x="42150" y="697"/>
                  <a:pt x="44914" y="1394"/>
                </a:cubicBezTo>
                <a:cubicBezTo>
                  <a:pt x="44223" y="2090"/>
                  <a:pt x="44223" y="2090"/>
                  <a:pt x="43532" y="2788"/>
                </a:cubicBezTo>
                <a:cubicBezTo>
                  <a:pt x="40768" y="3485"/>
                  <a:pt x="39387" y="5575"/>
                  <a:pt x="40077" y="8363"/>
                </a:cubicBezTo>
                <a:cubicBezTo>
                  <a:pt x="40077" y="11848"/>
                  <a:pt x="40077" y="15333"/>
                  <a:pt x="40077" y="18120"/>
                </a:cubicBezTo>
                <a:cubicBezTo>
                  <a:pt x="40077" y="27181"/>
                  <a:pt x="40077" y="35543"/>
                  <a:pt x="40077" y="44605"/>
                </a:cubicBezTo>
                <a:cubicBezTo>
                  <a:pt x="40077" y="45998"/>
                  <a:pt x="40077" y="46695"/>
                  <a:pt x="40077" y="480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231900" y="1193800"/>
            <a:ext cx="34848" cy="49560"/>
          </a:xfrm>
          <a:custGeom>
            <a:avLst/>
            <a:gdLst/>
            <a:ahLst/>
            <a:cxnLst/>
            <a:rect l="l" t="t" r="r" b="b"/>
            <a:pathLst>
              <a:path w="34848" h="49560">
                <a:moveTo>
                  <a:pt x="6273" y="49560"/>
                </a:moveTo>
                <a:cubicBezTo>
                  <a:pt x="15333" y="46071"/>
                  <a:pt x="20211" y="38392"/>
                  <a:pt x="21605" y="28619"/>
                </a:cubicBezTo>
                <a:cubicBezTo>
                  <a:pt x="19515" y="29318"/>
                  <a:pt x="18120" y="30016"/>
                  <a:pt x="16030" y="30714"/>
                </a:cubicBezTo>
                <a:cubicBezTo>
                  <a:pt x="9757" y="32109"/>
                  <a:pt x="4878" y="29318"/>
                  <a:pt x="2090" y="23035"/>
                </a:cubicBezTo>
                <a:cubicBezTo>
                  <a:pt x="0" y="18150"/>
                  <a:pt x="697" y="13263"/>
                  <a:pt x="2090" y="9074"/>
                </a:cubicBezTo>
                <a:cubicBezTo>
                  <a:pt x="4878" y="3490"/>
                  <a:pt x="9060" y="698"/>
                  <a:pt x="14635" y="698"/>
                </a:cubicBezTo>
                <a:cubicBezTo>
                  <a:pt x="20211" y="0"/>
                  <a:pt x="25090" y="2094"/>
                  <a:pt x="28575" y="7678"/>
                </a:cubicBezTo>
                <a:cubicBezTo>
                  <a:pt x="34848" y="18150"/>
                  <a:pt x="32756" y="32808"/>
                  <a:pt x="23696" y="41185"/>
                </a:cubicBezTo>
                <a:cubicBezTo>
                  <a:pt x="19515" y="45373"/>
                  <a:pt x="11848" y="48863"/>
                  <a:pt x="6273" y="49560"/>
                </a:cubicBezTo>
                <a:close/>
                <a:moveTo>
                  <a:pt x="21605" y="22337"/>
                </a:moveTo>
                <a:cubicBezTo>
                  <a:pt x="21605" y="22337"/>
                  <a:pt x="21605" y="22337"/>
                  <a:pt x="22302" y="22337"/>
                </a:cubicBezTo>
                <a:cubicBezTo>
                  <a:pt x="20908" y="17451"/>
                  <a:pt x="20211" y="13263"/>
                  <a:pt x="19515" y="8377"/>
                </a:cubicBezTo>
                <a:cubicBezTo>
                  <a:pt x="18818" y="6980"/>
                  <a:pt x="18120" y="5584"/>
                  <a:pt x="17423" y="4188"/>
                </a:cubicBezTo>
                <a:cubicBezTo>
                  <a:pt x="16727" y="2793"/>
                  <a:pt x="15333" y="2094"/>
                  <a:pt x="13242" y="2094"/>
                </a:cubicBezTo>
                <a:cubicBezTo>
                  <a:pt x="11848" y="2793"/>
                  <a:pt x="10455" y="3490"/>
                  <a:pt x="10455" y="5584"/>
                </a:cubicBezTo>
                <a:cubicBezTo>
                  <a:pt x="10455" y="6283"/>
                  <a:pt x="9757" y="6980"/>
                  <a:pt x="9757" y="6980"/>
                </a:cubicBezTo>
                <a:cubicBezTo>
                  <a:pt x="10455" y="12565"/>
                  <a:pt x="11151" y="17451"/>
                  <a:pt x="12545" y="22337"/>
                </a:cubicBezTo>
                <a:cubicBezTo>
                  <a:pt x="13242" y="23734"/>
                  <a:pt x="13938" y="24431"/>
                  <a:pt x="14635" y="25828"/>
                </a:cubicBezTo>
                <a:cubicBezTo>
                  <a:pt x="16030" y="27224"/>
                  <a:pt x="17423" y="27224"/>
                  <a:pt x="20211" y="27224"/>
                </a:cubicBezTo>
                <a:cubicBezTo>
                  <a:pt x="22302" y="26525"/>
                  <a:pt x="21605" y="24431"/>
                  <a:pt x="21605" y="23035"/>
                </a:cubicBezTo>
                <a:cubicBezTo>
                  <a:pt x="21605" y="23035"/>
                  <a:pt x="21605" y="22337"/>
                  <a:pt x="21605" y="2233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104900" y="647700"/>
            <a:ext cx="46463" cy="52658"/>
          </a:xfrm>
          <a:custGeom>
            <a:avLst/>
            <a:gdLst/>
            <a:ahLst/>
            <a:cxnLst/>
            <a:rect l="l" t="t" r="r" b="b"/>
            <a:pathLst>
              <a:path w="46463" h="52658">
                <a:moveTo>
                  <a:pt x="28698" y="4787"/>
                </a:moveTo>
                <a:cubicBezTo>
                  <a:pt x="30748" y="2736"/>
                  <a:pt x="38947" y="683"/>
                  <a:pt x="42363" y="0"/>
                </a:cubicBezTo>
                <a:cubicBezTo>
                  <a:pt x="41680" y="683"/>
                  <a:pt x="41680" y="1368"/>
                  <a:pt x="40997" y="2051"/>
                </a:cubicBezTo>
                <a:cubicBezTo>
                  <a:pt x="38947" y="3419"/>
                  <a:pt x="38264" y="5471"/>
                  <a:pt x="38947" y="8207"/>
                </a:cubicBezTo>
                <a:cubicBezTo>
                  <a:pt x="40997" y="14361"/>
                  <a:pt x="43047" y="21200"/>
                  <a:pt x="44413" y="27355"/>
                </a:cubicBezTo>
                <a:cubicBezTo>
                  <a:pt x="45096" y="30775"/>
                  <a:pt x="45780" y="34193"/>
                  <a:pt x="45780" y="37612"/>
                </a:cubicBezTo>
                <a:cubicBezTo>
                  <a:pt x="46463" y="41716"/>
                  <a:pt x="45096" y="44451"/>
                  <a:pt x="42363" y="46504"/>
                </a:cubicBezTo>
                <a:cubicBezTo>
                  <a:pt x="36897" y="50607"/>
                  <a:pt x="30065" y="52658"/>
                  <a:pt x="23232" y="51975"/>
                </a:cubicBezTo>
                <a:cubicBezTo>
                  <a:pt x="19131" y="51290"/>
                  <a:pt x="16398" y="49239"/>
                  <a:pt x="14348" y="45136"/>
                </a:cubicBezTo>
                <a:cubicBezTo>
                  <a:pt x="13665" y="43768"/>
                  <a:pt x="12982" y="42400"/>
                  <a:pt x="12982" y="41032"/>
                </a:cubicBezTo>
                <a:cubicBezTo>
                  <a:pt x="10932" y="33510"/>
                  <a:pt x="8882" y="25987"/>
                  <a:pt x="6833" y="18465"/>
                </a:cubicBezTo>
                <a:cubicBezTo>
                  <a:pt x="6833" y="18465"/>
                  <a:pt x="6149" y="17780"/>
                  <a:pt x="6149" y="17097"/>
                </a:cubicBezTo>
                <a:cubicBezTo>
                  <a:pt x="5466" y="15046"/>
                  <a:pt x="4100" y="13678"/>
                  <a:pt x="1367" y="13678"/>
                </a:cubicBezTo>
                <a:cubicBezTo>
                  <a:pt x="683" y="13678"/>
                  <a:pt x="683" y="13678"/>
                  <a:pt x="0" y="12993"/>
                </a:cubicBezTo>
                <a:cubicBezTo>
                  <a:pt x="5466" y="10258"/>
                  <a:pt x="12299" y="8890"/>
                  <a:pt x="18448" y="6839"/>
                </a:cubicBezTo>
                <a:cubicBezTo>
                  <a:pt x="19131" y="6839"/>
                  <a:pt x="19815" y="6839"/>
                  <a:pt x="20498" y="6839"/>
                </a:cubicBezTo>
                <a:cubicBezTo>
                  <a:pt x="20498" y="6839"/>
                  <a:pt x="20498" y="6839"/>
                  <a:pt x="20498" y="7522"/>
                </a:cubicBezTo>
                <a:cubicBezTo>
                  <a:pt x="19815" y="7522"/>
                  <a:pt x="19131" y="8207"/>
                  <a:pt x="18448" y="8207"/>
                </a:cubicBezTo>
                <a:cubicBezTo>
                  <a:pt x="16398" y="9575"/>
                  <a:pt x="15715" y="10942"/>
                  <a:pt x="16398" y="13678"/>
                </a:cubicBezTo>
                <a:cubicBezTo>
                  <a:pt x="18448" y="22568"/>
                  <a:pt x="21181" y="31458"/>
                  <a:pt x="23232" y="40348"/>
                </a:cubicBezTo>
                <a:cubicBezTo>
                  <a:pt x="23915" y="41032"/>
                  <a:pt x="23915" y="41032"/>
                  <a:pt x="23915" y="41716"/>
                </a:cubicBezTo>
                <a:cubicBezTo>
                  <a:pt x="25965" y="46504"/>
                  <a:pt x="29381" y="48555"/>
                  <a:pt x="34164" y="47871"/>
                </a:cubicBezTo>
                <a:cubicBezTo>
                  <a:pt x="40314" y="46504"/>
                  <a:pt x="43730" y="43083"/>
                  <a:pt x="43730" y="37612"/>
                </a:cubicBezTo>
                <a:cubicBezTo>
                  <a:pt x="43730" y="34878"/>
                  <a:pt x="43047" y="32826"/>
                  <a:pt x="43047" y="30775"/>
                </a:cubicBezTo>
                <a:cubicBezTo>
                  <a:pt x="40997" y="23936"/>
                  <a:pt x="38947" y="17097"/>
                  <a:pt x="36897" y="10258"/>
                </a:cubicBezTo>
                <a:cubicBezTo>
                  <a:pt x="35531" y="5471"/>
                  <a:pt x="34848" y="4787"/>
                  <a:pt x="30065" y="4787"/>
                </a:cubicBezTo>
                <a:cubicBezTo>
                  <a:pt x="29381" y="4787"/>
                  <a:pt x="29381" y="4787"/>
                  <a:pt x="28698" y="478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447800" y="825500"/>
            <a:ext cx="54207" cy="43365"/>
          </a:xfrm>
          <a:custGeom>
            <a:avLst/>
            <a:gdLst/>
            <a:ahLst/>
            <a:cxnLst/>
            <a:rect l="l" t="t" r="r" b="b"/>
            <a:pathLst>
              <a:path w="54207" h="43365">
                <a:moveTo>
                  <a:pt x="0" y="15143"/>
                </a:moveTo>
                <a:cubicBezTo>
                  <a:pt x="4803" y="13078"/>
                  <a:pt x="9606" y="11013"/>
                  <a:pt x="13724" y="8948"/>
                </a:cubicBezTo>
                <a:cubicBezTo>
                  <a:pt x="15095" y="10325"/>
                  <a:pt x="14409" y="11013"/>
                  <a:pt x="13724" y="11702"/>
                </a:cubicBezTo>
                <a:cubicBezTo>
                  <a:pt x="11665" y="13767"/>
                  <a:pt x="9606" y="15832"/>
                  <a:pt x="8233" y="17897"/>
                </a:cubicBezTo>
                <a:cubicBezTo>
                  <a:pt x="5489" y="22715"/>
                  <a:pt x="6176" y="26845"/>
                  <a:pt x="8920" y="31664"/>
                </a:cubicBezTo>
                <a:cubicBezTo>
                  <a:pt x="10979" y="34417"/>
                  <a:pt x="13037" y="35105"/>
                  <a:pt x="16468" y="34417"/>
                </a:cubicBezTo>
                <a:cubicBezTo>
                  <a:pt x="19213" y="33729"/>
                  <a:pt x="21271" y="31664"/>
                  <a:pt x="21957" y="28910"/>
                </a:cubicBezTo>
                <a:cubicBezTo>
                  <a:pt x="21957" y="27534"/>
                  <a:pt x="21957" y="25469"/>
                  <a:pt x="21957" y="24092"/>
                </a:cubicBezTo>
                <a:cubicBezTo>
                  <a:pt x="22643" y="19274"/>
                  <a:pt x="22643" y="14455"/>
                  <a:pt x="24016" y="9637"/>
                </a:cubicBezTo>
                <a:cubicBezTo>
                  <a:pt x="25389" y="4130"/>
                  <a:pt x="29505" y="1377"/>
                  <a:pt x="34995" y="688"/>
                </a:cubicBezTo>
                <a:cubicBezTo>
                  <a:pt x="39111" y="0"/>
                  <a:pt x="42542" y="2065"/>
                  <a:pt x="45287" y="4818"/>
                </a:cubicBezTo>
                <a:cubicBezTo>
                  <a:pt x="48031" y="8260"/>
                  <a:pt x="49404" y="12390"/>
                  <a:pt x="50090" y="16520"/>
                </a:cubicBezTo>
                <a:cubicBezTo>
                  <a:pt x="50090" y="17897"/>
                  <a:pt x="50090" y="18585"/>
                  <a:pt x="50090" y="19274"/>
                </a:cubicBezTo>
                <a:cubicBezTo>
                  <a:pt x="50090" y="20650"/>
                  <a:pt x="50776" y="22027"/>
                  <a:pt x="52149" y="22027"/>
                </a:cubicBezTo>
                <a:cubicBezTo>
                  <a:pt x="52835" y="22027"/>
                  <a:pt x="53520" y="22715"/>
                  <a:pt x="54207" y="23404"/>
                </a:cubicBezTo>
                <a:cubicBezTo>
                  <a:pt x="51463" y="25469"/>
                  <a:pt x="43228" y="28910"/>
                  <a:pt x="40484" y="28910"/>
                </a:cubicBezTo>
                <a:cubicBezTo>
                  <a:pt x="41170" y="27534"/>
                  <a:pt x="41857" y="26845"/>
                  <a:pt x="42542" y="26157"/>
                </a:cubicBezTo>
                <a:cubicBezTo>
                  <a:pt x="44601" y="23404"/>
                  <a:pt x="46660" y="21339"/>
                  <a:pt x="47346" y="17897"/>
                </a:cubicBezTo>
                <a:cubicBezTo>
                  <a:pt x="48031" y="14455"/>
                  <a:pt x="47346" y="11013"/>
                  <a:pt x="44601" y="8260"/>
                </a:cubicBezTo>
                <a:cubicBezTo>
                  <a:pt x="41857" y="4818"/>
                  <a:pt x="36366" y="5507"/>
                  <a:pt x="34308" y="9637"/>
                </a:cubicBezTo>
                <a:cubicBezTo>
                  <a:pt x="33622" y="11013"/>
                  <a:pt x="33622" y="13078"/>
                  <a:pt x="33622" y="14455"/>
                </a:cubicBezTo>
                <a:cubicBezTo>
                  <a:pt x="32936" y="18585"/>
                  <a:pt x="33622" y="22715"/>
                  <a:pt x="32936" y="26845"/>
                </a:cubicBezTo>
                <a:cubicBezTo>
                  <a:pt x="32249" y="28910"/>
                  <a:pt x="32249" y="31664"/>
                  <a:pt x="30878" y="34417"/>
                </a:cubicBezTo>
                <a:cubicBezTo>
                  <a:pt x="26760" y="41300"/>
                  <a:pt x="16468" y="43365"/>
                  <a:pt x="10292" y="36482"/>
                </a:cubicBezTo>
                <a:cubicBezTo>
                  <a:pt x="7548" y="32352"/>
                  <a:pt x="5489" y="28222"/>
                  <a:pt x="4803" y="23404"/>
                </a:cubicBezTo>
                <a:cubicBezTo>
                  <a:pt x="3430" y="18585"/>
                  <a:pt x="3430" y="18585"/>
                  <a:pt x="0" y="151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447800" y="1028700"/>
            <a:ext cx="53433" cy="49560"/>
          </a:xfrm>
          <a:custGeom>
            <a:avLst/>
            <a:gdLst/>
            <a:ahLst/>
            <a:cxnLst/>
            <a:rect l="l" t="t" r="r" b="b"/>
            <a:pathLst>
              <a:path w="53433" h="49560">
                <a:moveTo>
                  <a:pt x="44412" y="27534"/>
                </a:moveTo>
                <a:cubicBezTo>
                  <a:pt x="45105" y="26845"/>
                  <a:pt x="45105" y="26157"/>
                  <a:pt x="45105" y="25469"/>
                </a:cubicBezTo>
                <a:cubicBezTo>
                  <a:pt x="46493" y="21339"/>
                  <a:pt x="45800" y="20650"/>
                  <a:pt x="40942" y="20650"/>
                </a:cubicBezTo>
                <a:cubicBezTo>
                  <a:pt x="37473" y="21339"/>
                  <a:pt x="34696" y="21339"/>
                  <a:pt x="31227" y="22027"/>
                </a:cubicBezTo>
                <a:cubicBezTo>
                  <a:pt x="29145" y="22027"/>
                  <a:pt x="27757" y="22027"/>
                  <a:pt x="25676" y="22027"/>
                </a:cubicBezTo>
                <a:cubicBezTo>
                  <a:pt x="24982" y="22715"/>
                  <a:pt x="24287" y="22715"/>
                  <a:pt x="22899" y="22715"/>
                </a:cubicBezTo>
                <a:cubicBezTo>
                  <a:pt x="24287" y="24780"/>
                  <a:pt x="25676" y="26845"/>
                  <a:pt x="27064" y="28222"/>
                </a:cubicBezTo>
                <a:cubicBezTo>
                  <a:pt x="28452" y="30975"/>
                  <a:pt x="30533" y="33040"/>
                  <a:pt x="32615" y="35794"/>
                </a:cubicBezTo>
                <a:cubicBezTo>
                  <a:pt x="33308" y="36482"/>
                  <a:pt x="34003" y="37859"/>
                  <a:pt x="34696" y="38547"/>
                </a:cubicBezTo>
                <a:cubicBezTo>
                  <a:pt x="36778" y="39924"/>
                  <a:pt x="38166" y="39924"/>
                  <a:pt x="39554" y="37859"/>
                </a:cubicBezTo>
                <a:cubicBezTo>
                  <a:pt x="40249" y="37170"/>
                  <a:pt x="40942" y="36482"/>
                  <a:pt x="41636" y="35105"/>
                </a:cubicBezTo>
                <a:cubicBezTo>
                  <a:pt x="41636" y="37859"/>
                  <a:pt x="38861" y="46807"/>
                  <a:pt x="36778" y="49560"/>
                </a:cubicBezTo>
                <a:cubicBezTo>
                  <a:pt x="36778" y="48872"/>
                  <a:pt x="36085" y="48872"/>
                  <a:pt x="36085" y="48872"/>
                </a:cubicBezTo>
                <a:cubicBezTo>
                  <a:pt x="36085" y="46119"/>
                  <a:pt x="34696" y="44054"/>
                  <a:pt x="33308" y="41300"/>
                </a:cubicBezTo>
                <a:cubicBezTo>
                  <a:pt x="29145" y="36482"/>
                  <a:pt x="25676" y="30975"/>
                  <a:pt x="21513" y="25469"/>
                </a:cubicBezTo>
                <a:cubicBezTo>
                  <a:pt x="20818" y="24092"/>
                  <a:pt x="20124" y="23404"/>
                  <a:pt x="18043" y="22715"/>
                </a:cubicBezTo>
                <a:cubicBezTo>
                  <a:pt x="15267" y="21339"/>
                  <a:pt x="11797" y="19962"/>
                  <a:pt x="9021" y="18585"/>
                </a:cubicBezTo>
                <a:cubicBezTo>
                  <a:pt x="4858" y="17208"/>
                  <a:pt x="4163" y="17208"/>
                  <a:pt x="1388" y="21339"/>
                </a:cubicBezTo>
                <a:cubicBezTo>
                  <a:pt x="1388" y="21339"/>
                  <a:pt x="693" y="21339"/>
                  <a:pt x="693" y="22027"/>
                </a:cubicBezTo>
                <a:cubicBezTo>
                  <a:pt x="693" y="21339"/>
                  <a:pt x="0" y="21339"/>
                  <a:pt x="0" y="20650"/>
                </a:cubicBezTo>
                <a:cubicBezTo>
                  <a:pt x="2776" y="13767"/>
                  <a:pt x="5551" y="7572"/>
                  <a:pt x="8327" y="688"/>
                </a:cubicBezTo>
                <a:cubicBezTo>
                  <a:pt x="8327" y="688"/>
                  <a:pt x="8327" y="0"/>
                  <a:pt x="9021" y="0"/>
                </a:cubicBezTo>
                <a:cubicBezTo>
                  <a:pt x="9021" y="688"/>
                  <a:pt x="9021" y="1377"/>
                  <a:pt x="9021" y="2065"/>
                </a:cubicBezTo>
                <a:cubicBezTo>
                  <a:pt x="8327" y="5507"/>
                  <a:pt x="9021" y="6883"/>
                  <a:pt x="12490" y="8260"/>
                </a:cubicBezTo>
                <a:cubicBezTo>
                  <a:pt x="15267" y="9637"/>
                  <a:pt x="18043" y="11013"/>
                  <a:pt x="20818" y="11702"/>
                </a:cubicBezTo>
                <a:cubicBezTo>
                  <a:pt x="21513" y="12390"/>
                  <a:pt x="22899" y="12390"/>
                  <a:pt x="23594" y="12390"/>
                </a:cubicBezTo>
                <a:cubicBezTo>
                  <a:pt x="31227" y="11702"/>
                  <a:pt x="38861" y="10325"/>
                  <a:pt x="46493" y="9637"/>
                </a:cubicBezTo>
                <a:cubicBezTo>
                  <a:pt x="48575" y="8948"/>
                  <a:pt x="51351" y="8260"/>
                  <a:pt x="52739" y="5507"/>
                </a:cubicBezTo>
                <a:cubicBezTo>
                  <a:pt x="53433" y="6195"/>
                  <a:pt x="53433" y="6883"/>
                  <a:pt x="53433" y="6883"/>
                </a:cubicBezTo>
                <a:cubicBezTo>
                  <a:pt x="51351" y="13767"/>
                  <a:pt x="48575" y="19962"/>
                  <a:pt x="45800" y="26845"/>
                </a:cubicBezTo>
                <a:cubicBezTo>
                  <a:pt x="45800" y="26845"/>
                  <a:pt x="45800" y="26845"/>
                  <a:pt x="44412" y="275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473200" y="952500"/>
            <a:ext cx="47236" cy="41817"/>
          </a:xfrm>
          <a:custGeom>
            <a:avLst/>
            <a:gdLst/>
            <a:ahLst/>
            <a:cxnLst/>
            <a:rect l="l" t="t" r="r" b="b"/>
            <a:pathLst>
              <a:path w="47236" h="41817">
                <a:moveTo>
                  <a:pt x="3473" y="6855"/>
                </a:moveTo>
                <a:cubicBezTo>
                  <a:pt x="3473" y="7541"/>
                  <a:pt x="3473" y="8226"/>
                  <a:pt x="3473" y="8912"/>
                </a:cubicBezTo>
                <a:cubicBezTo>
                  <a:pt x="4168" y="11654"/>
                  <a:pt x="5558" y="13025"/>
                  <a:pt x="8336" y="13711"/>
                </a:cubicBezTo>
                <a:cubicBezTo>
                  <a:pt x="13894" y="13711"/>
                  <a:pt x="20145" y="14395"/>
                  <a:pt x="25702" y="15081"/>
                </a:cubicBezTo>
                <a:cubicBezTo>
                  <a:pt x="31260" y="15081"/>
                  <a:pt x="36817" y="15767"/>
                  <a:pt x="42375" y="15767"/>
                </a:cubicBezTo>
                <a:cubicBezTo>
                  <a:pt x="43070" y="15767"/>
                  <a:pt x="43764" y="15767"/>
                  <a:pt x="44459" y="15767"/>
                </a:cubicBezTo>
                <a:cubicBezTo>
                  <a:pt x="45154" y="13711"/>
                  <a:pt x="44459" y="11654"/>
                  <a:pt x="43764" y="9597"/>
                </a:cubicBezTo>
                <a:cubicBezTo>
                  <a:pt x="43070" y="6855"/>
                  <a:pt x="42375" y="5484"/>
                  <a:pt x="40291" y="4114"/>
                </a:cubicBezTo>
                <a:cubicBezTo>
                  <a:pt x="38207" y="2742"/>
                  <a:pt x="36123" y="2056"/>
                  <a:pt x="34733" y="686"/>
                </a:cubicBezTo>
                <a:cubicBezTo>
                  <a:pt x="38901" y="0"/>
                  <a:pt x="43070" y="686"/>
                  <a:pt x="47236" y="1372"/>
                </a:cubicBezTo>
                <a:cubicBezTo>
                  <a:pt x="46543" y="14395"/>
                  <a:pt x="45154" y="28106"/>
                  <a:pt x="44459" y="41817"/>
                </a:cubicBezTo>
                <a:cubicBezTo>
                  <a:pt x="40291" y="41817"/>
                  <a:pt x="36123" y="41817"/>
                  <a:pt x="31954" y="41131"/>
                </a:cubicBezTo>
                <a:cubicBezTo>
                  <a:pt x="31954" y="40446"/>
                  <a:pt x="31954" y="39760"/>
                  <a:pt x="32649" y="39075"/>
                </a:cubicBezTo>
                <a:cubicBezTo>
                  <a:pt x="32649" y="39075"/>
                  <a:pt x="33344" y="39075"/>
                  <a:pt x="34039" y="39075"/>
                </a:cubicBezTo>
                <a:cubicBezTo>
                  <a:pt x="40291" y="37704"/>
                  <a:pt x="43764" y="34276"/>
                  <a:pt x="43764" y="27421"/>
                </a:cubicBezTo>
                <a:cubicBezTo>
                  <a:pt x="43070" y="26736"/>
                  <a:pt x="42375" y="26736"/>
                  <a:pt x="41680" y="26736"/>
                </a:cubicBezTo>
                <a:cubicBezTo>
                  <a:pt x="31954" y="26050"/>
                  <a:pt x="21534" y="25364"/>
                  <a:pt x="11810" y="24679"/>
                </a:cubicBezTo>
                <a:cubicBezTo>
                  <a:pt x="10420" y="24679"/>
                  <a:pt x="9031" y="23993"/>
                  <a:pt x="8336" y="23993"/>
                </a:cubicBezTo>
                <a:cubicBezTo>
                  <a:pt x="4863" y="23993"/>
                  <a:pt x="2779" y="24679"/>
                  <a:pt x="2084" y="28106"/>
                </a:cubicBezTo>
                <a:cubicBezTo>
                  <a:pt x="2084" y="28792"/>
                  <a:pt x="2084" y="29478"/>
                  <a:pt x="1389" y="30848"/>
                </a:cubicBezTo>
                <a:cubicBezTo>
                  <a:pt x="0" y="28106"/>
                  <a:pt x="1389" y="26050"/>
                  <a:pt x="1389" y="24679"/>
                </a:cubicBezTo>
                <a:cubicBezTo>
                  <a:pt x="1389" y="22623"/>
                  <a:pt x="1389" y="20565"/>
                  <a:pt x="1389" y="18509"/>
                </a:cubicBezTo>
                <a:cubicBezTo>
                  <a:pt x="1389" y="16453"/>
                  <a:pt x="1389" y="14395"/>
                  <a:pt x="2084" y="12339"/>
                </a:cubicBezTo>
                <a:cubicBezTo>
                  <a:pt x="2084" y="10283"/>
                  <a:pt x="1389" y="8226"/>
                  <a:pt x="2779" y="6170"/>
                </a:cubicBezTo>
                <a:cubicBezTo>
                  <a:pt x="2779" y="6170"/>
                  <a:pt x="2779" y="6855"/>
                  <a:pt x="3473" y="685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320800" y="660400"/>
            <a:ext cx="42591" cy="53433"/>
          </a:xfrm>
          <a:custGeom>
            <a:avLst/>
            <a:gdLst/>
            <a:ahLst/>
            <a:cxnLst/>
            <a:rect l="l" t="t" r="r" b="b"/>
            <a:pathLst>
              <a:path w="42591" h="53433">
                <a:moveTo>
                  <a:pt x="4190" y="53433"/>
                </a:moveTo>
                <a:cubicBezTo>
                  <a:pt x="3491" y="51351"/>
                  <a:pt x="3491" y="50658"/>
                  <a:pt x="3491" y="49270"/>
                </a:cubicBezTo>
                <a:cubicBezTo>
                  <a:pt x="3491" y="36085"/>
                  <a:pt x="3491" y="22899"/>
                  <a:pt x="3491" y="9716"/>
                </a:cubicBezTo>
                <a:cubicBezTo>
                  <a:pt x="3491" y="6246"/>
                  <a:pt x="3491" y="2776"/>
                  <a:pt x="0" y="693"/>
                </a:cubicBezTo>
                <a:cubicBezTo>
                  <a:pt x="2793" y="0"/>
                  <a:pt x="18153" y="6939"/>
                  <a:pt x="20248" y="9716"/>
                </a:cubicBezTo>
                <a:cubicBezTo>
                  <a:pt x="19550" y="9021"/>
                  <a:pt x="18852" y="9021"/>
                  <a:pt x="17455" y="9021"/>
                </a:cubicBezTo>
                <a:cubicBezTo>
                  <a:pt x="15361" y="8327"/>
                  <a:pt x="14662" y="9021"/>
                  <a:pt x="13964" y="11102"/>
                </a:cubicBezTo>
                <a:cubicBezTo>
                  <a:pt x="13964" y="11797"/>
                  <a:pt x="13964" y="12490"/>
                  <a:pt x="13964" y="13185"/>
                </a:cubicBezTo>
                <a:cubicBezTo>
                  <a:pt x="13266" y="21513"/>
                  <a:pt x="13266" y="29839"/>
                  <a:pt x="13266" y="38166"/>
                </a:cubicBezTo>
                <a:cubicBezTo>
                  <a:pt x="13266" y="38166"/>
                  <a:pt x="13266" y="38861"/>
                  <a:pt x="13964" y="39554"/>
                </a:cubicBezTo>
                <a:cubicBezTo>
                  <a:pt x="13964" y="39554"/>
                  <a:pt x="14662" y="39554"/>
                  <a:pt x="14662" y="39554"/>
                </a:cubicBezTo>
                <a:cubicBezTo>
                  <a:pt x="20248" y="33308"/>
                  <a:pt x="25834" y="27757"/>
                  <a:pt x="31420" y="21513"/>
                </a:cubicBezTo>
                <a:cubicBezTo>
                  <a:pt x="31420" y="21513"/>
                  <a:pt x="31420" y="21513"/>
                  <a:pt x="31420" y="21513"/>
                </a:cubicBezTo>
                <a:cubicBezTo>
                  <a:pt x="34213" y="18043"/>
                  <a:pt x="34213" y="16655"/>
                  <a:pt x="30721" y="14573"/>
                </a:cubicBezTo>
                <a:cubicBezTo>
                  <a:pt x="30023" y="13879"/>
                  <a:pt x="30023" y="13879"/>
                  <a:pt x="30023" y="13185"/>
                </a:cubicBezTo>
                <a:cubicBezTo>
                  <a:pt x="34213" y="13879"/>
                  <a:pt x="38402" y="15960"/>
                  <a:pt x="42591" y="18043"/>
                </a:cubicBezTo>
                <a:cubicBezTo>
                  <a:pt x="41892" y="18736"/>
                  <a:pt x="41892" y="18736"/>
                  <a:pt x="41195" y="18736"/>
                </a:cubicBezTo>
                <a:cubicBezTo>
                  <a:pt x="38402" y="18736"/>
                  <a:pt x="36307" y="20124"/>
                  <a:pt x="34213" y="22206"/>
                </a:cubicBezTo>
                <a:cubicBezTo>
                  <a:pt x="25136" y="31921"/>
                  <a:pt x="16059" y="41636"/>
                  <a:pt x="6982" y="50658"/>
                </a:cubicBezTo>
                <a:cubicBezTo>
                  <a:pt x="6284" y="51351"/>
                  <a:pt x="5585" y="52045"/>
                  <a:pt x="4190" y="5343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927100" y="812800"/>
            <a:ext cx="48786" cy="42591"/>
          </a:xfrm>
          <a:custGeom>
            <a:avLst/>
            <a:gdLst/>
            <a:ahLst/>
            <a:cxnLst/>
            <a:rect l="l" t="t" r="r" b="b"/>
            <a:pathLst>
              <a:path w="48786" h="42591">
                <a:moveTo>
                  <a:pt x="0" y="22343"/>
                </a:moveTo>
                <a:cubicBezTo>
                  <a:pt x="0" y="18852"/>
                  <a:pt x="7558" y="2793"/>
                  <a:pt x="10307" y="0"/>
                </a:cubicBezTo>
                <a:cubicBezTo>
                  <a:pt x="9620" y="699"/>
                  <a:pt x="9620" y="1397"/>
                  <a:pt x="9620" y="2094"/>
                </a:cubicBezTo>
                <a:cubicBezTo>
                  <a:pt x="8933" y="6284"/>
                  <a:pt x="9620" y="7681"/>
                  <a:pt x="13056" y="9077"/>
                </a:cubicBezTo>
                <a:cubicBezTo>
                  <a:pt x="21988" y="13964"/>
                  <a:pt x="30921" y="18852"/>
                  <a:pt x="39854" y="23042"/>
                </a:cubicBezTo>
                <a:cubicBezTo>
                  <a:pt x="43289" y="25136"/>
                  <a:pt x="44663" y="24437"/>
                  <a:pt x="46725" y="21645"/>
                </a:cubicBezTo>
                <a:cubicBezTo>
                  <a:pt x="47412" y="20946"/>
                  <a:pt x="48099" y="20248"/>
                  <a:pt x="48786" y="19550"/>
                </a:cubicBezTo>
                <a:cubicBezTo>
                  <a:pt x="48099" y="22343"/>
                  <a:pt x="41228" y="39099"/>
                  <a:pt x="38480" y="42591"/>
                </a:cubicBezTo>
                <a:cubicBezTo>
                  <a:pt x="38480" y="41195"/>
                  <a:pt x="38480" y="40496"/>
                  <a:pt x="38480" y="39798"/>
                </a:cubicBezTo>
                <a:cubicBezTo>
                  <a:pt x="39167" y="36307"/>
                  <a:pt x="38480" y="34911"/>
                  <a:pt x="35730" y="32816"/>
                </a:cubicBezTo>
                <a:cubicBezTo>
                  <a:pt x="26798" y="28627"/>
                  <a:pt x="17865" y="23739"/>
                  <a:pt x="8933" y="19550"/>
                </a:cubicBezTo>
                <a:cubicBezTo>
                  <a:pt x="4809" y="17455"/>
                  <a:pt x="4122" y="17455"/>
                  <a:pt x="687" y="20946"/>
                </a:cubicBezTo>
                <a:cubicBezTo>
                  <a:pt x="687" y="21645"/>
                  <a:pt x="687" y="21645"/>
                  <a:pt x="0" y="2234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473200" y="889000"/>
            <a:ext cx="47236" cy="30975"/>
          </a:xfrm>
          <a:custGeom>
            <a:avLst/>
            <a:gdLst/>
            <a:ahLst/>
            <a:cxnLst/>
            <a:rect l="l" t="t" r="r" b="b"/>
            <a:pathLst>
              <a:path w="47236" h="30975">
                <a:moveTo>
                  <a:pt x="3423" y="30975"/>
                </a:moveTo>
                <a:cubicBezTo>
                  <a:pt x="2054" y="24092"/>
                  <a:pt x="1369" y="16520"/>
                  <a:pt x="0" y="8948"/>
                </a:cubicBezTo>
                <a:cubicBezTo>
                  <a:pt x="0" y="8948"/>
                  <a:pt x="0" y="8260"/>
                  <a:pt x="685" y="7572"/>
                </a:cubicBezTo>
                <a:cubicBezTo>
                  <a:pt x="1369" y="8948"/>
                  <a:pt x="1369" y="9637"/>
                  <a:pt x="2054" y="10325"/>
                </a:cubicBezTo>
                <a:cubicBezTo>
                  <a:pt x="3423" y="13078"/>
                  <a:pt x="4107" y="13767"/>
                  <a:pt x="7531" y="13078"/>
                </a:cubicBezTo>
                <a:cubicBezTo>
                  <a:pt x="15745" y="11702"/>
                  <a:pt x="23961" y="10325"/>
                  <a:pt x="32175" y="8948"/>
                </a:cubicBezTo>
                <a:cubicBezTo>
                  <a:pt x="34230" y="8948"/>
                  <a:pt x="35599" y="8260"/>
                  <a:pt x="37653" y="8260"/>
                </a:cubicBezTo>
                <a:cubicBezTo>
                  <a:pt x="41076" y="7572"/>
                  <a:pt x="41760" y="6195"/>
                  <a:pt x="42445" y="3442"/>
                </a:cubicBezTo>
                <a:cubicBezTo>
                  <a:pt x="42445" y="2753"/>
                  <a:pt x="42445" y="2065"/>
                  <a:pt x="42445" y="0"/>
                </a:cubicBezTo>
                <a:cubicBezTo>
                  <a:pt x="43129" y="1377"/>
                  <a:pt x="43814" y="2065"/>
                  <a:pt x="43814" y="2065"/>
                </a:cubicBezTo>
                <a:cubicBezTo>
                  <a:pt x="44498" y="9637"/>
                  <a:pt x="45867" y="16520"/>
                  <a:pt x="47236" y="24092"/>
                </a:cubicBezTo>
                <a:cubicBezTo>
                  <a:pt x="46552" y="24092"/>
                  <a:pt x="46552" y="24092"/>
                  <a:pt x="45867" y="24092"/>
                </a:cubicBezTo>
                <a:cubicBezTo>
                  <a:pt x="45867" y="24092"/>
                  <a:pt x="45183" y="23404"/>
                  <a:pt x="45183" y="22715"/>
                </a:cubicBezTo>
                <a:cubicBezTo>
                  <a:pt x="43814" y="19274"/>
                  <a:pt x="42445" y="18585"/>
                  <a:pt x="39022" y="18585"/>
                </a:cubicBezTo>
                <a:cubicBezTo>
                  <a:pt x="29437" y="20650"/>
                  <a:pt x="19168" y="22027"/>
                  <a:pt x="9585" y="24092"/>
                </a:cubicBezTo>
                <a:cubicBezTo>
                  <a:pt x="6161" y="24092"/>
                  <a:pt x="4792" y="25469"/>
                  <a:pt x="4792" y="28910"/>
                </a:cubicBezTo>
                <a:cubicBezTo>
                  <a:pt x="4792" y="29599"/>
                  <a:pt x="4107" y="30287"/>
                  <a:pt x="4107" y="30975"/>
                </a:cubicBezTo>
                <a:cubicBezTo>
                  <a:pt x="4107" y="30975"/>
                  <a:pt x="3423" y="30975"/>
                  <a:pt x="3423" y="3097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257300" y="647700"/>
            <a:ext cx="28652" cy="48012"/>
          </a:xfrm>
          <a:custGeom>
            <a:avLst/>
            <a:gdLst/>
            <a:ahLst/>
            <a:cxnLst/>
            <a:rect l="l" t="t" r="r" b="b"/>
            <a:pathLst>
              <a:path w="28652" h="48012">
                <a:moveTo>
                  <a:pt x="682" y="43896"/>
                </a:moveTo>
                <a:cubicBezTo>
                  <a:pt x="1364" y="43896"/>
                  <a:pt x="2046" y="43896"/>
                  <a:pt x="2729" y="43896"/>
                </a:cubicBezTo>
                <a:cubicBezTo>
                  <a:pt x="5457" y="43210"/>
                  <a:pt x="6822" y="42525"/>
                  <a:pt x="6822" y="39096"/>
                </a:cubicBezTo>
                <a:cubicBezTo>
                  <a:pt x="7504" y="35667"/>
                  <a:pt x="8186" y="32236"/>
                  <a:pt x="8868" y="28122"/>
                </a:cubicBezTo>
                <a:cubicBezTo>
                  <a:pt x="9550" y="21948"/>
                  <a:pt x="10232" y="15776"/>
                  <a:pt x="10916" y="9602"/>
                </a:cubicBezTo>
                <a:cubicBezTo>
                  <a:pt x="10916" y="8917"/>
                  <a:pt x="11598" y="8231"/>
                  <a:pt x="11598" y="6859"/>
                </a:cubicBezTo>
                <a:cubicBezTo>
                  <a:pt x="11598" y="3429"/>
                  <a:pt x="10916" y="2743"/>
                  <a:pt x="7504" y="1372"/>
                </a:cubicBezTo>
                <a:cubicBezTo>
                  <a:pt x="6822" y="686"/>
                  <a:pt x="6822" y="686"/>
                  <a:pt x="6139" y="0"/>
                </a:cubicBezTo>
                <a:cubicBezTo>
                  <a:pt x="13644" y="686"/>
                  <a:pt x="21148" y="1372"/>
                  <a:pt x="28652" y="2743"/>
                </a:cubicBezTo>
                <a:cubicBezTo>
                  <a:pt x="28652" y="3429"/>
                  <a:pt x="28652" y="3429"/>
                  <a:pt x="28652" y="3429"/>
                </a:cubicBezTo>
                <a:cubicBezTo>
                  <a:pt x="27969" y="3429"/>
                  <a:pt x="27287" y="4115"/>
                  <a:pt x="26605" y="4115"/>
                </a:cubicBezTo>
                <a:cubicBezTo>
                  <a:pt x="23194" y="4115"/>
                  <a:pt x="21830" y="4801"/>
                  <a:pt x="21830" y="8917"/>
                </a:cubicBezTo>
                <a:cubicBezTo>
                  <a:pt x="20466" y="16462"/>
                  <a:pt x="19101" y="24691"/>
                  <a:pt x="18419" y="32236"/>
                </a:cubicBezTo>
                <a:cubicBezTo>
                  <a:pt x="17737" y="34980"/>
                  <a:pt x="17737" y="37724"/>
                  <a:pt x="17055" y="39781"/>
                </a:cubicBezTo>
                <a:cubicBezTo>
                  <a:pt x="17055" y="43896"/>
                  <a:pt x="17737" y="45268"/>
                  <a:pt x="21148" y="46641"/>
                </a:cubicBezTo>
                <a:cubicBezTo>
                  <a:pt x="21830" y="46641"/>
                  <a:pt x="21830" y="47327"/>
                  <a:pt x="22512" y="47327"/>
                </a:cubicBezTo>
                <a:cubicBezTo>
                  <a:pt x="22512" y="47327"/>
                  <a:pt x="22512" y="47327"/>
                  <a:pt x="22512" y="48012"/>
                </a:cubicBezTo>
                <a:cubicBezTo>
                  <a:pt x="15008" y="47327"/>
                  <a:pt x="7504" y="46641"/>
                  <a:pt x="0" y="45268"/>
                </a:cubicBezTo>
                <a:cubicBezTo>
                  <a:pt x="682" y="44582"/>
                  <a:pt x="682" y="44582"/>
                  <a:pt x="682" y="438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79500" y="1181100"/>
            <a:ext cx="35622" cy="46463"/>
          </a:xfrm>
          <a:custGeom>
            <a:avLst/>
            <a:gdLst/>
            <a:ahLst/>
            <a:cxnLst/>
            <a:rect l="l" t="t" r="r" b="b"/>
            <a:pathLst>
              <a:path w="35622" h="46463">
                <a:moveTo>
                  <a:pt x="685" y="35367"/>
                </a:moveTo>
                <a:cubicBezTo>
                  <a:pt x="1370" y="35367"/>
                  <a:pt x="2741" y="35367"/>
                  <a:pt x="3425" y="36060"/>
                </a:cubicBezTo>
                <a:cubicBezTo>
                  <a:pt x="6850" y="36754"/>
                  <a:pt x="8905" y="36060"/>
                  <a:pt x="10960" y="32593"/>
                </a:cubicBezTo>
                <a:cubicBezTo>
                  <a:pt x="14385" y="24272"/>
                  <a:pt x="18496" y="15950"/>
                  <a:pt x="21921" y="8322"/>
                </a:cubicBezTo>
                <a:cubicBezTo>
                  <a:pt x="22606" y="7628"/>
                  <a:pt x="22606" y="6934"/>
                  <a:pt x="22606" y="6241"/>
                </a:cubicBezTo>
                <a:cubicBezTo>
                  <a:pt x="23292" y="3467"/>
                  <a:pt x="22606" y="2080"/>
                  <a:pt x="19867" y="1387"/>
                </a:cubicBezTo>
                <a:cubicBezTo>
                  <a:pt x="19181" y="1387"/>
                  <a:pt x="17810" y="1387"/>
                  <a:pt x="15756" y="693"/>
                </a:cubicBezTo>
                <a:cubicBezTo>
                  <a:pt x="18496" y="0"/>
                  <a:pt x="30142" y="0"/>
                  <a:pt x="35622" y="693"/>
                </a:cubicBezTo>
                <a:cubicBezTo>
                  <a:pt x="35622" y="1387"/>
                  <a:pt x="35622" y="2080"/>
                  <a:pt x="34936" y="2774"/>
                </a:cubicBezTo>
                <a:cubicBezTo>
                  <a:pt x="30142" y="13870"/>
                  <a:pt x="25347" y="24966"/>
                  <a:pt x="19867" y="36060"/>
                </a:cubicBezTo>
                <a:cubicBezTo>
                  <a:pt x="17810" y="40916"/>
                  <a:pt x="17810" y="42302"/>
                  <a:pt x="22606" y="45076"/>
                </a:cubicBezTo>
                <a:cubicBezTo>
                  <a:pt x="22606" y="45076"/>
                  <a:pt x="23292" y="45770"/>
                  <a:pt x="23292" y="45770"/>
                </a:cubicBezTo>
                <a:cubicBezTo>
                  <a:pt x="23292" y="45770"/>
                  <a:pt x="23292" y="46463"/>
                  <a:pt x="23292" y="46463"/>
                </a:cubicBezTo>
                <a:cubicBezTo>
                  <a:pt x="23292" y="46463"/>
                  <a:pt x="22606" y="46463"/>
                  <a:pt x="22606" y="46463"/>
                </a:cubicBezTo>
                <a:cubicBezTo>
                  <a:pt x="15756" y="42996"/>
                  <a:pt x="8905" y="40222"/>
                  <a:pt x="1370" y="36754"/>
                </a:cubicBezTo>
                <a:cubicBezTo>
                  <a:pt x="685" y="36754"/>
                  <a:pt x="685" y="36060"/>
                  <a:pt x="0" y="36060"/>
                </a:cubicBezTo>
                <a:cubicBezTo>
                  <a:pt x="685" y="35367"/>
                  <a:pt x="685" y="35367"/>
                  <a:pt x="685" y="35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990600" y="723900"/>
            <a:ext cx="449143" cy="448368"/>
          </a:xfrm>
          <a:custGeom>
            <a:avLst/>
            <a:gdLst/>
            <a:ahLst/>
            <a:cxnLst/>
            <a:rect l="l" t="t" r="r" b="b"/>
            <a:pathLst>
              <a:path w="449143" h="448368">
                <a:moveTo>
                  <a:pt x="449143" y="224184"/>
                </a:moveTo>
                <a:cubicBezTo>
                  <a:pt x="449143" y="347280"/>
                  <a:pt x="348568" y="448368"/>
                  <a:pt x="224572" y="448368"/>
                </a:cubicBezTo>
                <a:cubicBezTo>
                  <a:pt x="101263" y="448368"/>
                  <a:pt x="0" y="348656"/>
                  <a:pt x="0" y="224184"/>
                </a:cubicBezTo>
                <a:cubicBezTo>
                  <a:pt x="0" y="100401"/>
                  <a:pt x="100575" y="0"/>
                  <a:pt x="224572" y="0"/>
                </a:cubicBezTo>
                <a:cubicBezTo>
                  <a:pt x="348568" y="0"/>
                  <a:pt x="449143" y="101089"/>
                  <a:pt x="449143" y="224184"/>
                </a:cubicBezTo>
                <a:close/>
                <a:moveTo>
                  <a:pt x="206661" y="253067"/>
                </a:moveTo>
                <a:cubicBezTo>
                  <a:pt x="206661" y="254442"/>
                  <a:pt x="206661" y="255130"/>
                  <a:pt x="206661" y="256506"/>
                </a:cubicBezTo>
                <a:cubicBezTo>
                  <a:pt x="206661" y="264758"/>
                  <a:pt x="206661" y="272322"/>
                  <a:pt x="206661" y="280575"/>
                </a:cubicBezTo>
                <a:cubicBezTo>
                  <a:pt x="206661" y="281262"/>
                  <a:pt x="206661" y="281950"/>
                  <a:pt x="206661" y="282637"/>
                </a:cubicBezTo>
                <a:cubicBezTo>
                  <a:pt x="206661" y="286763"/>
                  <a:pt x="204594" y="290203"/>
                  <a:pt x="201150" y="292265"/>
                </a:cubicBezTo>
                <a:cubicBezTo>
                  <a:pt x="199772" y="292952"/>
                  <a:pt x="198394" y="294328"/>
                  <a:pt x="196328" y="295016"/>
                </a:cubicBezTo>
                <a:cubicBezTo>
                  <a:pt x="183928" y="303268"/>
                  <a:pt x="173595" y="314270"/>
                  <a:pt x="164640" y="326649"/>
                </a:cubicBezTo>
                <a:cubicBezTo>
                  <a:pt x="154996" y="341090"/>
                  <a:pt x="148796" y="357595"/>
                  <a:pt x="144663" y="374099"/>
                </a:cubicBezTo>
                <a:cubicBezTo>
                  <a:pt x="143974" y="377538"/>
                  <a:pt x="143285" y="380289"/>
                  <a:pt x="143285" y="383727"/>
                </a:cubicBezTo>
                <a:cubicBezTo>
                  <a:pt x="142596" y="392666"/>
                  <a:pt x="148107" y="399543"/>
                  <a:pt x="157062" y="400919"/>
                </a:cubicBezTo>
                <a:cubicBezTo>
                  <a:pt x="164640" y="402294"/>
                  <a:pt x="173595" y="399543"/>
                  <a:pt x="176351" y="389228"/>
                </a:cubicBezTo>
                <a:cubicBezTo>
                  <a:pt x="176351" y="388540"/>
                  <a:pt x="177039" y="387166"/>
                  <a:pt x="177039" y="386478"/>
                </a:cubicBezTo>
                <a:cubicBezTo>
                  <a:pt x="179106" y="381664"/>
                  <a:pt x="180484" y="376163"/>
                  <a:pt x="181861" y="371348"/>
                </a:cubicBezTo>
                <a:cubicBezTo>
                  <a:pt x="185995" y="359658"/>
                  <a:pt x="191506" y="349343"/>
                  <a:pt x="199084" y="339028"/>
                </a:cubicBezTo>
                <a:cubicBezTo>
                  <a:pt x="203217" y="333526"/>
                  <a:pt x="208727" y="328713"/>
                  <a:pt x="214927" y="325274"/>
                </a:cubicBezTo>
                <a:cubicBezTo>
                  <a:pt x="221127" y="321836"/>
                  <a:pt x="227327" y="321836"/>
                  <a:pt x="233526" y="325274"/>
                </a:cubicBezTo>
                <a:cubicBezTo>
                  <a:pt x="234904" y="325962"/>
                  <a:pt x="236971" y="326649"/>
                  <a:pt x="238349" y="328024"/>
                </a:cubicBezTo>
                <a:cubicBezTo>
                  <a:pt x="244549" y="332151"/>
                  <a:pt x="249371" y="337652"/>
                  <a:pt x="253503" y="343841"/>
                </a:cubicBezTo>
                <a:cubicBezTo>
                  <a:pt x="260393" y="354844"/>
                  <a:pt x="265215" y="366535"/>
                  <a:pt x="268660" y="378225"/>
                </a:cubicBezTo>
                <a:cubicBezTo>
                  <a:pt x="270036" y="382351"/>
                  <a:pt x="271414" y="387166"/>
                  <a:pt x="272792" y="391291"/>
                </a:cubicBezTo>
                <a:cubicBezTo>
                  <a:pt x="274858" y="396105"/>
                  <a:pt x="277614" y="398856"/>
                  <a:pt x="282437" y="400232"/>
                </a:cubicBezTo>
                <a:cubicBezTo>
                  <a:pt x="292769" y="404358"/>
                  <a:pt x="307236" y="396792"/>
                  <a:pt x="305170" y="381664"/>
                </a:cubicBezTo>
                <a:cubicBezTo>
                  <a:pt x="304480" y="376850"/>
                  <a:pt x="303102" y="372723"/>
                  <a:pt x="302414" y="368598"/>
                </a:cubicBezTo>
                <a:cubicBezTo>
                  <a:pt x="298281" y="354156"/>
                  <a:pt x="293459" y="341090"/>
                  <a:pt x="285192" y="328713"/>
                </a:cubicBezTo>
                <a:cubicBezTo>
                  <a:pt x="275548" y="313583"/>
                  <a:pt x="263148" y="301893"/>
                  <a:pt x="247993" y="292265"/>
                </a:cubicBezTo>
                <a:cubicBezTo>
                  <a:pt x="243860" y="290203"/>
                  <a:pt x="241793" y="286763"/>
                  <a:pt x="241793" y="281950"/>
                </a:cubicBezTo>
                <a:cubicBezTo>
                  <a:pt x="241793" y="273009"/>
                  <a:pt x="241793" y="264758"/>
                  <a:pt x="241793" y="255817"/>
                </a:cubicBezTo>
                <a:cubicBezTo>
                  <a:pt x="241793" y="255130"/>
                  <a:pt x="241793" y="254442"/>
                  <a:pt x="242482" y="253067"/>
                </a:cubicBezTo>
                <a:cubicBezTo>
                  <a:pt x="243860" y="253067"/>
                  <a:pt x="244549" y="253755"/>
                  <a:pt x="245927" y="253755"/>
                </a:cubicBezTo>
                <a:cubicBezTo>
                  <a:pt x="259015" y="258568"/>
                  <a:pt x="270036" y="265445"/>
                  <a:pt x="279681" y="275073"/>
                </a:cubicBezTo>
                <a:cubicBezTo>
                  <a:pt x="292769" y="286763"/>
                  <a:pt x="302414" y="300518"/>
                  <a:pt x="312058" y="315646"/>
                </a:cubicBezTo>
                <a:cubicBezTo>
                  <a:pt x="318258" y="326649"/>
                  <a:pt x="324457" y="338339"/>
                  <a:pt x="329969" y="350030"/>
                </a:cubicBezTo>
                <a:cubicBezTo>
                  <a:pt x="331347" y="353469"/>
                  <a:pt x="333413" y="356220"/>
                  <a:pt x="336857" y="358971"/>
                </a:cubicBezTo>
                <a:cubicBezTo>
                  <a:pt x="340302" y="361721"/>
                  <a:pt x="345124" y="363784"/>
                  <a:pt x="349946" y="362408"/>
                </a:cubicBezTo>
                <a:cubicBezTo>
                  <a:pt x="356834" y="360346"/>
                  <a:pt x="360968" y="356220"/>
                  <a:pt x="362345" y="349343"/>
                </a:cubicBezTo>
                <a:cubicBezTo>
                  <a:pt x="363723" y="343841"/>
                  <a:pt x="363035" y="339028"/>
                  <a:pt x="360968" y="334213"/>
                </a:cubicBezTo>
                <a:cubicBezTo>
                  <a:pt x="358212" y="328024"/>
                  <a:pt x="355456" y="322523"/>
                  <a:pt x="352702" y="316334"/>
                </a:cubicBezTo>
                <a:cubicBezTo>
                  <a:pt x="343057" y="295016"/>
                  <a:pt x="330657" y="275073"/>
                  <a:pt x="314124" y="257881"/>
                </a:cubicBezTo>
                <a:cubicBezTo>
                  <a:pt x="297591" y="241376"/>
                  <a:pt x="278992" y="228999"/>
                  <a:pt x="256949" y="221433"/>
                </a:cubicBezTo>
                <a:cubicBezTo>
                  <a:pt x="252127" y="220058"/>
                  <a:pt x="247305" y="218683"/>
                  <a:pt x="241793" y="217307"/>
                </a:cubicBezTo>
                <a:cubicBezTo>
                  <a:pt x="241793" y="214556"/>
                  <a:pt x="241793" y="211807"/>
                  <a:pt x="241793" y="209056"/>
                </a:cubicBezTo>
                <a:cubicBezTo>
                  <a:pt x="241104" y="204930"/>
                  <a:pt x="240416" y="200115"/>
                  <a:pt x="237660" y="196677"/>
                </a:cubicBezTo>
                <a:cubicBezTo>
                  <a:pt x="230772" y="186362"/>
                  <a:pt x="217683" y="186362"/>
                  <a:pt x="210795" y="196677"/>
                </a:cubicBezTo>
                <a:cubicBezTo>
                  <a:pt x="208039" y="200804"/>
                  <a:pt x="207350" y="205617"/>
                  <a:pt x="207350" y="209743"/>
                </a:cubicBezTo>
                <a:cubicBezTo>
                  <a:pt x="206661" y="212494"/>
                  <a:pt x="206661" y="214556"/>
                  <a:pt x="206661" y="217307"/>
                </a:cubicBezTo>
                <a:cubicBezTo>
                  <a:pt x="205972" y="217995"/>
                  <a:pt x="205283" y="217995"/>
                  <a:pt x="203905" y="217995"/>
                </a:cubicBezTo>
                <a:cubicBezTo>
                  <a:pt x="181861" y="223497"/>
                  <a:pt x="161884" y="233124"/>
                  <a:pt x="144663" y="248253"/>
                </a:cubicBezTo>
                <a:cubicBezTo>
                  <a:pt x="131575" y="259944"/>
                  <a:pt x="120552" y="273698"/>
                  <a:pt x="110908" y="288827"/>
                </a:cubicBezTo>
                <a:cubicBezTo>
                  <a:pt x="101953" y="302580"/>
                  <a:pt x="95065" y="317710"/>
                  <a:pt x="88175" y="332151"/>
                </a:cubicBezTo>
                <a:cubicBezTo>
                  <a:pt x="86798" y="336964"/>
                  <a:pt x="85420" y="341779"/>
                  <a:pt x="86109" y="346592"/>
                </a:cubicBezTo>
                <a:cubicBezTo>
                  <a:pt x="86798" y="354156"/>
                  <a:pt x="89553" y="358971"/>
                  <a:pt x="96441" y="361721"/>
                </a:cubicBezTo>
                <a:cubicBezTo>
                  <a:pt x="103331" y="364472"/>
                  <a:pt x="109530" y="361721"/>
                  <a:pt x="113664" y="356907"/>
                </a:cubicBezTo>
                <a:cubicBezTo>
                  <a:pt x="115730" y="354844"/>
                  <a:pt x="117108" y="352094"/>
                  <a:pt x="118486" y="350030"/>
                </a:cubicBezTo>
                <a:cubicBezTo>
                  <a:pt x="124685" y="339028"/>
                  <a:pt x="130197" y="327337"/>
                  <a:pt x="136397" y="317021"/>
                </a:cubicBezTo>
                <a:cubicBezTo>
                  <a:pt x="145352" y="301205"/>
                  <a:pt x="156374" y="286763"/>
                  <a:pt x="169462" y="274385"/>
                </a:cubicBezTo>
                <a:cubicBezTo>
                  <a:pt x="179106" y="265445"/>
                  <a:pt x="190128" y="258568"/>
                  <a:pt x="202528" y="254442"/>
                </a:cubicBezTo>
                <a:cubicBezTo>
                  <a:pt x="203905" y="253755"/>
                  <a:pt x="205283" y="253067"/>
                  <a:pt x="206661" y="253067"/>
                </a:cubicBezTo>
                <a:close/>
                <a:moveTo>
                  <a:pt x="174285" y="77020"/>
                </a:moveTo>
                <a:cubicBezTo>
                  <a:pt x="173595" y="77707"/>
                  <a:pt x="172217" y="77707"/>
                  <a:pt x="171529" y="78396"/>
                </a:cubicBezTo>
                <a:cubicBezTo>
                  <a:pt x="165329" y="80458"/>
                  <a:pt x="159128" y="81834"/>
                  <a:pt x="152930" y="83897"/>
                </a:cubicBezTo>
                <a:cubicBezTo>
                  <a:pt x="128819" y="92150"/>
                  <a:pt x="106086" y="102465"/>
                  <a:pt x="84731" y="116219"/>
                </a:cubicBezTo>
                <a:cubicBezTo>
                  <a:pt x="75776" y="122408"/>
                  <a:pt x="66820" y="129285"/>
                  <a:pt x="58553" y="137536"/>
                </a:cubicBezTo>
                <a:cubicBezTo>
                  <a:pt x="55799" y="140287"/>
                  <a:pt x="53043" y="143038"/>
                  <a:pt x="51665" y="147164"/>
                </a:cubicBezTo>
                <a:cubicBezTo>
                  <a:pt x="48910" y="154729"/>
                  <a:pt x="52354" y="162980"/>
                  <a:pt x="59931" y="165731"/>
                </a:cubicBezTo>
                <a:cubicBezTo>
                  <a:pt x="64753" y="167795"/>
                  <a:pt x="69576" y="167795"/>
                  <a:pt x="74398" y="166420"/>
                </a:cubicBezTo>
                <a:cubicBezTo>
                  <a:pt x="78532" y="165044"/>
                  <a:pt x="81286" y="162980"/>
                  <a:pt x="84731" y="160918"/>
                </a:cubicBezTo>
                <a:cubicBezTo>
                  <a:pt x="92309" y="155416"/>
                  <a:pt x="100575" y="149228"/>
                  <a:pt x="108842" y="144413"/>
                </a:cubicBezTo>
                <a:cubicBezTo>
                  <a:pt x="128130" y="131347"/>
                  <a:pt x="148796" y="121032"/>
                  <a:pt x="171529" y="113468"/>
                </a:cubicBezTo>
                <a:cubicBezTo>
                  <a:pt x="172217" y="113468"/>
                  <a:pt x="173595" y="112780"/>
                  <a:pt x="174285" y="112780"/>
                </a:cubicBezTo>
                <a:cubicBezTo>
                  <a:pt x="174285" y="125846"/>
                  <a:pt x="174285" y="138911"/>
                  <a:pt x="174285" y="151290"/>
                </a:cubicBezTo>
                <a:cubicBezTo>
                  <a:pt x="173595" y="151978"/>
                  <a:pt x="172907" y="151978"/>
                  <a:pt x="172217" y="152665"/>
                </a:cubicBezTo>
                <a:cubicBezTo>
                  <a:pt x="127441" y="169857"/>
                  <a:pt x="90242" y="198053"/>
                  <a:pt x="61999" y="237250"/>
                </a:cubicBezTo>
                <a:cubicBezTo>
                  <a:pt x="55799" y="245502"/>
                  <a:pt x="50287" y="254442"/>
                  <a:pt x="44776" y="263383"/>
                </a:cubicBezTo>
                <a:cubicBezTo>
                  <a:pt x="42710" y="266134"/>
                  <a:pt x="41332" y="268884"/>
                  <a:pt x="41332" y="271635"/>
                </a:cubicBezTo>
                <a:cubicBezTo>
                  <a:pt x="41332" y="280575"/>
                  <a:pt x="46843" y="288139"/>
                  <a:pt x="55109" y="290203"/>
                </a:cubicBezTo>
                <a:cubicBezTo>
                  <a:pt x="61999" y="292265"/>
                  <a:pt x="67509" y="290203"/>
                  <a:pt x="71642" y="284013"/>
                </a:cubicBezTo>
                <a:cubicBezTo>
                  <a:pt x="73710" y="281262"/>
                  <a:pt x="75776" y="277824"/>
                  <a:pt x="77842" y="275073"/>
                </a:cubicBezTo>
                <a:cubicBezTo>
                  <a:pt x="87486" y="261319"/>
                  <a:pt x="98509" y="248253"/>
                  <a:pt x="110219" y="235875"/>
                </a:cubicBezTo>
                <a:cubicBezTo>
                  <a:pt x="121930" y="223497"/>
                  <a:pt x="134329" y="212494"/>
                  <a:pt x="148107" y="203554"/>
                </a:cubicBezTo>
                <a:cubicBezTo>
                  <a:pt x="163262" y="193926"/>
                  <a:pt x="179795" y="186362"/>
                  <a:pt x="197016" y="181548"/>
                </a:cubicBezTo>
                <a:cubicBezTo>
                  <a:pt x="206661" y="178797"/>
                  <a:pt x="209417" y="173984"/>
                  <a:pt x="209417" y="165044"/>
                </a:cubicBezTo>
                <a:cubicBezTo>
                  <a:pt x="209417" y="129972"/>
                  <a:pt x="209417" y="94901"/>
                  <a:pt x="209417" y="60516"/>
                </a:cubicBezTo>
                <a:cubicBezTo>
                  <a:pt x="209417" y="57766"/>
                  <a:pt x="209417" y="55702"/>
                  <a:pt x="208727" y="53640"/>
                </a:cubicBezTo>
                <a:cubicBezTo>
                  <a:pt x="208727" y="50889"/>
                  <a:pt x="208039" y="47450"/>
                  <a:pt x="205972" y="44699"/>
                </a:cubicBezTo>
                <a:cubicBezTo>
                  <a:pt x="201839" y="37823"/>
                  <a:pt x="192884" y="35072"/>
                  <a:pt x="185306" y="38510"/>
                </a:cubicBezTo>
                <a:cubicBezTo>
                  <a:pt x="179795" y="41948"/>
                  <a:pt x="176351" y="46763"/>
                  <a:pt x="174973" y="52951"/>
                </a:cubicBezTo>
                <a:cubicBezTo>
                  <a:pt x="174973" y="55702"/>
                  <a:pt x="174973" y="58453"/>
                  <a:pt x="174285" y="61891"/>
                </a:cubicBezTo>
                <a:cubicBezTo>
                  <a:pt x="174285" y="66705"/>
                  <a:pt x="174285" y="72207"/>
                  <a:pt x="174285" y="77020"/>
                </a:cubicBezTo>
                <a:close/>
                <a:moveTo>
                  <a:pt x="274170" y="77020"/>
                </a:moveTo>
                <a:cubicBezTo>
                  <a:pt x="274170" y="75645"/>
                  <a:pt x="274170" y="74270"/>
                  <a:pt x="274170" y="72894"/>
                </a:cubicBezTo>
                <a:cubicBezTo>
                  <a:pt x="274170" y="67393"/>
                  <a:pt x="274170" y="61891"/>
                  <a:pt x="274170" y="56391"/>
                </a:cubicBezTo>
                <a:cubicBezTo>
                  <a:pt x="273482" y="52264"/>
                  <a:pt x="272792" y="48138"/>
                  <a:pt x="270036" y="44699"/>
                </a:cubicBezTo>
                <a:cubicBezTo>
                  <a:pt x="265904" y="39197"/>
                  <a:pt x="260393" y="36448"/>
                  <a:pt x="253503" y="37135"/>
                </a:cubicBezTo>
                <a:cubicBezTo>
                  <a:pt x="246615" y="38510"/>
                  <a:pt x="242482" y="42636"/>
                  <a:pt x="240416" y="48825"/>
                </a:cubicBezTo>
                <a:cubicBezTo>
                  <a:pt x="239726" y="51576"/>
                  <a:pt x="239038" y="55015"/>
                  <a:pt x="239038" y="58453"/>
                </a:cubicBezTo>
                <a:cubicBezTo>
                  <a:pt x="239038" y="94212"/>
                  <a:pt x="239038" y="129972"/>
                  <a:pt x="239038" y="166420"/>
                </a:cubicBezTo>
                <a:cubicBezTo>
                  <a:pt x="239038" y="166420"/>
                  <a:pt x="239038" y="167107"/>
                  <a:pt x="239038" y="167107"/>
                </a:cubicBezTo>
                <a:cubicBezTo>
                  <a:pt x="239038" y="172608"/>
                  <a:pt x="241793" y="176734"/>
                  <a:pt x="246615" y="178797"/>
                </a:cubicBezTo>
                <a:cubicBezTo>
                  <a:pt x="248683" y="180172"/>
                  <a:pt x="251437" y="180861"/>
                  <a:pt x="254193" y="181548"/>
                </a:cubicBezTo>
                <a:cubicBezTo>
                  <a:pt x="266592" y="185674"/>
                  <a:pt x="278992" y="190489"/>
                  <a:pt x="290015" y="196677"/>
                </a:cubicBezTo>
                <a:cubicBezTo>
                  <a:pt x="309302" y="206992"/>
                  <a:pt x="325835" y="220746"/>
                  <a:pt x="339613" y="236563"/>
                </a:cubicBezTo>
                <a:cubicBezTo>
                  <a:pt x="353390" y="251004"/>
                  <a:pt x="365101" y="266821"/>
                  <a:pt x="376123" y="283326"/>
                </a:cubicBezTo>
                <a:cubicBezTo>
                  <a:pt x="376812" y="284013"/>
                  <a:pt x="377501" y="285388"/>
                  <a:pt x="378189" y="286076"/>
                </a:cubicBezTo>
                <a:cubicBezTo>
                  <a:pt x="380945" y="289514"/>
                  <a:pt x="384390" y="290890"/>
                  <a:pt x="388522" y="290890"/>
                </a:cubicBezTo>
                <a:cubicBezTo>
                  <a:pt x="402300" y="290890"/>
                  <a:pt x="411944" y="276449"/>
                  <a:pt x="404367" y="264070"/>
                </a:cubicBezTo>
                <a:cubicBezTo>
                  <a:pt x="400233" y="257193"/>
                  <a:pt x="396789" y="251004"/>
                  <a:pt x="391966" y="244127"/>
                </a:cubicBezTo>
                <a:cubicBezTo>
                  <a:pt x="363723" y="203554"/>
                  <a:pt x="326525" y="172608"/>
                  <a:pt x="280370" y="154041"/>
                </a:cubicBezTo>
                <a:cubicBezTo>
                  <a:pt x="278303" y="153354"/>
                  <a:pt x="276236" y="152665"/>
                  <a:pt x="274170" y="151290"/>
                </a:cubicBezTo>
                <a:cubicBezTo>
                  <a:pt x="274170" y="138224"/>
                  <a:pt x="274170" y="125846"/>
                  <a:pt x="274170" y="112780"/>
                </a:cubicBezTo>
                <a:cubicBezTo>
                  <a:pt x="274858" y="112780"/>
                  <a:pt x="274858" y="112780"/>
                  <a:pt x="274858" y="112780"/>
                </a:cubicBezTo>
                <a:cubicBezTo>
                  <a:pt x="276236" y="113468"/>
                  <a:pt x="276926" y="113468"/>
                  <a:pt x="277614" y="113468"/>
                </a:cubicBezTo>
                <a:cubicBezTo>
                  <a:pt x="302414" y="121719"/>
                  <a:pt x="325835" y="134098"/>
                  <a:pt x="347190" y="149228"/>
                </a:cubicBezTo>
                <a:cubicBezTo>
                  <a:pt x="353390" y="153354"/>
                  <a:pt x="359590" y="158167"/>
                  <a:pt x="366479" y="162293"/>
                </a:cubicBezTo>
                <a:cubicBezTo>
                  <a:pt x="371301" y="166420"/>
                  <a:pt x="376812" y="167795"/>
                  <a:pt x="383012" y="167107"/>
                </a:cubicBezTo>
                <a:cubicBezTo>
                  <a:pt x="394722" y="166420"/>
                  <a:pt x="400922" y="155416"/>
                  <a:pt x="396100" y="145101"/>
                </a:cubicBezTo>
                <a:cubicBezTo>
                  <a:pt x="394034" y="141662"/>
                  <a:pt x="391966" y="138911"/>
                  <a:pt x="389900" y="136849"/>
                </a:cubicBezTo>
                <a:cubicBezTo>
                  <a:pt x="378189" y="125158"/>
                  <a:pt x="364413" y="116219"/>
                  <a:pt x="350634" y="107967"/>
                </a:cubicBezTo>
                <a:cubicBezTo>
                  <a:pt x="330657" y="96963"/>
                  <a:pt x="309992" y="88711"/>
                  <a:pt x="287947" y="81834"/>
                </a:cubicBezTo>
                <a:cubicBezTo>
                  <a:pt x="283815" y="79771"/>
                  <a:pt x="278992" y="78396"/>
                  <a:pt x="274170" y="7702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AutoShape 56"/>
          <p:cNvSpPr/>
          <p:nvPr/>
        </p:nvSpPr>
        <p:spPr>
          <a:xfrm>
            <a:off x="876300" y="2540000"/>
            <a:ext cx="1778000" cy="762000"/>
          </a:xfrm>
          <a:prstGeom prst="roundRect">
            <a:avLst>
              <a:gd name="adj" fmla="val 0"/>
            </a:avLst>
          </a:prstGeom>
          <a:noFill/>
          <a:ln w="25400" cap="flat" cmpd="sng">
            <a:noFill/>
            <a:prstDash val="solid"/>
            <a:round/>
          </a:ln>
        </p:spPr>
        <p:txBody>
          <a:bodyPr vert="horz" wrap="none" lIns="88900" tIns="50800" rIns="88900" bIns="50800" rtlCol="0" anchor="ctr" anchorCtr="0"/>
          <a:lstStyle/>
          <a:p>
            <a:pPr indent="0" algn="l">
              <a:lnSpc>
                <a:spcPct val="100000"/>
              </a:lnSpc>
              <a:defRPr/>
            </a:pPr>
            <a:r>
              <a:rPr lang="en-US" sz="4000" b="1" i="0" u="none" strike="noStrike">
                <a:solidFill>
                  <a:srgbClr val="FFFFFF"/>
                </a:solidFill>
                <a:latin typeface="Arial" panose="020B0604020202020204"/>
                <a:ea typeface="Arial" panose="020B0604020202020204"/>
                <a:cs typeface="Arial" panose="020B0604020202020204"/>
                <a:sym typeface="Arial" panose="020B0604020202020204"/>
              </a:rPr>
              <a:t>PART 03</a:t>
            </a:r>
            <a:endParaRPr lang="en-US" sz="1100"/>
          </a:p>
        </p:txBody>
      </p:sp>
      <p:sp>
        <p:nvSpPr>
          <p:cNvPr id="57" name="AutoShape 57"/>
          <p:cNvSpPr/>
          <p:nvPr/>
        </p:nvSpPr>
        <p:spPr>
          <a:xfrm>
            <a:off x="3126105" y="2540000"/>
            <a:ext cx="5842000" cy="1270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spcBef>
                <a:spcPts val="500"/>
              </a:spcBef>
              <a:defRPr/>
            </a:pPr>
            <a:r>
              <a:rPr 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回测结果分析与超参优化</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基准回测结果：策略表现概览</a:t>
            </a:r>
            <a:endParaRPr lang="en-US" sz="1100"/>
          </a:p>
        </p:txBody>
      </p:sp>
      <p:sp>
        <p:nvSpPr>
          <p:cNvPr id="56" name="AutoShape 56"/>
          <p:cNvSpPr/>
          <p:nvPr/>
        </p:nvSpPr>
        <p:spPr>
          <a:xfrm>
            <a:off x="444500" y="1143000"/>
            <a:ext cx="5334000" cy="1143000"/>
          </a:xfrm>
          <a:prstGeom prst="roundRect">
            <a:avLst>
              <a:gd name="adj" fmla="val 11111"/>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571500" y="12700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回测区间：</a:t>
            </a: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2020.01.01 - 2025.01.01</a:t>
            </a:r>
            <a:endParaRPr lang="en-US" sz="1100"/>
          </a:p>
          <a:p>
            <a:pPr indent="0" algn="l">
              <a:lnSpc>
                <a:spcPct val="108000"/>
              </a:lnSpc>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核心参数：</a:t>
            </a: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业绩增长阈值≥50%，采用动态持有期调仓机制</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8" name="AutoShape 58"/>
          <p:cNvSpPr/>
          <p:nvPr/>
        </p:nvSpPr>
        <p:spPr>
          <a:xfrm>
            <a:off x="444500" y="2476500"/>
            <a:ext cx="5334000" cy="1143000"/>
          </a:xfrm>
          <a:prstGeom prst="roundRect">
            <a:avLst>
              <a:gd name="adj" fmla="val 11111"/>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59" name="Picture 5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 y="2819400"/>
            <a:ext cx="457200" cy="457200"/>
          </a:xfrm>
          <a:prstGeom prst="rect">
            <a:avLst/>
          </a:prstGeom>
        </p:spPr>
      </p:pic>
      <p:sp>
        <p:nvSpPr>
          <p:cNvPr id="60" name="AutoShape 60"/>
          <p:cNvSpPr/>
          <p:nvPr/>
        </p:nvSpPr>
        <p:spPr>
          <a:xfrm>
            <a:off x="1270000" y="26035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收益能力突出 (Alpha能力)</a:t>
            </a:r>
            <a:endParaRPr lang="en-US" sz="1100"/>
          </a:p>
          <a:p>
            <a:pPr indent="0" algn="l">
              <a:lnSpc>
                <a:spcPct val="108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策略年化收益23.2%，远超沪深300的10.8%，累计收益超额达200.4%，证明了策略卓越的盈利获取能力。</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1" name="AutoShape 61"/>
          <p:cNvSpPr/>
          <p:nvPr/>
        </p:nvSpPr>
        <p:spPr>
          <a:xfrm>
            <a:off x="444500" y="3746500"/>
            <a:ext cx="5334000" cy="1143000"/>
          </a:xfrm>
          <a:prstGeom prst="roundRect">
            <a:avLst>
              <a:gd name="adj" fmla="val 11111"/>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62" name="Picture 6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 y="4089400"/>
            <a:ext cx="457200" cy="457200"/>
          </a:xfrm>
          <a:prstGeom prst="rect">
            <a:avLst/>
          </a:prstGeom>
        </p:spPr>
      </p:pic>
      <p:sp>
        <p:nvSpPr>
          <p:cNvPr id="63" name="AutoShape 63"/>
          <p:cNvSpPr/>
          <p:nvPr/>
        </p:nvSpPr>
        <p:spPr>
          <a:xfrm>
            <a:off x="1270000" y="38735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投资效率极高 (夏普比率)</a:t>
            </a:r>
            <a:endParaRPr lang="en-US" sz="1100"/>
          </a:p>
          <a:p>
            <a:pPr indent="0" algn="l">
              <a:lnSpc>
                <a:spcPct val="108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策略夏普比率达到1.5，是沪深300基准(0.6)的2.5倍。在承担单位风险的前提下，能获得更高的超额回报。</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4" name="AutoShape 64"/>
          <p:cNvSpPr/>
          <p:nvPr/>
        </p:nvSpPr>
        <p:spPr>
          <a:xfrm>
            <a:off x="444500" y="5016500"/>
            <a:ext cx="5334000" cy="1143000"/>
          </a:xfrm>
          <a:prstGeom prst="roundRect">
            <a:avLst>
              <a:gd name="adj" fmla="val 11111"/>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65" name="Picture 6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5359400"/>
            <a:ext cx="457200" cy="457200"/>
          </a:xfrm>
          <a:prstGeom prst="rect">
            <a:avLst/>
          </a:prstGeom>
        </p:spPr>
      </p:pic>
      <p:sp>
        <p:nvSpPr>
          <p:cNvPr id="66" name="AutoShape 66"/>
          <p:cNvSpPr/>
          <p:nvPr/>
        </p:nvSpPr>
        <p:spPr>
          <a:xfrm>
            <a:off x="1270000" y="51435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下行风险可控 (最大回撤)</a:t>
            </a:r>
            <a:endParaRPr lang="en-US" sz="1100"/>
          </a:p>
          <a:p>
            <a:pPr indent="0" algn="l">
              <a:lnSpc>
                <a:spcPct val="108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最大回撤仅为-28.5%，优于基准的-35.1%。在市场下跌周期中表现出更好的防御性，日胜率(58.1%)也显著高于基准。</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7" name="AutoShape 67"/>
          <p:cNvSpPr/>
          <p:nvPr/>
        </p:nvSpPr>
        <p:spPr>
          <a:xfrm>
            <a:off x="5969000" y="1143000"/>
            <a:ext cx="2730500" cy="1524000"/>
          </a:xfrm>
          <a:prstGeom prst="roundRect">
            <a:avLst>
              <a:gd name="adj" fmla="val 8333"/>
            </a:avLst>
          </a:prstGeom>
          <a:solidFill>
            <a:srgbClr val="9A0001">
              <a:alpha val="6000"/>
            </a:srgbClr>
          </a:solidFill>
          <a:ln w="25400" cap="flat" cmpd="sng">
            <a:noFill/>
            <a:prstDash val="solid"/>
            <a:round/>
          </a:ln>
        </p:spPr>
        <p:txBody>
          <a:bodyPr vert="horz" wrap="square" lIns="63500" tIns="63500" rIns="63500" bIns="63500" rtlCol="0" anchor="ctr"/>
          <a:lstStyle/>
          <a:p>
            <a:pPr algn="ctr">
              <a:defRPr/>
            </a:pPr>
          </a:p>
        </p:txBody>
      </p:sp>
      <p:sp>
        <p:nvSpPr>
          <p:cNvPr id="68" name="AutoShape 68"/>
          <p:cNvSpPr/>
          <p:nvPr/>
        </p:nvSpPr>
        <p:spPr>
          <a:xfrm>
            <a:off x="6096000" y="12700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累计收益率 (Total Return)</a:t>
            </a:r>
            <a:endParaRPr lang="en-US" sz="1100"/>
          </a:p>
        </p:txBody>
      </p:sp>
      <p:sp>
        <p:nvSpPr>
          <p:cNvPr id="69" name="AutoShape 69"/>
          <p:cNvSpPr/>
          <p:nvPr/>
        </p:nvSpPr>
        <p:spPr>
          <a:xfrm>
            <a:off x="6096000" y="1651000"/>
            <a:ext cx="2476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9A0001"/>
                </a:solidFill>
                <a:latin typeface="DIN Alternate"/>
                <a:ea typeface="DIN Alternate"/>
                <a:cs typeface="DIN Alternate"/>
                <a:sym typeface="DIN Alternate"/>
              </a:rPr>
              <a:t>285.6%</a:t>
            </a:r>
            <a:endParaRPr lang="en-US" sz="1100"/>
          </a:p>
        </p:txBody>
      </p:sp>
      <p:sp>
        <p:nvSpPr>
          <p:cNvPr id="70" name="AutoShape 70"/>
          <p:cNvSpPr/>
          <p:nvPr/>
        </p:nvSpPr>
        <p:spPr>
          <a:xfrm>
            <a:off x="6096000" y="22225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 85.2% |</a:t>
            </a:r>
            <a:r>
              <a:rPr lang="en-US" sz="10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超额 +200.4%</a:t>
            </a:r>
            <a:endParaRPr lang="en-US" sz="1100"/>
          </a:p>
        </p:txBody>
      </p:sp>
      <p:sp>
        <p:nvSpPr>
          <p:cNvPr id="71" name="AutoShape 71"/>
          <p:cNvSpPr/>
          <p:nvPr/>
        </p:nvSpPr>
        <p:spPr>
          <a:xfrm>
            <a:off x="8890000" y="1143000"/>
            <a:ext cx="2730500" cy="1524000"/>
          </a:xfrm>
          <a:prstGeom prst="roundRect">
            <a:avLst>
              <a:gd name="adj" fmla="val 8333"/>
            </a:avLst>
          </a:prstGeom>
          <a:solidFill>
            <a:srgbClr val="9A0001">
              <a:alpha val="6000"/>
            </a:srgbClr>
          </a:solidFill>
          <a:ln w="25400" cap="flat" cmpd="sng">
            <a:noFill/>
            <a:prstDash val="solid"/>
            <a:round/>
          </a:ln>
        </p:spPr>
        <p:txBody>
          <a:bodyPr vert="horz" wrap="square" lIns="63500" tIns="63500" rIns="63500" bIns="63500" rtlCol="0" anchor="ctr"/>
          <a:lstStyle/>
          <a:p>
            <a:pPr algn="ctr">
              <a:defRPr/>
            </a:pPr>
          </a:p>
        </p:txBody>
      </p:sp>
      <p:sp>
        <p:nvSpPr>
          <p:cNvPr id="72" name="AutoShape 72"/>
          <p:cNvSpPr/>
          <p:nvPr/>
        </p:nvSpPr>
        <p:spPr>
          <a:xfrm>
            <a:off x="9017000" y="12700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年化收益率 (CAGR)</a:t>
            </a:r>
            <a:endParaRPr lang="en-US" sz="1100"/>
          </a:p>
        </p:txBody>
      </p:sp>
      <p:sp>
        <p:nvSpPr>
          <p:cNvPr id="73" name="AutoShape 73"/>
          <p:cNvSpPr/>
          <p:nvPr/>
        </p:nvSpPr>
        <p:spPr>
          <a:xfrm>
            <a:off x="9017000" y="1651000"/>
            <a:ext cx="2476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9A0001"/>
                </a:solidFill>
                <a:latin typeface="DIN Alternate"/>
                <a:ea typeface="DIN Alternate"/>
                <a:cs typeface="DIN Alternate"/>
                <a:sym typeface="DIN Alternate"/>
              </a:rPr>
              <a:t>23.2%</a:t>
            </a:r>
            <a:endParaRPr lang="en-US" sz="1100"/>
          </a:p>
        </p:txBody>
      </p:sp>
      <p:sp>
        <p:nvSpPr>
          <p:cNvPr id="74" name="AutoShape 74"/>
          <p:cNvSpPr/>
          <p:nvPr/>
        </p:nvSpPr>
        <p:spPr>
          <a:xfrm>
            <a:off x="9017000" y="22225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 10.8% |</a:t>
            </a:r>
            <a:r>
              <a:rPr lang="en-US" sz="10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年化超额 +12.4%</a:t>
            </a:r>
            <a:endParaRPr lang="en-US" sz="1100"/>
          </a:p>
        </p:txBody>
      </p:sp>
      <p:sp>
        <p:nvSpPr>
          <p:cNvPr id="75" name="AutoShape 75"/>
          <p:cNvSpPr/>
          <p:nvPr/>
        </p:nvSpPr>
        <p:spPr>
          <a:xfrm>
            <a:off x="5969000" y="2921000"/>
            <a:ext cx="2730500" cy="1524000"/>
          </a:xfrm>
          <a:prstGeom prst="roundRect">
            <a:avLst>
              <a:gd name="adj" fmla="val 8333"/>
            </a:avLst>
          </a:prstGeom>
          <a:solidFill>
            <a:srgbClr val="9A0001">
              <a:alpha val="6000"/>
            </a:srgbClr>
          </a:solidFill>
          <a:ln w="25400" cap="flat" cmpd="sng">
            <a:noFill/>
            <a:prstDash val="solid"/>
            <a:round/>
          </a:ln>
        </p:spPr>
        <p:txBody>
          <a:bodyPr vert="horz" wrap="square" lIns="63500" tIns="63500" rIns="63500" bIns="63500" rtlCol="0" anchor="ctr"/>
          <a:lstStyle/>
          <a:p>
            <a:pPr algn="ctr">
              <a:defRPr/>
            </a:pPr>
          </a:p>
        </p:txBody>
      </p:sp>
      <p:sp>
        <p:nvSpPr>
          <p:cNvPr id="76" name="AutoShape 76"/>
          <p:cNvSpPr/>
          <p:nvPr/>
        </p:nvSpPr>
        <p:spPr>
          <a:xfrm>
            <a:off x="6096000" y="30480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夏普比率 (Sharpe Ratio)</a:t>
            </a:r>
            <a:endParaRPr lang="en-US" sz="1100"/>
          </a:p>
        </p:txBody>
      </p:sp>
      <p:sp>
        <p:nvSpPr>
          <p:cNvPr id="77" name="AutoShape 77"/>
          <p:cNvSpPr/>
          <p:nvPr/>
        </p:nvSpPr>
        <p:spPr>
          <a:xfrm>
            <a:off x="6096000" y="3429000"/>
            <a:ext cx="2476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9A0001"/>
                </a:solidFill>
                <a:latin typeface="DIN Alternate"/>
                <a:ea typeface="DIN Alternate"/>
                <a:cs typeface="DIN Alternate"/>
                <a:sym typeface="DIN Alternate"/>
              </a:rPr>
              <a:t>1.50</a:t>
            </a:r>
            <a:endParaRPr lang="en-US" sz="1100"/>
          </a:p>
        </p:txBody>
      </p:sp>
      <p:sp>
        <p:nvSpPr>
          <p:cNvPr id="78" name="AutoShape 78"/>
          <p:cNvSpPr/>
          <p:nvPr/>
        </p:nvSpPr>
        <p:spPr>
          <a:xfrm>
            <a:off x="6096000" y="40005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 0.60 |</a:t>
            </a:r>
            <a:r>
              <a:rPr lang="en-US" sz="10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风险调整收益显著更优</a:t>
            </a:r>
            <a:endParaRPr lang="en-US" sz="1100"/>
          </a:p>
        </p:txBody>
      </p:sp>
      <p:sp>
        <p:nvSpPr>
          <p:cNvPr id="79" name="AutoShape 79"/>
          <p:cNvSpPr/>
          <p:nvPr/>
        </p:nvSpPr>
        <p:spPr>
          <a:xfrm>
            <a:off x="8890000" y="2921000"/>
            <a:ext cx="2730500" cy="1524000"/>
          </a:xfrm>
          <a:prstGeom prst="roundRect">
            <a:avLst>
              <a:gd name="adj" fmla="val 8333"/>
            </a:avLst>
          </a:prstGeom>
          <a:solidFill>
            <a:srgbClr val="9A0001">
              <a:alpha val="6000"/>
            </a:srgbClr>
          </a:solidFill>
          <a:ln w="25400" cap="flat" cmpd="sng">
            <a:noFill/>
            <a:prstDash val="solid"/>
            <a:round/>
          </a:ln>
        </p:spPr>
        <p:txBody>
          <a:bodyPr vert="horz" wrap="square" lIns="63500" tIns="63500" rIns="63500" bIns="63500" rtlCol="0" anchor="ctr"/>
          <a:lstStyle/>
          <a:p>
            <a:pPr algn="ctr">
              <a:defRPr/>
            </a:pPr>
          </a:p>
        </p:txBody>
      </p:sp>
      <p:sp>
        <p:nvSpPr>
          <p:cNvPr id="80" name="AutoShape 80"/>
          <p:cNvSpPr/>
          <p:nvPr/>
        </p:nvSpPr>
        <p:spPr>
          <a:xfrm>
            <a:off x="9017000" y="30480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最大回撤 (Max Drawdown)</a:t>
            </a:r>
            <a:endParaRPr lang="en-US" sz="1100"/>
          </a:p>
        </p:txBody>
      </p:sp>
      <p:sp>
        <p:nvSpPr>
          <p:cNvPr id="81" name="AutoShape 81"/>
          <p:cNvSpPr/>
          <p:nvPr/>
        </p:nvSpPr>
        <p:spPr>
          <a:xfrm>
            <a:off x="9017000" y="3429000"/>
            <a:ext cx="2476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27AE60"/>
                </a:solidFill>
                <a:latin typeface="DIN Alternate"/>
                <a:ea typeface="DIN Alternate"/>
                <a:cs typeface="DIN Alternate"/>
                <a:sym typeface="DIN Alternate"/>
              </a:rPr>
              <a:t>-28.5%</a:t>
            </a:r>
            <a:endParaRPr lang="en-US" sz="1100"/>
          </a:p>
        </p:txBody>
      </p:sp>
      <p:sp>
        <p:nvSpPr>
          <p:cNvPr id="82" name="AutoShape 82"/>
          <p:cNvSpPr/>
          <p:nvPr/>
        </p:nvSpPr>
        <p:spPr>
          <a:xfrm>
            <a:off x="9017000" y="4000500"/>
            <a:ext cx="2476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 -35.1% |</a:t>
            </a:r>
            <a:r>
              <a:rPr lang="en-US" sz="10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抗风险能力更强</a:t>
            </a:r>
            <a:endParaRPr lang="en-US" sz="1100"/>
          </a:p>
        </p:txBody>
      </p:sp>
      <p:sp>
        <p:nvSpPr>
          <p:cNvPr id="83" name="AutoShape 83"/>
          <p:cNvSpPr/>
          <p:nvPr/>
        </p:nvSpPr>
        <p:spPr>
          <a:xfrm>
            <a:off x="5969000" y="4762500"/>
            <a:ext cx="5651500" cy="1397000"/>
          </a:xfrm>
          <a:prstGeom prst="roundRect">
            <a:avLst>
              <a:gd name="adj" fmla="val 9090"/>
            </a:avLst>
          </a:prstGeom>
          <a:solidFill>
            <a:srgbClr val="9A0001">
              <a:alpha val="6000"/>
            </a:srgbClr>
          </a:solidFill>
          <a:ln w="25400" cap="flat" cmpd="sng">
            <a:noFill/>
            <a:prstDash val="solid"/>
            <a:round/>
          </a:ln>
        </p:spPr>
        <p:txBody>
          <a:bodyPr vert="horz" wrap="square" lIns="63500" tIns="63500" rIns="63500" bIns="63500" rtlCol="0" anchor="ctr"/>
          <a:lstStyle/>
          <a:p>
            <a:pPr algn="ctr">
              <a:defRPr/>
            </a:pPr>
          </a:p>
        </p:txBody>
      </p:sp>
      <p:sp>
        <p:nvSpPr>
          <p:cNvPr id="84" name="AutoShape 84"/>
          <p:cNvSpPr/>
          <p:nvPr/>
        </p:nvSpPr>
        <p:spPr>
          <a:xfrm>
            <a:off x="6096000" y="4889500"/>
            <a:ext cx="539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策略胜率 (按日) / Win Rate</a:t>
            </a:r>
            <a:endParaRPr lang="en-US" sz="1100"/>
          </a:p>
        </p:txBody>
      </p:sp>
      <p:sp>
        <p:nvSpPr>
          <p:cNvPr id="85" name="AutoShape 85"/>
          <p:cNvSpPr/>
          <p:nvPr/>
        </p:nvSpPr>
        <p:spPr>
          <a:xfrm>
            <a:off x="6096000" y="5334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9A0001"/>
                </a:solidFill>
                <a:latin typeface="DIN Alternate"/>
                <a:ea typeface="DIN Alternate"/>
                <a:cs typeface="DIN Alternate"/>
                <a:sym typeface="DIN Alternate"/>
              </a:rPr>
              <a:t>58.1%</a:t>
            </a:r>
            <a:endParaRPr lang="en-US" sz="1100"/>
          </a:p>
        </p:txBody>
      </p:sp>
      <p:sp>
        <p:nvSpPr>
          <p:cNvPr id="86" name="AutoShape 86"/>
          <p:cNvSpPr/>
          <p:nvPr/>
        </p:nvSpPr>
        <p:spPr>
          <a:xfrm>
            <a:off x="8509000" y="5397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沪深300基准胜率: 53.5%</a:t>
            </a:r>
            <a:endParaRPr lang="en-US" sz="1100"/>
          </a:p>
          <a:p>
            <a:pPr indent="0" algn="l">
              <a:lnSpc>
                <a:spcPct val="100000"/>
              </a:lnSpc>
            </a:pPr>
            <a:r>
              <a:rPr lang="en-US" sz="11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策略长期跑赢基准概率更高</a:t>
            </a:r>
            <a:endParaRPr lang="en-US" sz="11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7" name="AutoShape 87"/>
          <p:cNvSpPr/>
          <p:nvPr/>
        </p:nvSpPr>
        <p:spPr>
          <a:xfrm>
            <a:off x="444500" y="6388100"/>
            <a:ext cx="15494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88" name="AutoShape 88"/>
          <p:cNvSpPr/>
          <p:nvPr/>
        </p:nvSpPr>
        <p:spPr>
          <a:xfrm>
            <a:off x="9004300" y="6388100"/>
            <a:ext cx="2743200" cy="2921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04 &gt;</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4046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8204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11760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3411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569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9220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998200" y="685800"/>
            <a:ext cx="76200" cy="762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80800" y="685800"/>
            <a:ext cx="63500" cy="762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6934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099800" y="685800"/>
            <a:ext cx="63500" cy="762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2649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620500" y="685800"/>
            <a:ext cx="63500" cy="635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1569700" y="685800"/>
            <a:ext cx="63500" cy="762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15" name="Connector 15"/>
          <p:cNvCxnSpPr/>
          <p:nvPr/>
        </p:nvCxnSpPr>
        <p:spPr>
          <a:xfrm rot="-3924">
            <a:off x="533404" y="857250"/>
            <a:ext cx="11125200" cy="12700"/>
          </a:xfrm>
          <a:prstGeom prst="straightConnector1">
            <a:avLst/>
          </a:prstGeom>
          <a:solidFill>
            <a:srgbClr val="DEE0E3">
              <a:alpha val="100000"/>
            </a:srgbClr>
          </a:solidFill>
          <a:ln w="12700" cap="flat" cmpd="sng">
            <a:solidFill>
              <a:srgbClr val="A6A6A6">
                <a:alpha val="100000"/>
              </a:srgbClr>
            </a:solidFill>
            <a:prstDash val="solid"/>
            <a:round/>
            <a:headEnd type="none" w="med" len="med"/>
            <a:tailEnd type="none" w="med" len="med"/>
          </a:ln>
        </p:spPr>
      </p:cxnSp>
      <p:cxnSp>
        <p:nvCxnSpPr>
          <p:cNvPr id="16" name="Connector 16"/>
          <p:cNvCxnSpPr/>
          <p:nvPr/>
        </p:nvCxnSpPr>
        <p:spPr>
          <a:xfrm rot="-31830">
            <a:off x="533429" y="857250"/>
            <a:ext cx="1371600" cy="12700"/>
          </a:xfrm>
          <a:prstGeom prst="straightConnector1">
            <a:avLst/>
          </a:prstGeom>
          <a:solidFill>
            <a:srgbClr val="DEE0E3">
              <a:alpha val="100000"/>
            </a:srgbClr>
          </a:solidFill>
          <a:ln w="38100" cap="flat" cmpd="sng">
            <a:solidFill>
              <a:srgbClr val="9A0001">
                <a:alpha val="100000"/>
              </a:srgbClr>
            </a:solidFill>
            <a:prstDash val="solid"/>
            <a:round/>
            <a:headEnd type="none" w="lg" len="lg"/>
            <a:tailEnd type="none" w="lg" len="lg"/>
          </a:ln>
        </p:spPr>
      </p:cxnSp>
      <p:sp>
        <p:nvSpPr>
          <p:cNvPr id="17" name="AutoShape 17"/>
          <p:cNvSpPr/>
          <p:nvPr/>
        </p:nvSpPr>
        <p:spPr>
          <a:xfrm>
            <a:off x="444500" y="254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超参分析(一)：业绩增长阈值</a:t>
            </a:r>
            <a:endParaRPr lang="en-US" sz="1100"/>
          </a:p>
        </p:txBody>
      </p:sp>
      <p:sp>
        <p:nvSpPr>
          <p:cNvPr id="18" name="AutoShape 18"/>
          <p:cNvSpPr/>
          <p:nvPr/>
        </p:nvSpPr>
        <p:spPr>
          <a:xfrm>
            <a:off x="444500" y="1079500"/>
            <a:ext cx="1130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我们测试了不同的业绩增长阈值对策略表现的影响，旨在寻找收益、风险控制与持仓数量之间的最佳平衡点。</a:t>
            </a:r>
            <a:endParaRPr lang="en-US" sz="1100"/>
          </a:p>
        </p:txBody>
      </p:sp>
      <p:sp>
        <p:nvSpPr>
          <p:cNvPr id="19" name="AutoShape 19"/>
          <p:cNvSpPr/>
          <p:nvPr/>
        </p:nvSpPr>
        <p:spPr>
          <a:xfrm>
            <a:off x="444500" y="1651000"/>
            <a:ext cx="5461000" cy="4191000"/>
          </a:xfrm>
          <a:prstGeom prst="roundRect">
            <a:avLst>
              <a:gd name="adj" fmla="val 3030"/>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35000" y="18415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策略表现数据对比</a:t>
            </a:r>
            <a:endParaRPr lang="en-US" sz="1100"/>
          </a:p>
        </p:txBody>
      </p:sp>
      <p:sp>
        <p:nvSpPr>
          <p:cNvPr id="21" name="AutoShape 21"/>
          <p:cNvSpPr/>
          <p:nvPr/>
        </p:nvSpPr>
        <p:spPr>
          <a:xfrm>
            <a:off x="635000" y="2413000"/>
            <a:ext cx="5080000" cy="508000"/>
          </a:xfrm>
          <a:prstGeom prst="roundRect">
            <a:avLst>
              <a:gd name="adj" fmla="val 1250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98500" y="2476500"/>
            <a:ext cx="114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增长阈值</a:t>
            </a:r>
            <a:endParaRPr lang="en-US" sz="1100"/>
          </a:p>
        </p:txBody>
      </p:sp>
      <p:sp>
        <p:nvSpPr>
          <p:cNvPr id="23" name="AutoShape 23"/>
          <p:cNvSpPr/>
          <p:nvPr/>
        </p:nvSpPr>
        <p:spPr>
          <a:xfrm>
            <a:off x="1905000" y="2476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年化收益</a:t>
            </a:r>
            <a:endParaRPr lang="en-US" sz="1100"/>
          </a:p>
        </p:txBody>
      </p:sp>
      <p:sp>
        <p:nvSpPr>
          <p:cNvPr id="24" name="AutoShape 24"/>
          <p:cNvSpPr/>
          <p:nvPr/>
        </p:nvSpPr>
        <p:spPr>
          <a:xfrm>
            <a:off x="2984500" y="2476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夏普比率</a:t>
            </a:r>
            <a:endParaRPr lang="en-US" sz="1100"/>
          </a:p>
        </p:txBody>
      </p:sp>
      <p:sp>
        <p:nvSpPr>
          <p:cNvPr id="25" name="AutoShape 25"/>
          <p:cNvSpPr/>
          <p:nvPr/>
        </p:nvSpPr>
        <p:spPr>
          <a:xfrm>
            <a:off x="4064000" y="24765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最大回撤 / 持仓</a:t>
            </a:r>
            <a:endParaRPr lang="en-US" sz="1100"/>
          </a:p>
        </p:txBody>
      </p:sp>
      <p:sp>
        <p:nvSpPr>
          <p:cNvPr id="26" name="AutoShape 26"/>
          <p:cNvSpPr/>
          <p:nvPr/>
        </p:nvSpPr>
        <p:spPr>
          <a:xfrm>
            <a:off x="635000" y="3048000"/>
            <a:ext cx="5080000" cy="635000"/>
          </a:xfrm>
          <a:prstGeom prst="roundRect">
            <a:avLst>
              <a:gd name="adj" fmla="val 10000"/>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7" name="AutoShape 27"/>
          <p:cNvSpPr/>
          <p:nvPr/>
        </p:nvSpPr>
        <p:spPr>
          <a:xfrm>
            <a:off x="698500" y="3111500"/>
            <a:ext cx="1143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30%</a:t>
            </a:r>
            <a:endParaRPr lang="en-US" sz="1100"/>
          </a:p>
        </p:txBody>
      </p:sp>
      <p:sp>
        <p:nvSpPr>
          <p:cNvPr id="28" name="AutoShape 28"/>
          <p:cNvSpPr/>
          <p:nvPr/>
        </p:nvSpPr>
        <p:spPr>
          <a:xfrm>
            <a:off x="1905000" y="3111500"/>
            <a:ext cx="101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18.5%</a:t>
            </a:r>
            <a:endParaRPr lang="en-US" sz="1100"/>
          </a:p>
        </p:txBody>
      </p:sp>
      <p:sp>
        <p:nvSpPr>
          <p:cNvPr id="29" name="AutoShape 29"/>
          <p:cNvSpPr/>
          <p:nvPr/>
        </p:nvSpPr>
        <p:spPr>
          <a:xfrm>
            <a:off x="2984500" y="3111500"/>
            <a:ext cx="101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endParaRPr lang="en-US" sz="1100"/>
          </a:p>
        </p:txBody>
      </p:sp>
      <p:sp>
        <p:nvSpPr>
          <p:cNvPr id="30" name="AutoShape 30"/>
          <p:cNvSpPr/>
          <p:nvPr/>
        </p:nvSpPr>
        <p:spPr>
          <a:xfrm>
            <a:off x="4064000" y="3111500"/>
            <a:ext cx="127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-31.2% / 25.6</a:t>
            </a:r>
            <a:endParaRPr lang="en-US" sz="1100"/>
          </a:p>
        </p:txBody>
      </p:sp>
      <p:sp>
        <p:nvSpPr>
          <p:cNvPr id="31" name="AutoShape 31"/>
          <p:cNvSpPr/>
          <p:nvPr/>
        </p:nvSpPr>
        <p:spPr>
          <a:xfrm>
            <a:off x="635000" y="3810000"/>
            <a:ext cx="5080000" cy="762000"/>
          </a:xfrm>
          <a:prstGeom prst="roundRect">
            <a:avLst>
              <a:gd name="adj" fmla="val 8333"/>
            </a:avLst>
          </a:prstGeom>
          <a:solidFill>
            <a:srgbClr val="FEF2F2">
              <a:alpha val="100000"/>
            </a:srgbClr>
          </a:solidFill>
          <a:ln w="12700" cap="flat" cmpd="sng">
            <a:solidFill>
              <a:srgbClr val="9A0001">
                <a:alpha val="3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698500" y="3911600"/>
            <a:ext cx="1143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50%</a:t>
            </a:r>
            <a:b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a:t>
            </a:r>
            <a:endParaRPr lang="en-US" sz="1100"/>
          </a:p>
        </p:txBody>
      </p:sp>
      <p:sp>
        <p:nvSpPr>
          <p:cNvPr id="33" name="AutoShape 33"/>
          <p:cNvSpPr/>
          <p:nvPr/>
        </p:nvSpPr>
        <p:spPr>
          <a:xfrm>
            <a:off x="1905000" y="3911600"/>
            <a:ext cx="1016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23.2%</a:t>
            </a:r>
            <a:endParaRPr lang="en-US" sz="1100"/>
          </a:p>
        </p:txBody>
      </p:sp>
      <p:sp>
        <p:nvSpPr>
          <p:cNvPr id="34" name="AutoShape 34"/>
          <p:cNvSpPr/>
          <p:nvPr/>
        </p:nvSpPr>
        <p:spPr>
          <a:xfrm>
            <a:off x="2984500" y="3911600"/>
            <a:ext cx="1016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1.5</a:t>
            </a:r>
            <a:endParaRPr lang="en-US" sz="1100"/>
          </a:p>
        </p:txBody>
      </p:sp>
      <p:sp>
        <p:nvSpPr>
          <p:cNvPr id="35" name="AutoShape 35"/>
          <p:cNvSpPr/>
          <p:nvPr/>
        </p:nvSpPr>
        <p:spPr>
          <a:xfrm>
            <a:off x="4064000" y="3911600"/>
            <a:ext cx="127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-28.5% / 12.8</a:t>
            </a:r>
            <a:endParaRPr lang="en-US" sz="1100"/>
          </a:p>
        </p:txBody>
      </p:sp>
      <p:sp>
        <p:nvSpPr>
          <p:cNvPr id="36" name="AutoShape 36"/>
          <p:cNvSpPr/>
          <p:nvPr/>
        </p:nvSpPr>
        <p:spPr>
          <a:xfrm>
            <a:off x="635000" y="4699000"/>
            <a:ext cx="5080000" cy="635000"/>
          </a:xfrm>
          <a:prstGeom prst="roundRect">
            <a:avLst>
              <a:gd name="adj" fmla="val 10000"/>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37" name="AutoShape 37"/>
          <p:cNvSpPr/>
          <p:nvPr/>
        </p:nvSpPr>
        <p:spPr>
          <a:xfrm>
            <a:off x="698500" y="4762500"/>
            <a:ext cx="1143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80%</a:t>
            </a:r>
            <a:endParaRPr lang="en-US" sz="1100"/>
          </a:p>
        </p:txBody>
      </p:sp>
      <p:sp>
        <p:nvSpPr>
          <p:cNvPr id="38" name="AutoShape 38"/>
          <p:cNvSpPr/>
          <p:nvPr/>
        </p:nvSpPr>
        <p:spPr>
          <a:xfrm>
            <a:off x="1905000" y="4762500"/>
            <a:ext cx="101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25.1%</a:t>
            </a:r>
            <a:endParaRPr lang="en-US" sz="1100"/>
          </a:p>
        </p:txBody>
      </p:sp>
      <p:sp>
        <p:nvSpPr>
          <p:cNvPr id="39" name="AutoShape 39"/>
          <p:cNvSpPr/>
          <p:nvPr/>
        </p:nvSpPr>
        <p:spPr>
          <a:xfrm>
            <a:off x="2984500" y="4762500"/>
            <a:ext cx="101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1.4</a:t>
            </a:r>
            <a:endParaRPr lang="en-US" sz="1100"/>
          </a:p>
        </p:txBody>
      </p:sp>
      <p:sp>
        <p:nvSpPr>
          <p:cNvPr id="40" name="AutoShape 40"/>
          <p:cNvSpPr/>
          <p:nvPr/>
        </p:nvSpPr>
        <p:spPr>
          <a:xfrm>
            <a:off x="4064000" y="4762500"/>
            <a:ext cx="127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-30.1% / 6.5</a:t>
            </a:r>
            <a:endParaRPr lang="en-US" sz="1100"/>
          </a:p>
        </p:txBody>
      </p:sp>
      <p:sp>
        <p:nvSpPr>
          <p:cNvPr id="41" name="AutoShape 41"/>
          <p:cNvSpPr/>
          <p:nvPr/>
        </p:nvSpPr>
        <p:spPr>
          <a:xfrm>
            <a:off x="6159500" y="1651000"/>
            <a:ext cx="5461000" cy="4191000"/>
          </a:xfrm>
          <a:prstGeom prst="roundRect">
            <a:avLst>
              <a:gd name="adj" fmla="val 3030"/>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42" name="AutoShape 42"/>
          <p:cNvSpPr/>
          <p:nvPr/>
        </p:nvSpPr>
        <p:spPr>
          <a:xfrm>
            <a:off x="6350000" y="18415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关键分析结论</a:t>
            </a:r>
            <a:endParaRPr lang="en-US" sz="1100"/>
          </a:p>
        </p:txBody>
      </p:sp>
      <p:sp>
        <p:nvSpPr>
          <p:cNvPr id="43" name="AutoShape 43"/>
          <p:cNvSpPr/>
          <p:nvPr/>
        </p:nvSpPr>
        <p:spPr>
          <a:xfrm>
            <a:off x="6350000" y="2413000"/>
            <a:ext cx="5080000" cy="1143000"/>
          </a:xfrm>
          <a:prstGeom prst="roundRect">
            <a:avLst>
              <a:gd name="adj" fmla="val 5555"/>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44" name="Picture 4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2755900"/>
            <a:ext cx="457200" cy="457200"/>
          </a:xfrm>
          <a:prstGeom prst="rect">
            <a:avLst/>
          </a:prstGeom>
        </p:spPr>
      </p:pic>
      <p:sp>
        <p:nvSpPr>
          <p:cNvPr id="45" name="AutoShape 45"/>
          <p:cNvSpPr/>
          <p:nvPr/>
        </p:nvSpPr>
        <p:spPr>
          <a:xfrm>
            <a:off x="7112000" y="2540000"/>
            <a:ext cx="419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收益与筛选严格度趋势</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随着增长阈值的提高，年化收益率呈现“先上升后微降”的趋势。阈值过低引入噪音，过高则导致样本不足。</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6" name="AutoShape 46"/>
          <p:cNvSpPr/>
          <p:nvPr/>
        </p:nvSpPr>
        <p:spPr>
          <a:xfrm>
            <a:off x="6350000" y="3746500"/>
            <a:ext cx="5080000" cy="1270000"/>
          </a:xfrm>
          <a:prstGeom prst="roundRect">
            <a:avLst>
              <a:gd name="adj" fmla="val 5000"/>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47" name="Picture 4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4152900"/>
            <a:ext cx="457200" cy="457200"/>
          </a:xfrm>
          <a:prstGeom prst="rect">
            <a:avLst/>
          </a:prstGeom>
        </p:spPr>
      </p:pic>
      <p:sp>
        <p:nvSpPr>
          <p:cNvPr id="48" name="AutoShape 48"/>
          <p:cNvSpPr/>
          <p:nvPr/>
        </p:nvSpPr>
        <p:spPr>
          <a:xfrm>
            <a:off x="7112000" y="3873500"/>
            <a:ext cx="419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最优参数：50% 增长阈值</a:t>
            </a:r>
            <a:endParaRPr lang="en-US" sz="1100"/>
          </a:p>
          <a:p>
            <a:pPr indent="0" algn="l">
              <a:lnSpc>
                <a:spcPct val="125000"/>
              </a:lnSpc>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在50%阈值下，夏普比率(1.5)达到最高，在保证较高收益(23.2%)的同时有效控制了回撤，并维持了合理的持仓数量(12.8)，是综合表现最优的平衡点。</a:t>
            </a:r>
            <a:endPar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9" name="AutoShape 49"/>
          <p:cNvSpPr/>
          <p:nvPr/>
        </p:nvSpPr>
        <p:spPr>
          <a:xfrm>
            <a:off x="444500" y="6388100"/>
            <a:ext cx="190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思想自由 兼容并包</a:t>
            </a:r>
            <a:endParaRPr lang="en-US" sz="1100"/>
          </a:p>
        </p:txBody>
      </p:sp>
      <p:sp>
        <p:nvSpPr>
          <p:cNvPr id="50" name="AutoShape 50"/>
          <p:cNvSpPr/>
          <p:nvPr/>
        </p:nvSpPr>
        <p:spPr>
          <a:xfrm>
            <a:off x="10477500" y="6388100"/>
            <a:ext cx="1270000" cy="2794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&lt; 01 &gt;</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超参分析(二)：持仓时间</a:t>
            </a:r>
            <a:endParaRPr lang="en-US" sz="1100"/>
          </a:p>
        </p:txBody>
      </p:sp>
      <p:sp>
        <p:nvSpPr>
          <p:cNvPr id="56" name="AutoShape 56"/>
          <p:cNvSpPr/>
          <p:nvPr/>
        </p:nvSpPr>
        <p:spPr>
          <a:xfrm>
            <a:off x="444500" y="1270000"/>
            <a:ext cx="5461000" cy="4953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698500" y="1524000"/>
            <a:ext cx="4953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我们对比了固定持仓时间与动态持有期（持有至事件失效）的表现，通过核心指标数据来验证最优策略。</a:t>
            </a:r>
            <a:endParaRPr lang="en-US" sz="1100"/>
          </a:p>
        </p:txBody>
      </p:sp>
      <p:sp>
        <p:nvSpPr>
          <p:cNvPr id="58" name="AutoShape 58"/>
          <p:cNvSpPr/>
          <p:nvPr/>
        </p:nvSpPr>
        <p:spPr>
          <a:xfrm>
            <a:off x="698500" y="2286000"/>
            <a:ext cx="4953000" cy="508000"/>
          </a:xfrm>
          <a:prstGeom prst="roundRect">
            <a:avLst>
              <a:gd name="adj" fmla="val 20000"/>
            </a:avLst>
          </a:prstGeom>
          <a:solidFill>
            <a:srgbClr val="9A0001">
              <a:alpha val="1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nvSpPr>
        <p:spPr>
          <a:xfrm>
            <a:off x="762000" y="238760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持仓策略</a:t>
            </a:r>
            <a:endParaRPr lang="en-US" sz="1100"/>
          </a:p>
        </p:txBody>
      </p:sp>
      <p:sp>
        <p:nvSpPr>
          <p:cNvPr id="60" name="AutoShape 60"/>
          <p:cNvSpPr/>
          <p:nvPr/>
        </p:nvSpPr>
        <p:spPr>
          <a:xfrm>
            <a:off x="2413000" y="2387600"/>
            <a:ext cx="101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年化收益</a:t>
            </a:r>
            <a:endParaRPr lang="en-US" sz="1100"/>
          </a:p>
        </p:txBody>
      </p:sp>
      <p:sp>
        <p:nvSpPr>
          <p:cNvPr id="61" name="AutoShape 61"/>
          <p:cNvSpPr/>
          <p:nvPr/>
        </p:nvSpPr>
        <p:spPr>
          <a:xfrm>
            <a:off x="3556000" y="23876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夏普比率</a:t>
            </a:r>
            <a:endParaRPr lang="en-US" sz="1100"/>
          </a:p>
        </p:txBody>
      </p:sp>
      <p:sp>
        <p:nvSpPr>
          <p:cNvPr id="62" name="AutoShape 62"/>
          <p:cNvSpPr/>
          <p:nvPr/>
        </p:nvSpPr>
        <p:spPr>
          <a:xfrm>
            <a:off x="4572000" y="2387600"/>
            <a:ext cx="101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最大回撤</a:t>
            </a:r>
            <a:endParaRPr lang="en-US" sz="1100"/>
          </a:p>
        </p:txBody>
      </p:sp>
      <p:sp>
        <p:nvSpPr>
          <p:cNvPr id="63" name="AutoShape 63"/>
          <p:cNvSpPr/>
          <p:nvPr/>
        </p:nvSpPr>
        <p:spPr>
          <a:xfrm>
            <a:off x="698500" y="2921000"/>
            <a:ext cx="4953000" cy="571500"/>
          </a:xfrm>
          <a:prstGeom prst="roundRect">
            <a:avLst>
              <a:gd name="adj" fmla="val 17777"/>
            </a:avLst>
          </a:prstGeom>
          <a:solidFill>
            <a:srgbClr val="FFFFFF">
              <a:alpha val="100000"/>
            </a:srgbClr>
          </a:solidFill>
          <a:ln w="12700" cap="flat" cmpd="sng">
            <a:solidFill>
              <a:srgbClr val="F3F4F6">
                <a:alpha val="100000"/>
              </a:srgbClr>
            </a:solidFill>
            <a:prstDash val="solid"/>
            <a:round/>
          </a:ln>
        </p:spPr>
        <p:txBody>
          <a:bodyPr vert="horz" wrap="square" lIns="63500" tIns="63500" rIns="63500" bIns="63500" rtlCol="0" anchor="ctr"/>
          <a:lstStyle/>
          <a:p>
            <a:pPr algn="ctr">
              <a:defRPr/>
            </a:pPr>
          </a:p>
        </p:txBody>
      </p:sp>
      <p:sp>
        <p:nvSpPr>
          <p:cNvPr id="64" name="AutoShape 64"/>
          <p:cNvSpPr/>
          <p:nvPr/>
        </p:nvSpPr>
        <p:spPr>
          <a:xfrm>
            <a:off x="825500" y="3048000"/>
            <a:ext cx="152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固定持有 5 天</a:t>
            </a:r>
            <a:endParaRPr lang="en-US" sz="1100"/>
          </a:p>
        </p:txBody>
      </p:sp>
      <p:sp>
        <p:nvSpPr>
          <p:cNvPr id="65" name="AutoShape 65"/>
          <p:cNvSpPr/>
          <p:nvPr/>
        </p:nvSpPr>
        <p:spPr>
          <a:xfrm>
            <a:off x="2413000" y="3048000"/>
            <a:ext cx="1016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15.8%</a:t>
            </a:r>
            <a:endParaRPr lang="en-US" sz="1100"/>
          </a:p>
        </p:txBody>
      </p:sp>
      <p:sp>
        <p:nvSpPr>
          <p:cNvPr id="66" name="AutoShape 66"/>
          <p:cNvSpPr/>
          <p:nvPr/>
        </p:nvSpPr>
        <p:spPr>
          <a:xfrm>
            <a:off x="3556000" y="3048000"/>
            <a:ext cx="889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1.0</a:t>
            </a:r>
            <a:endParaRPr lang="en-US" sz="1100"/>
          </a:p>
        </p:txBody>
      </p:sp>
      <p:sp>
        <p:nvSpPr>
          <p:cNvPr id="67" name="AutoShape 67"/>
          <p:cNvSpPr/>
          <p:nvPr/>
        </p:nvSpPr>
        <p:spPr>
          <a:xfrm>
            <a:off x="4572000" y="3048000"/>
            <a:ext cx="1016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-25.5%</a:t>
            </a:r>
            <a:endParaRPr lang="en-US" sz="1100"/>
          </a:p>
        </p:txBody>
      </p:sp>
      <p:sp>
        <p:nvSpPr>
          <p:cNvPr id="68" name="AutoShape 68"/>
          <p:cNvSpPr/>
          <p:nvPr/>
        </p:nvSpPr>
        <p:spPr>
          <a:xfrm>
            <a:off x="698500" y="3619500"/>
            <a:ext cx="4953000" cy="571500"/>
          </a:xfrm>
          <a:prstGeom prst="roundRect">
            <a:avLst>
              <a:gd name="adj" fmla="val 17777"/>
            </a:avLst>
          </a:prstGeom>
          <a:solidFill>
            <a:srgbClr val="FFFFFF">
              <a:alpha val="100000"/>
            </a:srgbClr>
          </a:solidFill>
          <a:ln w="12700" cap="flat" cmpd="sng">
            <a:solidFill>
              <a:srgbClr val="F3F4F6">
                <a:alpha val="10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825500" y="3746500"/>
            <a:ext cx="152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固定持有 10 天</a:t>
            </a:r>
            <a:endParaRPr lang="en-US" sz="1100"/>
          </a:p>
        </p:txBody>
      </p:sp>
      <p:sp>
        <p:nvSpPr>
          <p:cNvPr id="70" name="AutoShape 70"/>
          <p:cNvSpPr/>
          <p:nvPr/>
        </p:nvSpPr>
        <p:spPr>
          <a:xfrm>
            <a:off x="2413000" y="3746500"/>
            <a:ext cx="1016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20.1%</a:t>
            </a:r>
            <a:endParaRPr lang="en-US" sz="1100"/>
          </a:p>
        </p:txBody>
      </p:sp>
      <p:sp>
        <p:nvSpPr>
          <p:cNvPr id="71" name="AutoShape 71"/>
          <p:cNvSpPr/>
          <p:nvPr/>
        </p:nvSpPr>
        <p:spPr>
          <a:xfrm>
            <a:off x="3556000" y="3746500"/>
            <a:ext cx="889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1.3</a:t>
            </a:r>
            <a:endParaRPr lang="en-US" sz="1100"/>
          </a:p>
        </p:txBody>
      </p:sp>
      <p:sp>
        <p:nvSpPr>
          <p:cNvPr id="72" name="AutoShape 72"/>
          <p:cNvSpPr/>
          <p:nvPr/>
        </p:nvSpPr>
        <p:spPr>
          <a:xfrm>
            <a:off x="4572000" y="3746500"/>
            <a:ext cx="1016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-27.8%</a:t>
            </a:r>
            <a:endParaRPr lang="en-US" sz="1100"/>
          </a:p>
        </p:txBody>
      </p:sp>
      <p:sp>
        <p:nvSpPr>
          <p:cNvPr id="73" name="AutoShape 73"/>
          <p:cNvSpPr/>
          <p:nvPr/>
        </p:nvSpPr>
        <p:spPr>
          <a:xfrm>
            <a:off x="698500" y="4318000"/>
            <a:ext cx="4953000" cy="571500"/>
          </a:xfrm>
          <a:prstGeom prst="roundRect">
            <a:avLst>
              <a:gd name="adj" fmla="val 17777"/>
            </a:avLst>
          </a:prstGeom>
          <a:solidFill>
            <a:srgbClr val="FFFFFF">
              <a:alpha val="100000"/>
            </a:srgbClr>
          </a:solidFill>
          <a:ln w="12700" cap="flat" cmpd="sng">
            <a:solidFill>
              <a:srgbClr val="F3F4F6">
                <a:alpha val="100000"/>
              </a:srgbClr>
            </a:solidFill>
            <a:prstDash val="solid"/>
            <a:round/>
          </a:ln>
        </p:spPr>
        <p:txBody>
          <a:bodyPr vert="horz" wrap="square" lIns="63500" tIns="63500" rIns="63500" bIns="63500" rtlCol="0" anchor="ctr"/>
          <a:lstStyle/>
          <a:p>
            <a:pPr algn="ctr">
              <a:defRPr/>
            </a:pPr>
          </a:p>
        </p:txBody>
      </p:sp>
      <p:sp>
        <p:nvSpPr>
          <p:cNvPr id="74" name="AutoShape 74"/>
          <p:cNvSpPr/>
          <p:nvPr/>
        </p:nvSpPr>
        <p:spPr>
          <a:xfrm>
            <a:off x="825500" y="4445000"/>
            <a:ext cx="152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固定持有 20 天</a:t>
            </a:r>
            <a:endParaRPr lang="en-US" sz="1100"/>
          </a:p>
        </p:txBody>
      </p:sp>
      <p:sp>
        <p:nvSpPr>
          <p:cNvPr id="75" name="AutoShape 75"/>
          <p:cNvSpPr/>
          <p:nvPr/>
        </p:nvSpPr>
        <p:spPr>
          <a:xfrm>
            <a:off x="2413000" y="4445000"/>
            <a:ext cx="1016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21.5%</a:t>
            </a:r>
            <a:endParaRPr lang="en-US" sz="1100"/>
          </a:p>
        </p:txBody>
      </p:sp>
      <p:sp>
        <p:nvSpPr>
          <p:cNvPr id="76" name="AutoShape 76"/>
          <p:cNvSpPr/>
          <p:nvPr/>
        </p:nvSpPr>
        <p:spPr>
          <a:xfrm>
            <a:off x="3556000" y="4445000"/>
            <a:ext cx="889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1.4</a:t>
            </a:r>
            <a:endParaRPr lang="en-US" sz="1100"/>
          </a:p>
        </p:txBody>
      </p:sp>
      <p:sp>
        <p:nvSpPr>
          <p:cNvPr id="77" name="AutoShape 77"/>
          <p:cNvSpPr/>
          <p:nvPr/>
        </p:nvSpPr>
        <p:spPr>
          <a:xfrm>
            <a:off x="4572000" y="4445000"/>
            <a:ext cx="1016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-29.0%</a:t>
            </a:r>
            <a:endParaRPr lang="en-US" sz="1100"/>
          </a:p>
        </p:txBody>
      </p:sp>
      <p:sp>
        <p:nvSpPr>
          <p:cNvPr id="78" name="AutoShape 78"/>
          <p:cNvSpPr/>
          <p:nvPr/>
        </p:nvSpPr>
        <p:spPr>
          <a:xfrm>
            <a:off x="698500" y="5016500"/>
            <a:ext cx="4953000" cy="698500"/>
          </a:xfrm>
          <a:prstGeom prst="roundRect">
            <a:avLst>
              <a:gd name="adj" fmla="val 14545"/>
            </a:avLst>
          </a:prstGeom>
          <a:solidFill>
            <a:srgbClr val="9A0001">
              <a:alpha val="8000"/>
            </a:srgbClr>
          </a:solidFill>
          <a:ln w="12700" cap="flat" cmpd="sng">
            <a:solidFill>
              <a:srgbClr val="9A0001">
                <a:alpha val="30000"/>
              </a:srgbClr>
            </a:solidFill>
            <a:prstDash val="solid"/>
            <a:round/>
          </a:ln>
        </p:spPr>
        <p:txBody>
          <a:bodyPr vert="horz" wrap="square" lIns="63500" tIns="63500" rIns="63500" bIns="63500" rtlCol="0" anchor="ctr"/>
          <a:lstStyle/>
          <a:p>
            <a:pPr algn="ctr">
              <a:defRPr/>
            </a:pPr>
          </a:p>
        </p:txBody>
      </p:sp>
      <p:sp>
        <p:nvSpPr>
          <p:cNvPr id="79" name="AutoShape 79"/>
          <p:cNvSpPr/>
          <p:nvPr/>
        </p:nvSpPr>
        <p:spPr>
          <a:xfrm>
            <a:off x="825500" y="51816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动态持有 (基准)</a:t>
            </a:r>
            <a:endParaRPr lang="en-US" sz="1100"/>
          </a:p>
        </p:txBody>
      </p:sp>
      <p:sp>
        <p:nvSpPr>
          <p:cNvPr id="80" name="AutoShape 80"/>
          <p:cNvSpPr/>
          <p:nvPr/>
        </p:nvSpPr>
        <p:spPr>
          <a:xfrm>
            <a:off x="2413000" y="51816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23.2%</a:t>
            </a:r>
            <a:endParaRPr lang="en-US" sz="1100"/>
          </a:p>
        </p:txBody>
      </p:sp>
      <p:sp>
        <p:nvSpPr>
          <p:cNvPr id="81" name="AutoShape 81"/>
          <p:cNvSpPr/>
          <p:nvPr/>
        </p:nvSpPr>
        <p:spPr>
          <a:xfrm>
            <a:off x="3556000" y="5181600"/>
            <a:ext cx="88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1.5</a:t>
            </a:r>
            <a:endParaRPr lang="en-US" sz="1100"/>
          </a:p>
        </p:txBody>
      </p:sp>
      <p:sp>
        <p:nvSpPr>
          <p:cNvPr id="82" name="AutoShape 82"/>
          <p:cNvSpPr/>
          <p:nvPr/>
        </p:nvSpPr>
        <p:spPr>
          <a:xfrm>
            <a:off x="4572000" y="51816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-28.5%</a:t>
            </a:r>
            <a:endParaRPr lang="en-US" sz="1100"/>
          </a:p>
        </p:txBody>
      </p:sp>
      <p:sp>
        <p:nvSpPr>
          <p:cNvPr id="83" name="AutoShape 83"/>
          <p:cNvSpPr/>
          <p:nvPr/>
        </p:nvSpPr>
        <p:spPr>
          <a:xfrm>
            <a:off x="6096000" y="1270000"/>
            <a:ext cx="5461000" cy="4953000"/>
          </a:xfrm>
          <a:prstGeom prst="roundRect">
            <a:avLst>
              <a:gd name="adj" fmla="val 307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4" name="AutoShape 84"/>
          <p:cNvSpPr/>
          <p:nvPr/>
        </p:nvSpPr>
        <p:spPr>
          <a:xfrm>
            <a:off x="6350000" y="1524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 分析结论与洞察</a:t>
            </a:r>
            <a:endParaRPr lang="en-US" sz="1100"/>
          </a:p>
        </p:txBody>
      </p:sp>
      <p:sp>
        <p:nvSpPr>
          <p:cNvPr id="85" name="AutoShape 85"/>
          <p:cNvSpPr/>
          <p:nvPr/>
        </p:nvSpPr>
        <p:spPr>
          <a:xfrm>
            <a:off x="6350000" y="2159000"/>
            <a:ext cx="4953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86" name="Picture 8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2349500"/>
            <a:ext cx="609600" cy="609600"/>
          </a:xfrm>
          <a:prstGeom prst="rect">
            <a:avLst/>
          </a:prstGeom>
        </p:spPr>
      </p:pic>
      <p:sp>
        <p:nvSpPr>
          <p:cNvPr id="87" name="AutoShape 87"/>
          <p:cNvSpPr/>
          <p:nvPr/>
        </p:nvSpPr>
        <p:spPr>
          <a:xfrm>
            <a:off x="7366000" y="2286000"/>
            <a:ext cx="3683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动态持有期的全面优势</a:t>
            </a:r>
            <a:endParaRPr lang="en-US" sz="1100"/>
          </a:p>
          <a:p>
            <a:pPr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动态持有策略（持有至事件失效）在年化收益、夏普比率和回撤控制三个核心维度上，表现均全面优于任何固定持有期策略。</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8" name="AutoShape 88"/>
          <p:cNvSpPr/>
          <p:nvPr/>
        </p:nvSpPr>
        <p:spPr>
          <a:xfrm>
            <a:off x="6350000" y="3810000"/>
            <a:ext cx="4953000" cy="1651000"/>
          </a:xfrm>
          <a:prstGeom prst="roundRect">
            <a:avLst>
              <a:gd name="adj" fmla="val 7692"/>
            </a:avLst>
          </a:prstGeom>
          <a:solidFill>
            <a:srgbClr val="9A0001">
              <a:alpha val="5000"/>
            </a:srgbClr>
          </a:solidFill>
          <a:ln w="12700" cap="flat" cmpd="sng">
            <a:solidFill>
              <a:srgbClr val="9A0001">
                <a:alpha val="20000"/>
              </a:srgbClr>
            </a:solidFill>
            <a:prstDash val="solid"/>
            <a:round/>
          </a:ln>
        </p:spPr>
        <p:txBody>
          <a:bodyPr vert="horz" wrap="square" lIns="63500" tIns="63500" rIns="63500" bIns="63500" rtlCol="0" anchor="ctr"/>
          <a:lstStyle/>
          <a:p>
            <a:pPr algn="ctr">
              <a:defRPr/>
            </a:pPr>
          </a:p>
        </p:txBody>
      </p:sp>
      <p:pic>
        <p:nvPicPr>
          <p:cNvPr id="89" name="Picture 8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4127500"/>
            <a:ext cx="609600" cy="609600"/>
          </a:xfrm>
          <a:prstGeom prst="rect">
            <a:avLst/>
          </a:prstGeom>
        </p:spPr>
      </p:pic>
      <p:sp>
        <p:nvSpPr>
          <p:cNvPr id="90" name="AutoShape 90"/>
          <p:cNvSpPr/>
          <p:nvPr/>
        </p:nvSpPr>
        <p:spPr>
          <a:xfrm>
            <a:off x="7366000" y="4000500"/>
            <a:ext cx="3683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策略优选：动态持有期</a:t>
            </a:r>
            <a:endParaRPr lang="en-US" sz="1100"/>
          </a:p>
          <a:p>
            <a:pPr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相比人为设定的固定窗口，动态持有赋予了策略更大的灵活性，能够自适应不同个股在市场中的反应速度与生命周期。</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1" name="AutoShape 91"/>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92" name="AutoShape 92"/>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总结与展望</a:t>
            </a:r>
            <a:endParaRPr lang="en-US" sz="1100"/>
          </a:p>
        </p:txBody>
      </p:sp>
      <p:sp>
        <p:nvSpPr>
          <p:cNvPr id="56" name="AutoShape 56"/>
          <p:cNvSpPr/>
          <p:nvPr/>
        </p:nvSpPr>
        <p:spPr>
          <a:xfrm>
            <a:off x="444500" y="1270000"/>
            <a:ext cx="5334000" cy="2413000"/>
          </a:xfrm>
          <a:prstGeom prst="roundRect">
            <a:avLst>
              <a:gd name="adj" fmla="val 526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635000" y="1460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▍策略总结</a:t>
            </a:r>
            <a:endParaRPr lang="en-US" sz="1100"/>
          </a:p>
        </p:txBody>
      </p:sp>
      <p:sp>
        <p:nvSpPr>
          <p:cNvPr id="58" name="AutoShape 58"/>
          <p:cNvSpPr/>
          <p:nvPr/>
        </p:nvSpPr>
        <p:spPr>
          <a:xfrm>
            <a:off x="635000" y="1905000"/>
            <a:ext cx="4953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报告构建了基于“业绩预告超预期”的事件驱动量化策略。通过理论分析、代码实现与回测验证，证实该策略在过去五年具备优秀的风险调整后收益。核心逻辑在于利用量化手段，系统性捕捉市场对基本面积极变化的反应滞后性，实现了稳定的超额收益。</a:t>
            </a:r>
            <a:endParaRPr lang="en-US" sz="1100"/>
          </a:p>
        </p:txBody>
      </p:sp>
      <p:sp>
        <p:nvSpPr>
          <p:cNvPr id="59" name="AutoShape 59"/>
          <p:cNvSpPr/>
          <p:nvPr/>
        </p:nvSpPr>
        <p:spPr>
          <a:xfrm>
            <a:off x="6032500" y="1270000"/>
            <a:ext cx="5334000" cy="2413000"/>
          </a:xfrm>
          <a:prstGeom prst="roundRect">
            <a:avLst>
              <a:gd name="adj" fmla="val 5263"/>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sp>
        <p:nvSpPr>
          <p:cNvPr id="60" name="AutoShape 60"/>
          <p:cNvSpPr/>
          <p:nvPr/>
        </p:nvSpPr>
        <p:spPr>
          <a:xfrm>
            <a:off x="6223000" y="1460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B91C1C"/>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▍核心风险提示</a:t>
            </a:r>
            <a:endParaRPr lang="en-US" sz="1100"/>
          </a:p>
        </p:txBody>
      </p:sp>
      <p:sp>
        <p:nvSpPr>
          <p:cNvPr id="61" name="AutoShape 61"/>
          <p:cNvSpPr/>
          <p:nvPr/>
        </p:nvSpPr>
        <p:spPr>
          <a:xfrm>
            <a:off x="6223000" y="1905000"/>
            <a:ext cx="4953000" cy="1524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数据挖掘偏差：</a:t>
            </a:r>
            <a:r>
              <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历史回测的优异表现不代表未来持续有效。</a:t>
            </a:r>
            <a:endParaRPr lang="en-US" sz="1100"/>
          </a:p>
          <a:p>
            <a:pPr indent="0" algn="l">
              <a:lnSpc>
                <a:spcPct val="108000"/>
              </a:lnSpc>
            </a:pPr>
            <a:r>
              <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流动性风险：</a:t>
            </a:r>
            <a:r>
              <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策略资金规模扩大可能导致交易滑点与成本显著上升。</a:t>
            </a:r>
            <a:endPar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事件质量风险：</a:t>
            </a:r>
            <a:r>
              <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rPr>
              <a:t>业绩预告可能存在“雷声大雨点小”，实际增长不及预期。</a:t>
            </a:r>
            <a:endParaRPr lang="en-US" sz="1100" b="0" i="0" u="none" strike="noStrike">
              <a:solidFill>
                <a:srgbClr val="450A0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2" name="AutoShape 62"/>
          <p:cNvSpPr/>
          <p:nvPr/>
        </p:nvSpPr>
        <p:spPr>
          <a:xfrm>
            <a:off x="444500" y="3937000"/>
            <a:ext cx="10922000" cy="1905000"/>
          </a:xfrm>
          <a:prstGeom prst="roundRect">
            <a:avLst>
              <a:gd name="adj" fmla="val 6666"/>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63" name="AutoShape 63"/>
          <p:cNvSpPr/>
          <p:nvPr/>
        </p:nvSpPr>
        <p:spPr>
          <a:xfrm>
            <a:off x="635000" y="4127500"/>
            <a:ext cx="1054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▍未来改进与优化方向</a:t>
            </a:r>
            <a:endParaRPr lang="en-US" sz="1100"/>
          </a:p>
        </p:txBody>
      </p:sp>
      <p:sp>
        <p:nvSpPr>
          <p:cNvPr id="64" name="AutoShape 64"/>
          <p:cNvSpPr/>
          <p:nvPr/>
        </p:nvSpPr>
        <p:spPr>
          <a:xfrm>
            <a:off x="635000" y="4635500"/>
            <a:ext cx="5207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多因子融合：</a:t>
            </a: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结合价值、动量等传统因子，构建更稳健的复合策略。</a:t>
            </a:r>
            <a:endParaRPr lang="en-US" sz="1100"/>
          </a:p>
          <a:p>
            <a:pPr indent="0" algn="l">
              <a:lnSpc>
                <a:spcPct val="108000"/>
              </a:lnSpc>
            </a:pP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精细事件筛选：</a:t>
            </a: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引入ROE、现金流等财务指标，严格评估增长的真实质量。</a:t>
            </a:r>
            <a:endPar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5" name="AutoShape 65"/>
          <p:cNvSpPr/>
          <p:nvPr/>
        </p:nvSpPr>
        <p:spPr>
          <a:xfrm>
            <a:off x="5969000" y="4635500"/>
            <a:ext cx="5207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动态风控机制：</a:t>
            </a: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加入动态止损止盈规则，进一步降低策略最大回撤。</a:t>
            </a:r>
            <a:endParaRPr lang="en-US" sz="1100"/>
          </a:p>
          <a:p>
            <a:pPr indent="0" algn="l">
              <a:lnSpc>
                <a:spcPct val="108000"/>
              </a:lnSpc>
            </a:pP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AI技术应用：</a:t>
            </a:r>
            <a:r>
              <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利用NLP自然语言处理分析公告文本情绪，挖掘更深层信息。</a:t>
            </a:r>
            <a:endParaRPr lang="en-US" sz="11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6" name="AutoShape 66"/>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67" name="AutoShape 6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总结与展望 &gt;</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4551</Words>
  <Application>WPS 演示</Application>
  <PresentationFormat/>
  <Paragraphs>399</Paragraphs>
  <Slides>15</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15</vt:i4>
      </vt:variant>
    </vt:vector>
  </HeadingPairs>
  <TitlesOfParts>
    <vt:vector size="30" baseType="lpstr">
      <vt:lpstr>Arial</vt:lpstr>
      <vt:lpstr>宋体</vt:lpstr>
      <vt:lpstr>Wingdings</vt:lpstr>
      <vt:lpstr>Arial</vt:lpstr>
      <vt:lpstr>微软雅黑</vt:lpstr>
      <vt:lpstr>Noto Sans SC</vt:lpstr>
      <vt:lpstr>Consolas</vt:lpstr>
      <vt:lpstr>DIN Alternate</vt:lpstr>
      <vt:lpstr>Segoe Print</vt:lpstr>
      <vt:lpstr>Arial Unicode MS</vt:lpstr>
      <vt:lpstr>Consolas</vt:lpstr>
      <vt:lpstr>DIN Alternate</vt:lpstr>
      <vt:lpstr>DIN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青槐</cp:lastModifiedBy>
  <cp:revision>1</cp:revision>
  <dcterms:created xsi:type="dcterms:W3CDTF">2026-04-09T11:19:08Z</dcterms:created>
  <dcterms:modified xsi:type="dcterms:W3CDTF">2026-04-09T11:19:09Z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502D6AFD641541608BD1336321F1E139_13</vt:lpwstr>
  </property>
</Properties>
</file>