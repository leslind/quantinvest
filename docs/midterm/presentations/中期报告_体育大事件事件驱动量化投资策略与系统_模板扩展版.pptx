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6.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8" r:id="rId4"/>
    <p:sldId id="256" r:id="rId6"/>
    <p:sldId id="257" r:id="rId7"/>
    <p:sldId id="259" r:id="rId8"/>
    <p:sldId id="260" r:id="rId9"/>
    <p:sldId id="261" r:id="rId10"/>
    <p:sldId id="262"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L="457200"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L="914400"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L="1371600"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L="1828800"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L="2286000"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L="2743200"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L="3200400"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L="3657600"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32"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32"/>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第一部分说明为什么体育大事件可以作为事件驱动策略，以及我们如何从世界杯主题扩展到体育大事件框架。</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各位老师好，本次中期汇报的主题是体育大事件事件驱动量化投资策略与系统。我们仍以2026 FIFA世界杯作为核心案例，但已经把策略扩展为可支持欧洲杯、奥运会等体育大事件的自动化系统。</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汇报结构仍沿用原PPT框架：先讲策略基本思想，再讲系统流程，然后展示回测和模拟盘配置，最后单独总结展望。重点回应中期要求中的回测、模拟交易和持仓配置理由。</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a:solidFill>
                  <a:srgbClr val="000000"/>
                </a:solidFill>
                <a:sym typeface="+mn-ea"/>
              </a:rPr>
              <a:t>我们策略的核心是“预期差理论”。简单来说，投资的利润来源于市场预期和实际结果之间的差异。当一件事情的实际发展比大家预想的要好时，股价就会上涨。我们的目标，就是在大家对某个事件的预期还比较低的时候提前布局，然后在预期达到顶峰、但实际结果还没出来之前获利了结。这就是我们常说的“买预期，卖事实”。</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老师之前的反馈非常关键：只做世界杯，频率太低，不符合量化投资的可重复验证要求。所以我们没有改主题，而是把世界杯作为核心案例，把系统扩展成体育大事件事件库。</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为了避免做成主观故事，我们把策略拆成三条可检验假设。后面的CAAR、止损诊断和走步验证，都是围绕这些假设来展开。</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第二部分介绍系统流程。我们可以人工调整策略方向，但从数据到订单的过程必须自动化，减少主观挑选结果。</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这里重点回应LLM可信性问题。LLM或规则Agent只负责信息结构化，不直接决定买卖。每条关系必须经过来源、时间和实体校验，避免把幻觉信息放进交易模型。</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因子设计不是拍脑袋。低波动、注意力、事件暴露、动量和流动性都有金融含义，权重由历史训练样本的RankIC估计，而不是我们主观给分。</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第三部分进入回测和结果分析，对应中期要求中的至少一轮回测和结果解释。</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这页说明实验规则。回测不再是简单等权买卖，而是把交易成本、A股整数手、涨跌停、仓位上限和事件适配门槛都纳入系统。</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这页是最重要的实证证据。CAAR表示累计异常收益，已经剔除了大盘影响。世界杯赛前表现显著，但开幕前后转负，说明策略需要在赛前退出。</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回测结果显示，扣除真实交易摩擦后，策略净收益为11.04%。这里不做夸张年化，因为事件频率低，中期更重要的是证明系统能形成可执行交易并获得初步正收益。</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我们专门分析了前一版容易触发止损的原因。固定T-90入场和固定8%止损过于机械，尤其巴黎奥运会与当前股票池适配不足。因此当前系统先过滤事件，再使用动态止损。</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这页说明参数来源。我们没有凭感觉设定入场日、TopK和止损线，而是通过参数搜索选择，同时使用走步验证防止只在样本内好看。</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第四部分是中期要求中特别强调的模拟交易配置。这里的订单基于2026年5月26日收盘真实数据生成。</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模拟盘最终选入海信视像、共创草坪和中体产业。海信评分最高，达到单股12%上限；共创草坪和中体产业提供体育设施与体育运营链条补充。</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因为现在已经是2026年5月26日，距离开幕较近，所以模拟盘不是满仓或长期定投，而是18.09%的审慎仓位。所有股数都按100股整数手取整。</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模拟盘不是只记录买入，还要在结项时复盘配置效果。我们会跟踪每只股票贡献、成本、回撤和事件热度变化，分析配置原因是否成立。</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这是单独的总结与展望内容页，不放在过渡页下方。我们总结中期已经完成的系统和实验，也说明结项时如何复盘模拟盘。</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2026.05.27</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谢谢各位老师的批评和指导。最后一页附上本项目使用的主要参考文献和规则依据。</a:t>
            </a:r>
            <a:endParaRPr lang="en-US" sz="12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2.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0" Type="http://schemas.openxmlformats.org/officeDocument/2006/relationships/notesSlide" Target="../notesSlides/notesSlide8.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svg"/><Relationship Id="rId7" Type="http://schemas.openxmlformats.org/officeDocument/2006/relationships/image" Target="../media/image11.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 Id="rId3" Type="http://schemas.openxmlformats.org/officeDocument/2006/relationships/image" Target="../media/image7.png"/><Relationship Id="rId2" Type="http://schemas.openxmlformats.org/officeDocument/2006/relationships/image" Target="../media/image6.svg"/><Relationship Id="rId10" Type="http://schemas.openxmlformats.org/officeDocument/2006/relationships/notesSlide" Target="../notesSlides/notesSlide9.xml"/><Relationship Id="rId1"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12.xml"/><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16.png"/><Relationship Id="rId2" Type="http://schemas.openxmlformats.org/officeDocument/2006/relationships/image" Target="../media/image14.jpe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17.png"/><Relationship Id="rId2" Type="http://schemas.openxmlformats.org/officeDocument/2006/relationships/image" Target="../media/image14.jpeg"/><Relationship Id="rId1" Type="http://schemas.openxmlformats.org/officeDocument/2006/relationships/image" Target="../media/image3.png"/></Relationships>
</file>

<file path=ppt/slides/_rels/slide15.xml.rels><?xml version="1.0" encoding="UTF-8" standalone="yes"?>
<Relationships xmlns="http://schemas.openxmlformats.org/package/2006/relationships"><Relationship Id="rId4" Type="http://schemas.openxmlformats.org/officeDocument/2006/relationships/notesSlide" Target="../notesSlides/notesSlide15.xml"/><Relationship Id="rId3" Type="http://schemas.openxmlformats.org/officeDocument/2006/relationships/slideLayout" Target="../slideLayouts/slideLayout12.xml"/><Relationship Id="rId2" Type="http://schemas.openxmlformats.org/officeDocument/2006/relationships/image" Target="../media/image18.png"/><Relationship Id="rId1"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2.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1" Type="http://schemas.openxmlformats.org/officeDocument/2006/relationships/notesSlide" Target="../notesSlides/notesSlide18.xml"/><Relationship Id="rId20" Type="http://schemas.openxmlformats.org/officeDocument/2006/relationships/slideLayout" Target="../slideLayouts/slideLayout12.xml"/><Relationship Id="rId2" Type="http://schemas.openxmlformats.org/officeDocument/2006/relationships/tags" Target="../tags/tag2.xml"/><Relationship Id="rId19" Type="http://schemas.openxmlformats.org/officeDocument/2006/relationships/tags" Target="../tags/tag19.xml"/><Relationship Id="rId18" Type="http://schemas.openxmlformats.org/officeDocument/2006/relationships/tags" Target="../tags/tag18.xml"/><Relationship Id="rId17" Type="http://schemas.openxmlformats.org/officeDocument/2006/relationships/tags" Target="../tags/tag17.xml"/><Relationship Id="rId16" Type="http://schemas.openxmlformats.org/officeDocument/2006/relationships/tags" Target="../tags/tag16.xml"/><Relationship Id="rId15" Type="http://schemas.openxmlformats.org/officeDocument/2006/relationships/tags" Target="../tags/tag15.xml"/><Relationship Id="rId14" Type="http://schemas.openxmlformats.org/officeDocument/2006/relationships/tags" Target="../tags/tag14.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2.xml"/><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4953000" cy="68580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00100" y="2755900"/>
            <a:ext cx="32639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5400" b="0" i="0" u="none" strike="noStrike" spc="100">
                <a:solidFill>
                  <a:srgbClr val="FFFFFF"/>
                </a:solidFill>
                <a:latin typeface="Arial" panose="020B0604020202090204"/>
                <a:ea typeface="Arial" panose="020B0604020202090204"/>
                <a:cs typeface="Arial" panose="020B0604020202090204"/>
                <a:sym typeface="Arial" panose="020B0604020202090204"/>
              </a:rPr>
              <a:t>PART 01</a:t>
            </a:r>
            <a:endParaRPr lang="en-US" sz="1100"/>
          </a:p>
        </p:txBody>
      </p:sp>
      <p:sp>
        <p:nvSpPr>
          <p:cNvPr id="5" name="AutoShape 5"/>
          <p:cNvSpPr/>
          <p:nvPr/>
        </p:nvSpPr>
        <p:spPr>
          <a:xfrm rot="5400000">
            <a:off x="4076700" y="3124200"/>
            <a:ext cx="190500" cy="1651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769100" y="2654300"/>
            <a:ext cx="3905885" cy="15748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4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策略基本思想</a:t>
            </a:r>
            <a:endParaRPr lang="en-US" sz="1100"/>
          </a:p>
        </p:txBody>
      </p:sp>
      <p:sp>
        <p:nvSpPr>
          <p:cNvPr id="8" name="Freeform 8"/>
          <p:cNvSpPr/>
          <p:nvPr/>
        </p:nvSpPr>
        <p:spPr>
          <a:xfrm>
            <a:off x="11328400" y="6477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0744200" y="6477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1087100" y="6477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252200" y="6477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0668000" y="6477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0833100" y="6477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0909300" y="6477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1391900" y="6477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617200" y="6477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010900" y="6477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188700" y="6477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544300" y="6477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1480800" y="6477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07700" y="6477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455400" y="6477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150600" y="6477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442700" y="3302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137900" y="3556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604500" y="3683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0744200" y="3937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0922000" y="4572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417300" y="5080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960100" y="3937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985500" y="3175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430000" y="3810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036300" y="5207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1303000" y="5080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1430000" y="4445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096500" y="2921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147300" y="3556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452100" y="3810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109200" y="4699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414000" y="3429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09200" y="5207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274300" y="6858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121900" y="5715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147300" y="3810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375900" y="6731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185400" y="3429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299700" y="3048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325100" y="6858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236200" y="3175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77500" y="4318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477500" y="5715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490200" y="5207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388600" y="3175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121900" y="4191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0490200" y="4826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0337800" y="3048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0223500" y="6731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0160000" y="3683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t="65" b="65"/>
          <a:stretch>
            <a:fillRect/>
          </a:stretch>
        </p:blipFill>
        <p:spPr>
          <a:xfrm>
            <a:off x="0" y="0"/>
            <a:ext cx="12192000" cy="3352800"/>
          </a:xfrm>
          <a:prstGeom prst="rect">
            <a:avLst/>
          </a:prstGeom>
          <a:noFill/>
          <a:ln w="25400" cap="flat" cmpd="sng">
            <a:noFill/>
            <a:prstDash val="solid"/>
            <a:round/>
          </a:ln>
        </p:spPr>
      </p:pic>
      <p:sp>
        <p:nvSpPr>
          <p:cNvPr id="3" name="AutoShape 3"/>
          <p:cNvSpPr/>
          <p:nvPr/>
        </p:nvSpPr>
        <p:spPr>
          <a:xfrm>
            <a:off x="0" y="0"/>
            <a:ext cx="12192000" cy="3365500"/>
          </a:xfrm>
          <a:prstGeom prst="roundRect">
            <a:avLst>
              <a:gd name="adj" fmla="val 0"/>
            </a:avLst>
          </a:prstGeom>
          <a:solidFill>
            <a:srgbClr val="9A0001">
              <a:alpha val="23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635000" y="3937000"/>
            <a:ext cx="10922000" cy="1270000"/>
          </a:xfrm>
          <a:prstGeom prst="roundRect">
            <a:avLst>
              <a:gd name="adj" fmla="val 0"/>
            </a:avLst>
          </a:prstGeom>
          <a:noFill/>
          <a:ln w="25400" cap="flat" cmpd="sng">
            <a:noFill/>
            <a:prstDash val="solid"/>
            <a:round/>
          </a:ln>
          <a:effectLst>
            <a:outerShdw blurRad="63500" algn="ctr" rotWithShape="0">
              <a:srgbClr val="000000">
                <a:alpha val="40000"/>
              </a:srgbClr>
            </a:outerShdw>
          </a:effectLst>
        </p:spPr>
        <p:txBody>
          <a:bodyPr vert="horz" wrap="square" lIns="88900" tIns="50800" rIns="88900" bIns="50800" rtlCol="0" anchor="ctr" anchorCtr="0"/>
          <a:lstStyle/>
          <a:p>
            <a:pPr marL="0" indent="0" algn="ctr">
              <a:lnSpc>
                <a:spcPct val="100000"/>
              </a:lnSpc>
              <a:defRPr/>
            </a:pPr>
            <a:r>
              <a:rPr lang="en-US" sz="36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体育大事件事件驱动投资策略与系统</a:t>
            </a:r>
            <a:endParaRPr lang="en-US" sz="1100"/>
          </a:p>
        </p:txBody>
      </p:sp>
      <p:sp>
        <p:nvSpPr>
          <p:cNvPr id="8" name="Freeform 8"/>
          <p:cNvSpPr/>
          <p:nvPr/>
        </p:nvSpPr>
        <p:spPr>
          <a:xfrm>
            <a:off x="17653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811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5367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7018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1"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176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2827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3589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8415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541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4605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6256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5"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5"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9939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9304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2573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9050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6002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8923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5" y="121271"/>
                  <a:pt x="105472" y="120763"/>
                </a:cubicBezTo>
                <a:cubicBezTo>
                  <a:pt x="105980" y="120255"/>
                  <a:pt x="106487" y="119240"/>
                  <a:pt x="106487" y="118734"/>
                </a:cubicBezTo>
                <a:cubicBezTo>
                  <a:pt x="106487" y="118226"/>
                  <a:pt x="105472" y="117719"/>
                  <a:pt x="104965"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5"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5"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5"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5748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541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93800" y="431800"/>
            <a:ext cx="115760" cy="160238"/>
          </a:xfrm>
          <a:custGeom>
            <a:avLst/>
            <a:gdLst/>
            <a:ahLst/>
            <a:cxnLst/>
            <a:rect l="l" t="t" r="r" b="b"/>
            <a:pathLst>
              <a:path w="115760"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3716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8669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1"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3970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4351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8796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4859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7526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8796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5334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89"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5969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9017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5588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8636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5588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7239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5715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5842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8255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6223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7366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7747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6858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9271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9271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9398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8255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5715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9398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7874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6731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6096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9" name="AutoShape 59"/>
          <p:cNvSpPr/>
          <p:nvPr/>
        </p:nvSpPr>
        <p:spPr>
          <a:xfrm>
            <a:off x="5308600" y="2032000"/>
            <a:ext cx="1587500" cy="1587500"/>
          </a:xfrm>
          <a:prstGeom prst="ellipse">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0" name="Freeform 60"/>
          <p:cNvSpPr/>
          <p:nvPr/>
        </p:nvSpPr>
        <p:spPr>
          <a:xfrm>
            <a:off x="5410200" y="2133600"/>
            <a:ext cx="1371600" cy="1368402"/>
          </a:xfrm>
          <a:custGeom>
            <a:avLst/>
            <a:gdLst/>
            <a:ahLst/>
            <a:cxnLst/>
            <a:rect l="l" t="t" r="r" b="b"/>
            <a:pathLst>
              <a:path w="1371600" h="1368402">
                <a:moveTo>
                  <a:pt x="0" y="660754"/>
                </a:moveTo>
                <a:cubicBezTo>
                  <a:pt x="0" y="655071"/>
                  <a:pt x="1421" y="649387"/>
                  <a:pt x="1421" y="643703"/>
                </a:cubicBezTo>
                <a:cubicBezTo>
                  <a:pt x="4265" y="611021"/>
                  <a:pt x="8528" y="578338"/>
                  <a:pt x="14214" y="545656"/>
                </a:cubicBezTo>
                <a:cubicBezTo>
                  <a:pt x="27005" y="488817"/>
                  <a:pt x="45483" y="434819"/>
                  <a:pt x="71068" y="382243"/>
                </a:cubicBezTo>
                <a:cubicBezTo>
                  <a:pt x="126500" y="269985"/>
                  <a:pt x="207517" y="180464"/>
                  <a:pt x="312697" y="110837"/>
                </a:cubicBezTo>
                <a:cubicBezTo>
                  <a:pt x="376657" y="68207"/>
                  <a:pt x="447725" y="38367"/>
                  <a:pt x="523056" y="19893"/>
                </a:cubicBezTo>
                <a:cubicBezTo>
                  <a:pt x="565696" y="8526"/>
                  <a:pt x="609757" y="2842"/>
                  <a:pt x="652398" y="1421"/>
                </a:cubicBezTo>
                <a:cubicBezTo>
                  <a:pt x="655241" y="1421"/>
                  <a:pt x="658084" y="0"/>
                  <a:pt x="660927" y="0"/>
                </a:cubicBezTo>
                <a:cubicBezTo>
                  <a:pt x="676561" y="0"/>
                  <a:pt x="692196" y="0"/>
                  <a:pt x="707831" y="0"/>
                </a:cubicBezTo>
                <a:cubicBezTo>
                  <a:pt x="710673" y="0"/>
                  <a:pt x="712095" y="1421"/>
                  <a:pt x="714938" y="1421"/>
                </a:cubicBezTo>
                <a:cubicBezTo>
                  <a:pt x="841437" y="7104"/>
                  <a:pt x="956567" y="44050"/>
                  <a:pt x="1060326" y="113678"/>
                </a:cubicBezTo>
                <a:cubicBezTo>
                  <a:pt x="1195353" y="203200"/>
                  <a:pt x="1287741" y="325404"/>
                  <a:pt x="1337488" y="480291"/>
                </a:cubicBezTo>
                <a:cubicBezTo>
                  <a:pt x="1353123" y="530024"/>
                  <a:pt x="1363072" y="582601"/>
                  <a:pt x="1367335" y="635178"/>
                </a:cubicBezTo>
                <a:cubicBezTo>
                  <a:pt x="1371600" y="714752"/>
                  <a:pt x="1364493" y="792905"/>
                  <a:pt x="1343174" y="869639"/>
                </a:cubicBezTo>
                <a:cubicBezTo>
                  <a:pt x="1317589" y="957739"/>
                  <a:pt x="1274948" y="1038736"/>
                  <a:pt x="1218095" y="1111206"/>
                </a:cubicBezTo>
                <a:cubicBezTo>
                  <a:pt x="1164083" y="1177991"/>
                  <a:pt x="1100122" y="1231988"/>
                  <a:pt x="1026212" y="1274618"/>
                </a:cubicBezTo>
                <a:cubicBezTo>
                  <a:pt x="965095" y="1311563"/>
                  <a:pt x="899712" y="1335720"/>
                  <a:pt x="830067" y="1351350"/>
                </a:cubicBezTo>
                <a:cubicBezTo>
                  <a:pt x="791690" y="1359877"/>
                  <a:pt x="753314" y="1364139"/>
                  <a:pt x="713516" y="1366981"/>
                </a:cubicBezTo>
                <a:cubicBezTo>
                  <a:pt x="710673" y="1366981"/>
                  <a:pt x="707831" y="1366981"/>
                  <a:pt x="706410" y="1368402"/>
                </a:cubicBezTo>
                <a:cubicBezTo>
                  <a:pt x="692196" y="1368402"/>
                  <a:pt x="676561" y="1368402"/>
                  <a:pt x="662348" y="1368402"/>
                </a:cubicBezTo>
                <a:cubicBezTo>
                  <a:pt x="653820" y="1366981"/>
                  <a:pt x="646713" y="1365560"/>
                  <a:pt x="638185" y="1365560"/>
                </a:cubicBezTo>
                <a:cubicBezTo>
                  <a:pt x="581331" y="1361296"/>
                  <a:pt x="525898" y="1351350"/>
                  <a:pt x="471888" y="1332878"/>
                </a:cubicBezTo>
                <a:cubicBezTo>
                  <a:pt x="292797" y="1271775"/>
                  <a:pt x="159191" y="1156677"/>
                  <a:pt x="72489" y="987580"/>
                </a:cubicBezTo>
                <a:cubicBezTo>
                  <a:pt x="42640" y="929320"/>
                  <a:pt x="22742" y="866797"/>
                  <a:pt x="11370" y="801432"/>
                </a:cubicBezTo>
                <a:cubicBezTo>
                  <a:pt x="5686" y="775854"/>
                  <a:pt x="2842" y="750277"/>
                  <a:pt x="1421" y="724699"/>
                </a:cubicBezTo>
                <a:cubicBezTo>
                  <a:pt x="1421" y="719016"/>
                  <a:pt x="0" y="711910"/>
                  <a:pt x="0" y="706227"/>
                </a:cubicBezTo>
                <a:cubicBezTo>
                  <a:pt x="0" y="690596"/>
                  <a:pt x="0" y="674964"/>
                  <a:pt x="0" y="660754"/>
                </a:cubicBezTo>
                <a:close/>
                <a:moveTo>
                  <a:pt x="683668" y="1344245"/>
                </a:moveTo>
                <a:cubicBezTo>
                  <a:pt x="1048954" y="1344245"/>
                  <a:pt x="1344595" y="1045840"/>
                  <a:pt x="1344595" y="683491"/>
                </a:cubicBezTo>
                <a:cubicBezTo>
                  <a:pt x="1346016" y="323983"/>
                  <a:pt x="1051797" y="24157"/>
                  <a:pt x="685089" y="24157"/>
                </a:cubicBezTo>
                <a:cubicBezTo>
                  <a:pt x="321225" y="22736"/>
                  <a:pt x="24163" y="319720"/>
                  <a:pt x="24163" y="682070"/>
                </a:cubicBezTo>
                <a:cubicBezTo>
                  <a:pt x="22742" y="1045840"/>
                  <a:pt x="319803" y="1342824"/>
                  <a:pt x="683668" y="134424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1" name="Freeform 61"/>
          <p:cNvSpPr/>
          <p:nvPr/>
        </p:nvSpPr>
        <p:spPr>
          <a:xfrm>
            <a:off x="5588000" y="2311400"/>
            <a:ext cx="1011914" cy="1010315"/>
          </a:xfrm>
          <a:custGeom>
            <a:avLst/>
            <a:gdLst/>
            <a:ahLst/>
            <a:cxnLst/>
            <a:rect l="l" t="t" r="r" b="b"/>
            <a:pathLst>
              <a:path w="1011914" h="1010315">
                <a:moveTo>
                  <a:pt x="1011914" y="505868"/>
                </a:moveTo>
                <a:cubicBezTo>
                  <a:pt x="1011914" y="784380"/>
                  <a:pt x="784198" y="1010315"/>
                  <a:pt x="505245" y="1010315"/>
                </a:cubicBezTo>
                <a:cubicBezTo>
                  <a:pt x="226294" y="1010315"/>
                  <a:pt x="1424" y="782959"/>
                  <a:pt x="0" y="507289"/>
                </a:cubicBezTo>
                <a:cubicBezTo>
                  <a:pt x="0" y="230199"/>
                  <a:pt x="224870" y="2842"/>
                  <a:pt x="503823" y="1421"/>
                </a:cubicBezTo>
                <a:cubicBezTo>
                  <a:pt x="784198" y="0"/>
                  <a:pt x="1011914" y="225936"/>
                  <a:pt x="1011914" y="505868"/>
                </a:cubicBezTo>
                <a:close/>
                <a:moveTo>
                  <a:pt x="505245" y="994684"/>
                </a:moveTo>
                <a:cubicBezTo>
                  <a:pt x="775659" y="996105"/>
                  <a:pt x="996259" y="775853"/>
                  <a:pt x="996259" y="505868"/>
                </a:cubicBezTo>
                <a:cubicBezTo>
                  <a:pt x="996259" y="235882"/>
                  <a:pt x="775659" y="17052"/>
                  <a:pt x="505245" y="17052"/>
                </a:cubicBezTo>
                <a:cubicBezTo>
                  <a:pt x="236256" y="17052"/>
                  <a:pt x="15655" y="235882"/>
                  <a:pt x="15655" y="505868"/>
                </a:cubicBezTo>
                <a:cubicBezTo>
                  <a:pt x="15655" y="774433"/>
                  <a:pt x="236256" y="994684"/>
                  <a:pt x="505245" y="99468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2" name="Freeform 62"/>
          <p:cNvSpPr/>
          <p:nvPr/>
        </p:nvSpPr>
        <p:spPr>
          <a:xfrm>
            <a:off x="6502400" y="2413000"/>
            <a:ext cx="111902" cy="134282"/>
          </a:xfrm>
          <a:custGeom>
            <a:avLst/>
            <a:gdLst/>
            <a:ahLst/>
            <a:cxnLst/>
            <a:rect l="l" t="t" r="r" b="b"/>
            <a:pathLst>
              <a:path w="111902" h="134282">
                <a:moveTo>
                  <a:pt x="52410" y="58570"/>
                </a:moveTo>
                <a:cubicBezTo>
                  <a:pt x="45328" y="65712"/>
                  <a:pt x="36829" y="71426"/>
                  <a:pt x="29746" y="78570"/>
                </a:cubicBezTo>
                <a:cubicBezTo>
                  <a:pt x="25497" y="81426"/>
                  <a:pt x="25497" y="85712"/>
                  <a:pt x="26913" y="88569"/>
                </a:cubicBezTo>
                <a:cubicBezTo>
                  <a:pt x="28330" y="91426"/>
                  <a:pt x="28330" y="92855"/>
                  <a:pt x="28330" y="94284"/>
                </a:cubicBezTo>
                <a:cubicBezTo>
                  <a:pt x="24080" y="92855"/>
                  <a:pt x="4249" y="67141"/>
                  <a:pt x="0" y="57141"/>
                </a:cubicBezTo>
                <a:cubicBezTo>
                  <a:pt x="2833" y="58570"/>
                  <a:pt x="2833" y="58570"/>
                  <a:pt x="4249" y="59999"/>
                </a:cubicBezTo>
                <a:cubicBezTo>
                  <a:pt x="9915" y="62855"/>
                  <a:pt x="12748" y="62855"/>
                  <a:pt x="16998" y="59999"/>
                </a:cubicBezTo>
                <a:cubicBezTo>
                  <a:pt x="33995" y="45714"/>
                  <a:pt x="50993" y="31427"/>
                  <a:pt x="67991" y="17142"/>
                </a:cubicBezTo>
                <a:cubicBezTo>
                  <a:pt x="73657" y="12856"/>
                  <a:pt x="73657" y="10000"/>
                  <a:pt x="70824" y="2858"/>
                </a:cubicBezTo>
                <a:cubicBezTo>
                  <a:pt x="70824" y="1429"/>
                  <a:pt x="70824" y="1429"/>
                  <a:pt x="70824" y="0"/>
                </a:cubicBezTo>
                <a:cubicBezTo>
                  <a:pt x="72240" y="1429"/>
                  <a:pt x="73657" y="1429"/>
                  <a:pt x="73657" y="2858"/>
                </a:cubicBezTo>
                <a:cubicBezTo>
                  <a:pt x="82156" y="14285"/>
                  <a:pt x="90655" y="25714"/>
                  <a:pt x="99154" y="37142"/>
                </a:cubicBezTo>
                <a:cubicBezTo>
                  <a:pt x="103403" y="42856"/>
                  <a:pt x="106236" y="49999"/>
                  <a:pt x="109069" y="57141"/>
                </a:cubicBezTo>
                <a:cubicBezTo>
                  <a:pt x="111902" y="64284"/>
                  <a:pt x="111902" y="71426"/>
                  <a:pt x="106236" y="77141"/>
                </a:cubicBezTo>
                <a:cubicBezTo>
                  <a:pt x="100570" y="85712"/>
                  <a:pt x="90655" y="88569"/>
                  <a:pt x="80739" y="84284"/>
                </a:cubicBezTo>
                <a:cubicBezTo>
                  <a:pt x="77907" y="82855"/>
                  <a:pt x="75074" y="81426"/>
                  <a:pt x="70824" y="79997"/>
                </a:cubicBezTo>
                <a:cubicBezTo>
                  <a:pt x="66575" y="98569"/>
                  <a:pt x="59492" y="115711"/>
                  <a:pt x="56660" y="134282"/>
                </a:cubicBezTo>
                <a:cubicBezTo>
                  <a:pt x="56660" y="134282"/>
                  <a:pt x="55242" y="132853"/>
                  <a:pt x="53826" y="131425"/>
                </a:cubicBezTo>
                <a:cubicBezTo>
                  <a:pt x="50993" y="127140"/>
                  <a:pt x="46744" y="121425"/>
                  <a:pt x="43912" y="117140"/>
                </a:cubicBezTo>
                <a:cubicBezTo>
                  <a:pt x="41078" y="114282"/>
                  <a:pt x="41078" y="111426"/>
                  <a:pt x="41078" y="107140"/>
                </a:cubicBezTo>
                <a:cubicBezTo>
                  <a:pt x="46744" y="94284"/>
                  <a:pt x="50993" y="79997"/>
                  <a:pt x="53826" y="67141"/>
                </a:cubicBezTo>
                <a:cubicBezTo>
                  <a:pt x="55242" y="64284"/>
                  <a:pt x="56660" y="61427"/>
                  <a:pt x="52410" y="58570"/>
                </a:cubicBezTo>
                <a:close/>
                <a:moveTo>
                  <a:pt x="56660" y="55712"/>
                </a:moveTo>
                <a:cubicBezTo>
                  <a:pt x="59492" y="58570"/>
                  <a:pt x="60909" y="61427"/>
                  <a:pt x="63741" y="64284"/>
                </a:cubicBezTo>
                <a:cubicBezTo>
                  <a:pt x="70824" y="71426"/>
                  <a:pt x="77907" y="71426"/>
                  <a:pt x="86406" y="64284"/>
                </a:cubicBezTo>
                <a:cubicBezTo>
                  <a:pt x="89238" y="64284"/>
                  <a:pt x="90655" y="62855"/>
                  <a:pt x="92071" y="61427"/>
                </a:cubicBezTo>
                <a:cubicBezTo>
                  <a:pt x="100570" y="52856"/>
                  <a:pt x="100570" y="44285"/>
                  <a:pt x="92071" y="34285"/>
                </a:cubicBezTo>
                <a:cubicBezTo>
                  <a:pt x="89238" y="31427"/>
                  <a:pt x="87822" y="29999"/>
                  <a:pt x="83572" y="34285"/>
                </a:cubicBezTo>
                <a:cubicBezTo>
                  <a:pt x="76490" y="38570"/>
                  <a:pt x="70824" y="44285"/>
                  <a:pt x="63741" y="49999"/>
                </a:cubicBezTo>
                <a:cubicBezTo>
                  <a:pt x="62325" y="51427"/>
                  <a:pt x="59492" y="54284"/>
                  <a:pt x="56660" y="557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3" name="Freeform 63"/>
          <p:cNvSpPr/>
          <p:nvPr/>
        </p:nvSpPr>
        <p:spPr>
          <a:xfrm>
            <a:off x="5461000" y="2794000"/>
            <a:ext cx="107105" cy="115099"/>
          </a:xfrm>
          <a:custGeom>
            <a:avLst/>
            <a:gdLst/>
            <a:ahLst/>
            <a:cxnLst/>
            <a:rect l="l" t="t" r="r" b="b"/>
            <a:pathLst>
              <a:path w="107105" h="115099">
                <a:moveTo>
                  <a:pt x="0" y="97834"/>
                </a:moveTo>
                <a:cubicBezTo>
                  <a:pt x="2818" y="82008"/>
                  <a:pt x="5638" y="67621"/>
                  <a:pt x="7046" y="51794"/>
                </a:cubicBezTo>
                <a:cubicBezTo>
                  <a:pt x="8456" y="51794"/>
                  <a:pt x="8456" y="51794"/>
                  <a:pt x="9865" y="51794"/>
                </a:cubicBezTo>
                <a:cubicBezTo>
                  <a:pt x="9865" y="53233"/>
                  <a:pt x="9865" y="54672"/>
                  <a:pt x="9865" y="56111"/>
                </a:cubicBezTo>
                <a:cubicBezTo>
                  <a:pt x="11274" y="61866"/>
                  <a:pt x="12683" y="64743"/>
                  <a:pt x="18321" y="66182"/>
                </a:cubicBezTo>
                <a:cubicBezTo>
                  <a:pt x="28186" y="69059"/>
                  <a:pt x="38050" y="70498"/>
                  <a:pt x="49326" y="71937"/>
                </a:cubicBezTo>
                <a:cubicBezTo>
                  <a:pt x="47916" y="70498"/>
                  <a:pt x="47916" y="69059"/>
                  <a:pt x="46506" y="67621"/>
                </a:cubicBezTo>
                <a:cubicBezTo>
                  <a:pt x="39460" y="56111"/>
                  <a:pt x="32414" y="46040"/>
                  <a:pt x="25367" y="34530"/>
                </a:cubicBezTo>
                <a:cubicBezTo>
                  <a:pt x="25367" y="34530"/>
                  <a:pt x="23959" y="33091"/>
                  <a:pt x="23959" y="31652"/>
                </a:cubicBezTo>
                <a:cubicBezTo>
                  <a:pt x="19729" y="27335"/>
                  <a:pt x="16911" y="28774"/>
                  <a:pt x="14093" y="33091"/>
                </a:cubicBezTo>
                <a:cubicBezTo>
                  <a:pt x="14093" y="35969"/>
                  <a:pt x="12683" y="37407"/>
                  <a:pt x="11274" y="41723"/>
                </a:cubicBezTo>
                <a:cubicBezTo>
                  <a:pt x="9865" y="34530"/>
                  <a:pt x="14093" y="5754"/>
                  <a:pt x="16911" y="0"/>
                </a:cubicBezTo>
                <a:cubicBezTo>
                  <a:pt x="18321" y="0"/>
                  <a:pt x="18321" y="1439"/>
                  <a:pt x="18321" y="1439"/>
                </a:cubicBezTo>
                <a:cubicBezTo>
                  <a:pt x="18321" y="11510"/>
                  <a:pt x="22549" y="20142"/>
                  <a:pt x="26777" y="27335"/>
                </a:cubicBezTo>
                <a:cubicBezTo>
                  <a:pt x="31005" y="35969"/>
                  <a:pt x="36642" y="43162"/>
                  <a:pt x="40870" y="50356"/>
                </a:cubicBezTo>
                <a:cubicBezTo>
                  <a:pt x="43688" y="50356"/>
                  <a:pt x="45098" y="48917"/>
                  <a:pt x="46506" y="48917"/>
                </a:cubicBezTo>
                <a:cubicBezTo>
                  <a:pt x="63417" y="38845"/>
                  <a:pt x="80330" y="28774"/>
                  <a:pt x="97241" y="18703"/>
                </a:cubicBezTo>
                <a:cubicBezTo>
                  <a:pt x="100059" y="17264"/>
                  <a:pt x="102878" y="14388"/>
                  <a:pt x="105697" y="11510"/>
                </a:cubicBezTo>
                <a:cubicBezTo>
                  <a:pt x="107105" y="17264"/>
                  <a:pt x="104287" y="21581"/>
                  <a:pt x="104287" y="25898"/>
                </a:cubicBezTo>
                <a:cubicBezTo>
                  <a:pt x="102878" y="31652"/>
                  <a:pt x="102878" y="37407"/>
                  <a:pt x="101469" y="43162"/>
                </a:cubicBezTo>
                <a:cubicBezTo>
                  <a:pt x="100059" y="47479"/>
                  <a:pt x="100059" y="53233"/>
                  <a:pt x="98650" y="57550"/>
                </a:cubicBezTo>
                <a:cubicBezTo>
                  <a:pt x="97241" y="57550"/>
                  <a:pt x="97241" y="57550"/>
                  <a:pt x="97241" y="57550"/>
                </a:cubicBezTo>
                <a:cubicBezTo>
                  <a:pt x="95832" y="54672"/>
                  <a:pt x="95832" y="50356"/>
                  <a:pt x="95832" y="46040"/>
                </a:cubicBezTo>
                <a:cubicBezTo>
                  <a:pt x="93014" y="46040"/>
                  <a:pt x="91604" y="47479"/>
                  <a:pt x="90194" y="47479"/>
                </a:cubicBezTo>
                <a:cubicBezTo>
                  <a:pt x="77511" y="54672"/>
                  <a:pt x="66237" y="61866"/>
                  <a:pt x="54962" y="69059"/>
                </a:cubicBezTo>
                <a:cubicBezTo>
                  <a:pt x="54962" y="71937"/>
                  <a:pt x="56371" y="73376"/>
                  <a:pt x="59190" y="73376"/>
                </a:cubicBezTo>
                <a:cubicBezTo>
                  <a:pt x="67645" y="76253"/>
                  <a:pt x="76102" y="77692"/>
                  <a:pt x="84558" y="79131"/>
                </a:cubicBezTo>
                <a:cubicBezTo>
                  <a:pt x="88786" y="79131"/>
                  <a:pt x="90194" y="77692"/>
                  <a:pt x="93014" y="73376"/>
                </a:cubicBezTo>
                <a:cubicBezTo>
                  <a:pt x="93014" y="71937"/>
                  <a:pt x="94422" y="70498"/>
                  <a:pt x="95832" y="69059"/>
                </a:cubicBezTo>
                <a:cubicBezTo>
                  <a:pt x="94422" y="83447"/>
                  <a:pt x="91604" y="99273"/>
                  <a:pt x="88786" y="115099"/>
                </a:cubicBezTo>
                <a:cubicBezTo>
                  <a:pt x="88786" y="115099"/>
                  <a:pt x="88786" y="115099"/>
                  <a:pt x="87376" y="115099"/>
                </a:cubicBezTo>
                <a:cubicBezTo>
                  <a:pt x="87376" y="113660"/>
                  <a:pt x="87376" y="112221"/>
                  <a:pt x="87376" y="110783"/>
                </a:cubicBezTo>
                <a:cubicBezTo>
                  <a:pt x="85966" y="103589"/>
                  <a:pt x="84558" y="102150"/>
                  <a:pt x="77511" y="100711"/>
                </a:cubicBezTo>
                <a:cubicBezTo>
                  <a:pt x="56371" y="96396"/>
                  <a:pt x="36642" y="92079"/>
                  <a:pt x="15502" y="89202"/>
                </a:cubicBezTo>
                <a:cubicBezTo>
                  <a:pt x="8456" y="87763"/>
                  <a:pt x="7046" y="89202"/>
                  <a:pt x="4228" y="94957"/>
                </a:cubicBezTo>
                <a:cubicBezTo>
                  <a:pt x="2818" y="96396"/>
                  <a:pt x="2818" y="97834"/>
                  <a:pt x="1410" y="97834"/>
                </a:cubicBezTo>
                <a:cubicBezTo>
                  <a:pt x="1410" y="97834"/>
                  <a:pt x="1410" y="97834"/>
                  <a:pt x="0" y="9783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4" name="Freeform 64"/>
          <p:cNvSpPr/>
          <p:nvPr/>
        </p:nvSpPr>
        <p:spPr>
          <a:xfrm>
            <a:off x="6400800" y="2298700"/>
            <a:ext cx="116698" cy="124691"/>
          </a:xfrm>
          <a:custGeom>
            <a:avLst/>
            <a:gdLst/>
            <a:ahLst/>
            <a:cxnLst/>
            <a:rect l="l" t="t" r="r" b="b"/>
            <a:pathLst>
              <a:path w="116698" h="124691">
                <a:moveTo>
                  <a:pt x="86812" y="53030"/>
                </a:moveTo>
                <a:cubicBezTo>
                  <a:pt x="85388" y="58763"/>
                  <a:pt x="65465" y="88861"/>
                  <a:pt x="59773" y="93160"/>
                </a:cubicBezTo>
                <a:cubicBezTo>
                  <a:pt x="61195" y="88861"/>
                  <a:pt x="61195" y="85994"/>
                  <a:pt x="62619" y="84560"/>
                </a:cubicBezTo>
                <a:cubicBezTo>
                  <a:pt x="65465" y="74527"/>
                  <a:pt x="62619" y="65928"/>
                  <a:pt x="52657" y="60195"/>
                </a:cubicBezTo>
                <a:cubicBezTo>
                  <a:pt x="52657" y="60195"/>
                  <a:pt x="51233" y="61629"/>
                  <a:pt x="51233" y="63062"/>
                </a:cubicBezTo>
                <a:cubicBezTo>
                  <a:pt x="45541" y="71661"/>
                  <a:pt x="39848" y="78828"/>
                  <a:pt x="34155" y="87427"/>
                </a:cubicBezTo>
                <a:cubicBezTo>
                  <a:pt x="31309" y="91727"/>
                  <a:pt x="31309" y="94593"/>
                  <a:pt x="35579" y="97460"/>
                </a:cubicBezTo>
                <a:cubicBezTo>
                  <a:pt x="46963" y="108925"/>
                  <a:pt x="59773" y="114658"/>
                  <a:pt x="76850" y="106059"/>
                </a:cubicBezTo>
                <a:cubicBezTo>
                  <a:pt x="79696" y="104626"/>
                  <a:pt x="79696" y="104626"/>
                  <a:pt x="83966" y="104626"/>
                </a:cubicBezTo>
                <a:cubicBezTo>
                  <a:pt x="81119" y="108925"/>
                  <a:pt x="71157" y="120391"/>
                  <a:pt x="64041" y="124691"/>
                </a:cubicBezTo>
                <a:cubicBezTo>
                  <a:pt x="51233" y="117525"/>
                  <a:pt x="2846" y="80261"/>
                  <a:pt x="0" y="74527"/>
                </a:cubicBezTo>
                <a:cubicBezTo>
                  <a:pt x="2846" y="75961"/>
                  <a:pt x="4270" y="75961"/>
                  <a:pt x="5692" y="77394"/>
                </a:cubicBezTo>
                <a:cubicBezTo>
                  <a:pt x="11386" y="78828"/>
                  <a:pt x="14232" y="77394"/>
                  <a:pt x="17078" y="73095"/>
                </a:cubicBezTo>
                <a:cubicBezTo>
                  <a:pt x="29886" y="54463"/>
                  <a:pt x="42695" y="35831"/>
                  <a:pt x="55503" y="17198"/>
                </a:cubicBezTo>
                <a:cubicBezTo>
                  <a:pt x="59773" y="11466"/>
                  <a:pt x="58349" y="8599"/>
                  <a:pt x="55503" y="4300"/>
                </a:cubicBezTo>
                <a:cubicBezTo>
                  <a:pt x="54079" y="2866"/>
                  <a:pt x="54079" y="1434"/>
                  <a:pt x="52657" y="0"/>
                </a:cubicBezTo>
                <a:cubicBezTo>
                  <a:pt x="56926" y="1434"/>
                  <a:pt x="108160" y="38697"/>
                  <a:pt x="116698" y="47296"/>
                </a:cubicBezTo>
                <a:cubicBezTo>
                  <a:pt x="112428" y="54463"/>
                  <a:pt x="103890" y="65928"/>
                  <a:pt x="99620" y="68795"/>
                </a:cubicBezTo>
                <a:cubicBezTo>
                  <a:pt x="99620" y="67362"/>
                  <a:pt x="99620" y="65928"/>
                  <a:pt x="99620" y="65928"/>
                </a:cubicBezTo>
                <a:cubicBezTo>
                  <a:pt x="105312" y="51596"/>
                  <a:pt x="102466" y="42997"/>
                  <a:pt x="92504" y="34398"/>
                </a:cubicBezTo>
                <a:cubicBezTo>
                  <a:pt x="89658" y="31532"/>
                  <a:pt x="86812" y="28665"/>
                  <a:pt x="82542" y="27231"/>
                </a:cubicBezTo>
                <a:cubicBezTo>
                  <a:pt x="79696" y="24365"/>
                  <a:pt x="76850" y="25798"/>
                  <a:pt x="75427" y="28665"/>
                </a:cubicBezTo>
                <a:cubicBezTo>
                  <a:pt x="69734" y="35831"/>
                  <a:pt x="64041" y="42997"/>
                  <a:pt x="58349" y="51596"/>
                </a:cubicBezTo>
                <a:cubicBezTo>
                  <a:pt x="58349" y="53030"/>
                  <a:pt x="56926" y="54463"/>
                  <a:pt x="56926" y="55897"/>
                </a:cubicBezTo>
                <a:cubicBezTo>
                  <a:pt x="61195" y="60195"/>
                  <a:pt x="65465" y="63062"/>
                  <a:pt x="72580" y="61629"/>
                </a:cubicBezTo>
                <a:cubicBezTo>
                  <a:pt x="76850" y="60195"/>
                  <a:pt x="82542" y="55897"/>
                  <a:pt x="86812" y="5303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5" name="Freeform 65"/>
          <p:cNvSpPr/>
          <p:nvPr/>
        </p:nvSpPr>
        <p:spPr>
          <a:xfrm>
            <a:off x="5461000" y="2971800"/>
            <a:ext cx="100712" cy="95915"/>
          </a:xfrm>
          <a:custGeom>
            <a:avLst/>
            <a:gdLst/>
            <a:ahLst/>
            <a:cxnLst/>
            <a:rect l="l" t="t" r="r" b="b"/>
            <a:pathLst>
              <a:path w="100712" h="95915">
                <a:moveTo>
                  <a:pt x="69506" y="28211"/>
                </a:moveTo>
                <a:cubicBezTo>
                  <a:pt x="62413" y="31031"/>
                  <a:pt x="55321" y="33853"/>
                  <a:pt x="52484" y="40905"/>
                </a:cubicBezTo>
                <a:cubicBezTo>
                  <a:pt x="51065" y="45137"/>
                  <a:pt x="51065" y="49369"/>
                  <a:pt x="53903" y="55010"/>
                </a:cubicBezTo>
                <a:cubicBezTo>
                  <a:pt x="56739" y="53600"/>
                  <a:pt x="59576" y="53600"/>
                  <a:pt x="62413" y="53600"/>
                </a:cubicBezTo>
                <a:cubicBezTo>
                  <a:pt x="69506" y="52189"/>
                  <a:pt x="76598" y="50780"/>
                  <a:pt x="85109" y="50780"/>
                </a:cubicBezTo>
                <a:cubicBezTo>
                  <a:pt x="89364" y="49369"/>
                  <a:pt x="90782" y="47958"/>
                  <a:pt x="92201" y="42316"/>
                </a:cubicBezTo>
                <a:cubicBezTo>
                  <a:pt x="92201" y="25390"/>
                  <a:pt x="83690" y="11284"/>
                  <a:pt x="68087" y="5643"/>
                </a:cubicBezTo>
                <a:cubicBezTo>
                  <a:pt x="66669" y="4232"/>
                  <a:pt x="63831" y="4232"/>
                  <a:pt x="62413" y="0"/>
                </a:cubicBezTo>
                <a:cubicBezTo>
                  <a:pt x="72343" y="0"/>
                  <a:pt x="80853" y="1411"/>
                  <a:pt x="89364" y="1411"/>
                </a:cubicBezTo>
                <a:cubicBezTo>
                  <a:pt x="92201" y="7052"/>
                  <a:pt x="100712" y="76168"/>
                  <a:pt x="99294" y="83222"/>
                </a:cubicBezTo>
                <a:cubicBezTo>
                  <a:pt x="97875" y="80400"/>
                  <a:pt x="97875" y="78990"/>
                  <a:pt x="96456" y="77579"/>
                </a:cubicBezTo>
                <a:cubicBezTo>
                  <a:pt x="95038" y="73348"/>
                  <a:pt x="92201" y="71937"/>
                  <a:pt x="87946" y="71937"/>
                </a:cubicBezTo>
                <a:cubicBezTo>
                  <a:pt x="65250" y="74759"/>
                  <a:pt x="43972" y="77579"/>
                  <a:pt x="22696" y="81811"/>
                </a:cubicBezTo>
                <a:cubicBezTo>
                  <a:pt x="17022" y="81811"/>
                  <a:pt x="14185" y="84632"/>
                  <a:pt x="12766" y="91684"/>
                </a:cubicBezTo>
                <a:cubicBezTo>
                  <a:pt x="12766" y="93095"/>
                  <a:pt x="12766" y="94506"/>
                  <a:pt x="12766" y="95915"/>
                </a:cubicBezTo>
                <a:cubicBezTo>
                  <a:pt x="9929" y="91684"/>
                  <a:pt x="0" y="23979"/>
                  <a:pt x="1419" y="15516"/>
                </a:cubicBezTo>
                <a:cubicBezTo>
                  <a:pt x="9929" y="14106"/>
                  <a:pt x="17022" y="12695"/>
                  <a:pt x="25532" y="12695"/>
                </a:cubicBezTo>
                <a:cubicBezTo>
                  <a:pt x="25532" y="12695"/>
                  <a:pt x="26951" y="12695"/>
                  <a:pt x="26951" y="14106"/>
                </a:cubicBezTo>
                <a:cubicBezTo>
                  <a:pt x="25532" y="14106"/>
                  <a:pt x="25532" y="15516"/>
                  <a:pt x="24115" y="15516"/>
                </a:cubicBezTo>
                <a:cubicBezTo>
                  <a:pt x="11347" y="19747"/>
                  <a:pt x="7093" y="29621"/>
                  <a:pt x="8510" y="42316"/>
                </a:cubicBezTo>
                <a:cubicBezTo>
                  <a:pt x="8510" y="45137"/>
                  <a:pt x="8510" y="49369"/>
                  <a:pt x="9929" y="53600"/>
                </a:cubicBezTo>
                <a:cubicBezTo>
                  <a:pt x="9929" y="59242"/>
                  <a:pt x="11347" y="60653"/>
                  <a:pt x="18440" y="59242"/>
                </a:cubicBezTo>
                <a:cubicBezTo>
                  <a:pt x="28369" y="57832"/>
                  <a:pt x="36881" y="56421"/>
                  <a:pt x="46810" y="55010"/>
                </a:cubicBezTo>
                <a:cubicBezTo>
                  <a:pt x="48228" y="47958"/>
                  <a:pt x="46810" y="42316"/>
                  <a:pt x="41135" y="39494"/>
                </a:cubicBezTo>
                <a:cubicBezTo>
                  <a:pt x="36881" y="36674"/>
                  <a:pt x="31206" y="35263"/>
                  <a:pt x="25532" y="33853"/>
                </a:cubicBezTo>
                <a:cubicBezTo>
                  <a:pt x="25532" y="32442"/>
                  <a:pt x="26951" y="32442"/>
                  <a:pt x="26951" y="31031"/>
                </a:cubicBezTo>
                <a:cubicBezTo>
                  <a:pt x="41135" y="29621"/>
                  <a:pt x="55321" y="28211"/>
                  <a:pt x="69506" y="25390"/>
                </a:cubicBezTo>
                <a:cubicBezTo>
                  <a:pt x="69506" y="26800"/>
                  <a:pt x="69506" y="26800"/>
                  <a:pt x="69506" y="2821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6" name="Freeform 66"/>
          <p:cNvSpPr/>
          <p:nvPr/>
        </p:nvSpPr>
        <p:spPr>
          <a:xfrm>
            <a:off x="5981700" y="3479800"/>
            <a:ext cx="70338" cy="100712"/>
          </a:xfrm>
          <a:custGeom>
            <a:avLst/>
            <a:gdLst/>
            <a:ahLst/>
            <a:cxnLst/>
            <a:rect l="l" t="t" r="r" b="b"/>
            <a:pathLst>
              <a:path w="70338" h="100712">
                <a:moveTo>
                  <a:pt x="23915" y="50355"/>
                </a:moveTo>
                <a:cubicBezTo>
                  <a:pt x="21101" y="47479"/>
                  <a:pt x="16881" y="43162"/>
                  <a:pt x="14068" y="38845"/>
                </a:cubicBezTo>
                <a:cubicBezTo>
                  <a:pt x="9848" y="31652"/>
                  <a:pt x="8440" y="24459"/>
                  <a:pt x="11253" y="15827"/>
                </a:cubicBezTo>
                <a:cubicBezTo>
                  <a:pt x="14068" y="8632"/>
                  <a:pt x="19695" y="4317"/>
                  <a:pt x="26728" y="1439"/>
                </a:cubicBezTo>
                <a:cubicBezTo>
                  <a:pt x="36576" y="0"/>
                  <a:pt x="46424" y="0"/>
                  <a:pt x="54864" y="4317"/>
                </a:cubicBezTo>
                <a:cubicBezTo>
                  <a:pt x="60490" y="7193"/>
                  <a:pt x="64712" y="11510"/>
                  <a:pt x="67525" y="17264"/>
                </a:cubicBezTo>
                <a:cubicBezTo>
                  <a:pt x="70338" y="25898"/>
                  <a:pt x="67525" y="34530"/>
                  <a:pt x="59084" y="38845"/>
                </a:cubicBezTo>
                <a:cubicBezTo>
                  <a:pt x="54864" y="40284"/>
                  <a:pt x="52050" y="41723"/>
                  <a:pt x="47829" y="43162"/>
                </a:cubicBezTo>
                <a:cubicBezTo>
                  <a:pt x="49237" y="44601"/>
                  <a:pt x="50644" y="46040"/>
                  <a:pt x="52050" y="47479"/>
                </a:cubicBezTo>
                <a:cubicBezTo>
                  <a:pt x="56270" y="53233"/>
                  <a:pt x="60490" y="57550"/>
                  <a:pt x="61897" y="63304"/>
                </a:cubicBezTo>
                <a:cubicBezTo>
                  <a:pt x="67525" y="79131"/>
                  <a:pt x="59084" y="94957"/>
                  <a:pt x="42203" y="99273"/>
                </a:cubicBezTo>
                <a:cubicBezTo>
                  <a:pt x="32356" y="100712"/>
                  <a:pt x="22508" y="99273"/>
                  <a:pt x="12661" y="93518"/>
                </a:cubicBezTo>
                <a:cubicBezTo>
                  <a:pt x="4220" y="89202"/>
                  <a:pt x="0" y="82008"/>
                  <a:pt x="1407" y="73376"/>
                </a:cubicBezTo>
                <a:cubicBezTo>
                  <a:pt x="1407" y="63304"/>
                  <a:pt x="7033" y="57550"/>
                  <a:pt x="15475" y="54672"/>
                </a:cubicBezTo>
                <a:cubicBezTo>
                  <a:pt x="18288" y="53233"/>
                  <a:pt x="21101" y="51794"/>
                  <a:pt x="23915" y="50355"/>
                </a:cubicBezTo>
                <a:close/>
                <a:moveTo>
                  <a:pt x="28136" y="54672"/>
                </a:moveTo>
                <a:cubicBezTo>
                  <a:pt x="18288" y="63304"/>
                  <a:pt x="14068" y="77692"/>
                  <a:pt x="19695" y="87763"/>
                </a:cubicBezTo>
                <a:cubicBezTo>
                  <a:pt x="21101" y="93518"/>
                  <a:pt x="25321" y="96396"/>
                  <a:pt x="30949" y="96396"/>
                </a:cubicBezTo>
                <a:cubicBezTo>
                  <a:pt x="36576" y="96396"/>
                  <a:pt x="39389" y="92080"/>
                  <a:pt x="42203" y="87763"/>
                </a:cubicBezTo>
                <a:cubicBezTo>
                  <a:pt x="46424" y="76253"/>
                  <a:pt x="40796" y="63304"/>
                  <a:pt x="28136" y="54672"/>
                </a:cubicBezTo>
                <a:close/>
                <a:moveTo>
                  <a:pt x="43609" y="38845"/>
                </a:moveTo>
                <a:cubicBezTo>
                  <a:pt x="52050" y="33091"/>
                  <a:pt x="54864" y="20142"/>
                  <a:pt x="50644" y="11510"/>
                </a:cubicBezTo>
                <a:cubicBezTo>
                  <a:pt x="49237" y="5754"/>
                  <a:pt x="45016" y="4317"/>
                  <a:pt x="39389" y="4317"/>
                </a:cubicBezTo>
                <a:cubicBezTo>
                  <a:pt x="35169" y="4317"/>
                  <a:pt x="32356" y="7193"/>
                  <a:pt x="29541" y="11510"/>
                </a:cubicBezTo>
                <a:cubicBezTo>
                  <a:pt x="28136" y="15827"/>
                  <a:pt x="28136" y="21581"/>
                  <a:pt x="30949" y="25898"/>
                </a:cubicBezTo>
                <a:cubicBezTo>
                  <a:pt x="33762" y="31652"/>
                  <a:pt x="37982" y="35969"/>
                  <a:pt x="43609" y="3884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7" name="Freeform 67"/>
          <p:cNvSpPr/>
          <p:nvPr/>
        </p:nvSpPr>
        <p:spPr>
          <a:xfrm>
            <a:off x="5499100" y="3136900"/>
            <a:ext cx="103909" cy="89522"/>
          </a:xfrm>
          <a:custGeom>
            <a:avLst/>
            <a:gdLst/>
            <a:ahLst/>
            <a:cxnLst/>
            <a:rect l="l" t="t" r="r" b="b"/>
            <a:pathLst>
              <a:path w="103909" h="89522">
                <a:moveTo>
                  <a:pt x="22466" y="89522"/>
                </a:moveTo>
                <a:cubicBezTo>
                  <a:pt x="21063" y="88101"/>
                  <a:pt x="19658" y="86680"/>
                  <a:pt x="19658" y="85259"/>
                </a:cubicBezTo>
                <a:cubicBezTo>
                  <a:pt x="14042" y="72470"/>
                  <a:pt x="9830" y="59681"/>
                  <a:pt x="4213" y="48313"/>
                </a:cubicBezTo>
                <a:cubicBezTo>
                  <a:pt x="1405" y="41209"/>
                  <a:pt x="0" y="32682"/>
                  <a:pt x="0" y="25578"/>
                </a:cubicBezTo>
                <a:cubicBezTo>
                  <a:pt x="0" y="15631"/>
                  <a:pt x="2808" y="8526"/>
                  <a:pt x="11233" y="4263"/>
                </a:cubicBezTo>
                <a:cubicBezTo>
                  <a:pt x="19658" y="0"/>
                  <a:pt x="26679" y="1421"/>
                  <a:pt x="35104" y="5685"/>
                </a:cubicBezTo>
                <a:cubicBezTo>
                  <a:pt x="39317" y="8526"/>
                  <a:pt x="43529" y="14210"/>
                  <a:pt x="46337" y="18473"/>
                </a:cubicBezTo>
                <a:cubicBezTo>
                  <a:pt x="49146" y="24157"/>
                  <a:pt x="50550" y="31261"/>
                  <a:pt x="53359" y="36946"/>
                </a:cubicBezTo>
                <a:cubicBezTo>
                  <a:pt x="56167" y="35524"/>
                  <a:pt x="57572" y="35524"/>
                  <a:pt x="58975" y="35524"/>
                </a:cubicBezTo>
                <a:cubicBezTo>
                  <a:pt x="64592" y="32682"/>
                  <a:pt x="71613" y="29841"/>
                  <a:pt x="77230" y="26999"/>
                </a:cubicBezTo>
                <a:cubicBezTo>
                  <a:pt x="85655" y="22736"/>
                  <a:pt x="87058" y="21314"/>
                  <a:pt x="85655" y="12789"/>
                </a:cubicBezTo>
                <a:cubicBezTo>
                  <a:pt x="85655" y="11368"/>
                  <a:pt x="85655" y="9947"/>
                  <a:pt x="85655" y="8526"/>
                </a:cubicBezTo>
                <a:cubicBezTo>
                  <a:pt x="89868" y="12789"/>
                  <a:pt x="89868" y="18473"/>
                  <a:pt x="92676" y="22736"/>
                </a:cubicBezTo>
                <a:cubicBezTo>
                  <a:pt x="94080" y="28420"/>
                  <a:pt x="96888" y="32682"/>
                  <a:pt x="98293" y="38367"/>
                </a:cubicBezTo>
                <a:cubicBezTo>
                  <a:pt x="99696" y="42630"/>
                  <a:pt x="103909" y="46892"/>
                  <a:pt x="102504" y="53998"/>
                </a:cubicBezTo>
                <a:cubicBezTo>
                  <a:pt x="101101" y="51156"/>
                  <a:pt x="99696" y="49734"/>
                  <a:pt x="98293" y="48313"/>
                </a:cubicBezTo>
                <a:cubicBezTo>
                  <a:pt x="95484" y="45471"/>
                  <a:pt x="92676" y="44050"/>
                  <a:pt x="89868" y="45471"/>
                </a:cubicBezTo>
                <a:cubicBezTo>
                  <a:pt x="87058" y="46892"/>
                  <a:pt x="84251" y="48313"/>
                  <a:pt x="81443" y="49734"/>
                </a:cubicBezTo>
                <a:cubicBezTo>
                  <a:pt x="64592" y="56839"/>
                  <a:pt x="47742" y="63944"/>
                  <a:pt x="30891" y="71049"/>
                </a:cubicBezTo>
                <a:cubicBezTo>
                  <a:pt x="22466" y="75312"/>
                  <a:pt x="22466" y="76733"/>
                  <a:pt x="22466" y="86680"/>
                </a:cubicBezTo>
                <a:cubicBezTo>
                  <a:pt x="22466" y="88101"/>
                  <a:pt x="22466" y="88101"/>
                  <a:pt x="22466" y="89522"/>
                </a:cubicBezTo>
                <a:close/>
                <a:moveTo>
                  <a:pt x="50550" y="38367"/>
                </a:moveTo>
                <a:cubicBezTo>
                  <a:pt x="47742" y="35524"/>
                  <a:pt x="47742" y="31261"/>
                  <a:pt x="44934" y="28420"/>
                </a:cubicBezTo>
                <a:cubicBezTo>
                  <a:pt x="40721" y="22736"/>
                  <a:pt x="35104" y="19893"/>
                  <a:pt x="29488" y="22736"/>
                </a:cubicBezTo>
                <a:cubicBezTo>
                  <a:pt x="23871" y="24157"/>
                  <a:pt x="18254" y="26999"/>
                  <a:pt x="14042" y="29841"/>
                </a:cubicBezTo>
                <a:cubicBezTo>
                  <a:pt x="7021" y="34103"/>
                  <a:pt x="5617" y="42630"/>
                  <a:pt x="9830" y="49734"/>
                </a:cubicBezTo>
                <a:cubicBezTo>
                  <a:pt x="12638" y="53998"/>
                  <a:pt x="14042" y="55419"/>
                  <a:pt x="18254" y="53998"/>
                </a:cubicBezTo>
                <a:cubicBezTo>
                  <a:pt x="28084" y="48313"/>
                  <a:pt x="39317" y="44050"/>
                  <a:pt x="50550" y="383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8" name="Freeform 68"/>
          <p:cNvSpPr/>
          <p:nvPr/>
        </p:nvSpPr>
        <p:spPr>
          <a:xfrm>
            <a:off x="5562600" y="2400300"/>
            <a:ext cx="123092" cy="134282"/>
          </a:xfrm>
          <a:custGeom>
            <a:avLst/>
            <a:gdLst/>
            <a:ahLst/>
            <a:cxnLst/>
            <a:rect l="l" t="t" r="r" b="b"/>
            <a:pathLst>
              <a:path w="123092" h="134282">
                <a:moveTo>
                  <a:pt x="0" y="72088"/>
                </a:moveTo>
                <a:cubicBezTo>
                  <a:pt x="2830" y="69261"/>
                  <a:pt x="7074" y="65020"/>
                  <a:pt x="8489" y="60780"/>
                </a:cubicBezTo>
                <a:cubicBezTo>
                  <a:pt x="14149" y="52300"/>
                  <a:pt x="21223" y="49473"/>
                  <a:pt x="31126" y="50886"/>
                </a:cubicBezTo>
                <a:cubicBezTo>
                  <a:pt x="48105" y="50886"/>
                  <a:pt x="66498" y="50886"/>
                  <a:pt x="83476" y="50886"/>
                </a:cubicBezTo>
                <a:cubicBezTo>
                  <a:pt x="86305" y="50886"/>
                  <a:pt x="87720" y="50886"/>
                  <a:pt x="90551" y="50886"/>
                </a:cubicBezTo>
                <a:cubicBezTo>
                  <a:pt x="89136" y="49473"/>
                  <a:pt x="89136" y="48059"/>
                  <a:pt x="87720" y="46646"/>
                </a:cubicBezTo>
                <a:cubicBezTo>
                  <a:pt x="79231" y="39578"/>
                  <a:pt x="70743" y="32511"/>
                  <a:pt x="62253" y="25443"/>
                </a:cubicBezTo>
                <a:cubicBezTo>
                  <a:pt x="53764" y="16962"/>
                  <a:pt x="52349" y="16962"/>
                  <a:pt x="42446" y="22616"/>
                </a:cubicBezTo>
                <a:cubicBezTo>
                  <a:pt x="42446" y="24030"/>
                  <a:pt x="42446" y="22616"/>
                  <a:pt x="41031" y="22616"/>
                </a:cubicBezTo>
                <a:cubicBezTo>
                  <a:pt x="42446" y="18376"/>
                  <a:pt x="53764" y="4241"/>
                  <a:pt x="59423" y="0"/>
                </a:cubicBezTo>
                <a:cubicBezTo>
                  <a:pt x="59423" y="2827"/>
                  <a:pt x="59423" y="2827"/>
                  <a:pt x="59423" y="4241"/>
                </a:cubicBezTo>
                <a:cubicBezTo>
                  <a:pt x="56594" y="9895"/>
                  <a:pt x="58009" y="14135"/>
                  <a:pt x="62253" y="18376"/>
                </a:cubicBezTo>
                <a:cubicBezTo>
                  <a:pt x="76402" y="29684"/>
                  <a:pt x="90551" y="42405"/>
                  <a:pt x="104699" y="53713"/>
                </a:cubicBezTo>
                <a:cubicBezTo>
                  <a:pt x="110358" y="59366"/>
                  <a:pt x="116018" y="65020"/>
                  <a:pt x="123092" y="70674"/>
                </a:cubicBezTo>
                <a:cubicBezTo>
                  <a:pt x="120263" y="72088"/>
                  <a:pt x="118848" y="73501"/>
                  <a:pt x="117433" y="73501"/>
                </a:cubicBezTo>
                <a:cubicBezTo>
                  <a:pt x="114604" y="73501"/>
                  <a:pt x="111773" y="73501"/>
                  <a:pt x="108943" y="73501"/>
                </a:cubicBezTo>
                <a:cubicBezTo>
                  <a:pt x="84891" y="73501"/>
                  <a:pt x="59423" y="73501"/>
                  <a:pt x="35371" y="72088"/>
                </a:cubicBezTo>
                <a:cubicBezTo>
                  <a:pt x="32541" y="72088"/>
                  <a:pt x="31126" y="72088"/>
                  <a:pt x="26882" y="72088"/>
                </a:cubicBezTo>
                <a:cubicBezTo>
                  <a:pt x="28297" y="74915"/>
                  <a:pt x="29712" y="76328"/>
                  <a:pt x="31126" y="77742"/>
                </a:cubicBezTo>
                <a:cubicBezTo>
                  <a:pt x="42446" y="87636"/>
                  <a:pt x="55179" y="97531"/>
                  <a:pt x="66498" y="108839"/>
                </a:cubicBezTo>
                <a:cubicBezTo>
                  <a:pt x="72158" y="114493"/>
                  <a:pt x="77817" y="117320"/>
                  <a:pt x="86305" y="110253"/>
                </a:cubicBezTo>
                <a:cubicBezTo>
                  <a:pt x="86305" y="108839"/>
                  <a:pt x="86305" y="108839"/>
                  <a:pt x="86305" y="108839"/>
                </a:cubicBezTo>
                <a:cubicBezTo>
                  <a:pt x="86305" y="113080"/>
                  <a:pt x="73572" y="130042"/>
                  <a:pt x="67913" y="134282"/>
                </a:cubicBezTo>
                <a:cubicBezTo>
                  <a:pt x="67913" y="131455"/>
                  <a:pt x="67913" y="130042"/>
                  <a:pt x="69328" y="128628"/>
                </a:cubicBezTo>
                <a:cubicBezTo>
                  <a:pt x="72158" y="122974"/>
                  <a:pt x="70743" y="120147"/>
                  <a:pt x="66498" y="115907"/>
                </a:cubicBezTo>
                <a:cubicBezTo>
                  <a:pt x="58009" y="108839"/>
                  <a:pt x="49520" y="101771"/>
                  <a:pt x="42446" y="94704"/>
                </a:cubicBezTo>
                <a:cubicBezTo>
                  <a:pt x="35371" y="87636"/>
                  <a:pt x="28297" y="81982"/>
                  <a:pt x="21223" y="76328"/>
                </a:cubicBezTo>
                <a:cubicBezTo>
                  <a:pt x="16979" y="72088"/>
                  <a:pt x="14149" y="72088"/>
                  <a:pt x="9903" y="72088"/>
                </a:cubicBezTo>
                <a:cubicBezTo>
                  <a:pt x="7074" y="73501"/>
                  <a:pt x="4244" y="73501"/>
                  <a:pt x="1415" y="73501"/>
                </a:cubicBezTo>
                <a:cubicBezTo>
                  <a:pt x="0" y="73501"/>
                  <a:pt x="0" y="73501"/>
                  <a:pt x="0" y="7208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69" name="Freeform 69"/>
          <p:cNvSpPr/>
          <p:nvPr/>
        </p:nvSpPr>
        <p:spPr>
          <a:xfrm>
            <a:off x="6286500" y="3429000"/>
            <a:ext cx="86324" cy="99113"/>
          </a:xfrm>
          <a:custGeom>
            <a:avLst/>
            <a:gdLst/>
            <a:ahLst/>
            <a:cxnLst/>
            <a:rect l="l" t="t" r="r" b="b"/>
            <a:pathLst>
              <a:path w="86324" h="99113">
                <a:moveTo>
                  <a:pt x="50945" y="36813"/>
                </a:moveTo>
                <a:cubicBezTo>
                  <a:pt x="56606" y="38230"/>
                  <a:pt x="60851" y="39646"/>
                  <a:pt x="65096" y="41062"/>
                </a:cubicBezTo>
                <a:cubicBezTo>
                  <a:pt x="76418" y="43892"/>
                  <a:pt x="83494" y="52389"/>
                  <a:pt x="84908" y="63716"/>
                </a:cubicBezTo>
                <a:cubicBezTo>
                  <a:pt x="86324" y="72211"/>
                  <a:pt x="83494" y="77875"/>
                  <a:pt x="77833" y="83538"/>
                </a:cubicBezTo>
                <a:cubicBezTo>
                  <a:pt x="70757" y="92033"/>
                  <a:pt x="59436" y="97697"/>
                  <a:pt x="48115" y="97697"/>
                </a:cubicBezTo>
                <a:cubicBezTo>
                  <a:pt x="39624" y="99113"/>
                  <a:pt x="33964" y="94865"/>
                  <a:pt x="29718" y="87786"/>
                </a:cubicBezTo>
                <a:cubicBezTo>
                  <a:pt x="24058" y="80706"/>
                  <a:pt x="24058" y="72211"/>
                  <a:pt x="29718" y="65132"/>
                </a:cubicBezTo>
                <a:cubicBezTo>
                  <a:pt x="31133" y="62300"/>
                  <a:pt x="33964" y="59468"/>
                  <a:pt x="36794" y="55220"/>
                </a:cubicBezTo>
                <a:cubicBezTo>
                  <a:pt x="32549" y="55220"/>
                  <a:pt x="28303" y="53805"/>
                  <a:pt x="24058" y="52389"/>
                </a:cubicBezTo>
                <a:cubicBezTo>
                  <a:pt x="4246" y="45309"/>
                  <a:pt x="0" y="24070"/>
                  <a:pt x="15566" y="11327"/>
                </a:cubicBezTo>
                <a:cubicBezTo>
                  <a:pt x="22643" y="5664"/>
                  <a:pt x="31133" y="1416"/>
                  <a:pt x="39624" y="0"/>
                </a:cubicBezTo>
                <a:cubicBezTo>
                  <a:pt x="48115" y="0"/>
                  <a:pt x="55190" y="2832"/>
                  <a:pt x="59436" y="9911"/>
                </a:cubicBezTo>
                <a:cubicBezTo>
                  <a:pt x="63682" y="16991"/>
                  <a:pt x="60851" y="24070"/>
                  <a:pt x="56606" y="29735"/>
                </a:cubicBezTo>
                <a:cubicBezTo>
                  <a:pt x="55190" y="32565"/>
                  <a:pt x="53776" y="33981"/>
                  <a:pt x="50945" y="36813"/>
                </a:cubicBezTo>
                <a:close/>
                <a:moveTo>
                  <a:pt x="41039" y="56636"/>
                </a:moveTo>
                <a:cubicBezTo>
                  <a:pt x="41039" y="60884"/>
                  <a:pt x="39624" y="65132"/>
                  <a:pt x="39624" y="67963"/>
                </a:cubicBezTo>
                <a:cubicBezTo>
                  <a:pt x="41039" y="76459"/>
                  <a:pt x="45284" y="83538"/>
                  <a:pt x="52361" y="89202"/>
                </a:cubicBezTo>
                <a:cubicBezTo>
                  <a:pt x="56606" y="92033"/>
                  <a:pt x="60851" y="93449"/>
                  <a:pt x="65096" y="90617"/>
                </a:cubicBezTo>
                <a:cubicBezTo>
                  <a:pt x="70757" y="87786"/>
                  <a:pt x="72173" y="82122"/>
                  <a:pt x="70757" y="77875"/>
                </a:cubicBezTo>
                <a:cubicBezTo>
                  <a:pt x="69342" y="69379"/>
                  <a:pt x="65096" y="63716"/>
                  <a:pt x="58021" y="60884"/>
                </a:cubicBezTo>
                <a:cubicBezTo>
                  <a:pt x="52361" y="58052"/>
                  <a:pt x="48115" y="58052"/>
                  <a:pt x="41039" y="56636"/>
                </a:cubicBezTo>
                <a:close/>
                <a:moveTo>
                  <a:pt x="46700" y="36813"/>
                </a:moveTo>
                <a:cubicBezTo>
                  <a:pt x="49530" y="25486"/>
                  <a:pt x="46700" y="16991"/>
                  <a:pt x="39624" y="9911"/>
                </a:cubicBezTo>
                <a:cubicBezTo>
                  <a:pt x="36794" y="7079"/>
                  <a:pt x="33964" y="7079"/>
                  <a:pt x="31133" y="7079"/>
                </a:cubicBezTo>
                <a:cubicBezTo>
                  <a:pt x="25472" y="7079"/>
                  <a:pt x="22643" y="9911"/>
                  <a:pt x="19812" y="14159"/>
                </a:cubicBezTo>
                <a:cubicBezTo>
                  <a:pt x="18397" y="18406"/>
                  <a:pt x="19812" y="22654"/>
                  <a:pt x="22643" y="26902"/>
                </a:cubicBezTo>
                <a:cubicBezTo>
                  <a:pt x="29718" y="33981"/>
                  <a:pt x="36794" y="35397"/>
                  <a:pt x="46700" y="368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0" name="Freeform 70"/>
          <p:cNvSpPr/>
          <p:nvPr/>
        </p:nvSpPr>
        <p:spPr>
          <a:xfrm>
            <a:off x="5676900" y="2286000"/>
            <a:ext cx="116698" cy="113501"/>
          </a:xfrm>
          <a:custGeom>
            <a:avLst/>
            <a:gdLst/>
            <a:ahLst/>
            <a:cxnLst/>
            <a:rect l="l" t="t" r="r" b="b"/>
            <a:pathLst>
              <a:path w="116698" h="113501">
                <a:moveTo>
                  <a:pt x="62619" y="0"/>
                </a:moveTo>
                <a:cubicBezTo>
                  <a:pt x="66888" y="2837"/>
                  <a:pt x="79696" y="19863"/>
                  <a:pt x="81119" y="26957"/>
                </a:cubicBezTo>
                <a:cubicBezTo>
                  <a:pt x="79696" y="28376"/>
                  <a:pt x="78273" y="25537"/>
                  <a:pt x="75427" y="25537"/>
                </a:cubicBezTo>
                <a:cubicBezTo>
                  <a:pt x="68311" y="21281"/>
                  <a:pt x="61195" y="19863"/>
                  <a:pt x="54079" y="19863"/>
                </a:cubicBezTo>
                <a:cubicBezTo>
                  <a:pt x="37001" y="19863"/>
                  <a:pt x="25617" y="32631"/>
                  <a:pt x="29886" y="49657"/>
                </a:cubicBezTo>
                <a:cubicBezTo>
                  <a:pt x="35579" y="68101"/>
                  <a:pt x="46963" y="85126"/>
                  <a:pt x="62619" y="96476"/>
                </a:cubicBezTo>
                <a:cubicBezTo>
                  <a:pt x="74004" y="104988"/>
                  <a:pt x="85388" y="103570"/>
                  <a:pt x="95350" y="93638"/>
                </a:cubicBezTo>
                <a:cubicBezTo>
                  <a:pt x="99620" y="89383"/>
                  <a:pt x="101044" y="85126"/>
                  <a:pt x="96774" y="79451"/>
                </a:cubicBezTo>
                <a:cubicBezTo>
                  <a:pt x="93928" y="76613"/>
                  <a:pt x="91082" y="72357"/>
                  <a:pt x="88235" y="68101"/>
                </a:cubicBezTo>
                <a:cubicBezTo>
                  <a:pt x="83966" y="62426"/>
                  <a:pt x="82542" y="62426"/>
                  <a:pt x="75427" y="65263"/>
                </a:cubicBezTo>
                <a:cubicBezTo>
                  <a:pt x="74004" y="66681"/>
                  <a:pt x="72580" y="66681"/>
                  <a:pt x="71157" y="66681"/>
                </a:cubicBezTo>
                <a:cubicBezTo>
                  <a:pt x="74004" y="62426"/>
                  <a:pt x="78273" y="59588"/>
                  <a:pt x="82542" y="56750"/>
                </a:cubicBezTo>
                <a:cubicBezTo>
                  <a:pt x="86812" y="53913"/>
                  <a:pt x="91082" y="49657"/>
                  <a:pt x="95350" y="46819"/>
                </a:cubicBezTo>
                <a:cubicBezTo>
                  <a:pt x="99620" y="43981"/>
                  <a:pt x="102466" y="41144"/>
                  <a:pt x="106736" y="38307"/>
                </a:cubicBezTo>
                <a:cubicBezTo>
                  <a:pt x="108160" y="38307"/>
                  <a:pt x="108160" y="38307"/>
                  <a:pt x="108160" y="39726"/>
                </a:cubicBezTo>
                <a:cubicBezTo>
                  <a:pt x="108160" y="39726"/>
                  <a:pt x="106736" y="41144"/>
                  <a:pt x="106736" y="41144"/>
                </a:cubicBezTo>
                <a:cubicBezTo>
                  <a:pt x="102466" y="48238"/>
                  <a:pt x="101044" y="51076"/>
                  <a:pt x="106736" y="56750"/>
                </a:cubicBezTo>
                <a:cubicBezTo>
                  <a:pt x="109582" y="62426"/>
                  <a:pt x="113852" y="66681"/>
                  <a:pt x="116698" y="70938"/>
                </a:cubicBezTo>
                <a:cubicBezTo>
                  <a:pt x="116698" y="72357"/>
                  <a:pt x="116698" y="72357"/>
                  <a:pt x="116698" y="73776"/>
                </a:cubicBezTo>
                <a:cubicBezTo>
                  <a:pt x="105312" y="90801"/>
                  <a:pt x="91082" y="104988"/>
                  <a:pt x="69734" y="110664"/>
                </a:cubicBezTo>
                <a:cubicBezTo>
                  <a:pt x="61195" y="113501"/>
                  <a:pt x="52657" y="112083"/>
                  <a:pt x="44117" y="107826"/>
                </a:cubicBezTo>
                <a:cubicBezTo>
                  <a:pt x="15654" y="93638"/>
                  <a:pt x="0" y="49657"/>
                  <a:pt x="34155" y="21281"/>
                </a:cubicBezTo>
                <a:cubicBezTo>
                  <a:pt x="38425" y="18444"/>
                  <a:pt x="45541" y="17026"/>
                  <a:pt x="51233" y="14187"/>
                </a:cubicBezTo>
                <a:cubicBezTo>
                  <a:pt x="52657" y="12769"/>
                  <a:pt x="54079" y="12769"/>
                  <a:pt x="55503" y="12769"/>
                </a:cubicBezTo>
                <a:cubicBezTo>
                  <a:pt x="62619" y="9931"/>
                  <a:pt x="62619" y="9931"/>
                  <a:pt x="62619" y="2837"/>
                </a:cubicBezTo>
                <a:cubicBezTo>
                  <a:pt x="62619" y="2837"/>
                  <a:pt x="62619" y="2837"/>
                  <a:pt x="62619" y="1419"/>
                </a:cubicBezTo>
                <a:cubicBezTo>
                  <a:pt x="62619" y="1419"/>
                  <a:pt x="62619" y="1419"/>
                  <a:pt x="62619"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1" name="Freeform 71"/>
          <p:cNvSpPr/>
          <p:nvPr/>
        </p:nvSpPr>
        <p:spPr>
          <a:xfrm>
            <a:off x="6032500" y="2184400"/>
            <a:ext cx="92719" cy="100712"/>
          </a:xfrm>
          <a:custGeom>
            <a:avLst/>
            <a:gdLst/>
            <a:ahLst/>
            <a:cxnLst/>
            <a:rect l="l" t="t" r="r" b="b"/>
            <a:pathLst>
              <a:path w="92719" h="100712">
                <a:moveTo>
                  <a:pt x="82734" y="99273"/>
                </a:moveTo>
                <a:cubicBezTo>
                  <a:pt x="77028" y="100712"/>
                  <a:pt x="77028" y="97834"/>
                  <a:pt x="75602" y="94957"/>
                </a:cubicBezTo>
                <a:cubicBezTo>
                  <a:pt x="61337" y="79131"/>
                  <a:pt x="48499" y="61866"/>
                  <a:pt x="35662" y="44601"/>
                </a:cubicBezTo>
                <a:cubicBezTo>
                  <a:pt x="29955" y="38845"/>
                  <a:pt x="24249" y="31652"/>
                  <a:pt x="18543" y="24459"/>
                </a:cubicBezTo>
                <a:cubicBezTo>
                  <a:pt x="18543" y="27335"/>
                  <a:pt x="17117" y="28774"/>
                  <a:pt x="17117" y="30213"/>
                </a:cubicBezTo>
                <a:cubicBezTo>
                  <a:pt x="17117" y="47479"/>
                  <a:pt x="17117" y="63304"/>
                  <a:pt x="17117" y="80570"/>
                </a:cubicBezTo>
                <a:cubicBezTo>
                  <a:pt x="17117" y="90641"/>
                  <a:pt x="18543" y="92080"/>
                  <a:pt x="28529" y="94957"/>
                </a:cubicBezTo>
                <a:cubicBezTo>
                  <a:pt x="28529" y="96396"/>
                  <a:pt x="29955" y="96396"/>
                  <a:pt x="29955" y="97834"/>
                </a:cubicBezTo>
                <a:cubicBezTo>
                  <a:pt x="25676" y="99273"/>
                  <a:pt x="7132" y="99273"/>
                  <a:pt x="0" y="97834"/>
                </a:cubicBezTo>
                <a:cubicBezTo>
                  <a:pt x="1426" y="96396"/>
                  <a:pt x="2852" y="94957"/>
                  <a:pt x="4280" y="94957"/>
                </a:cubicBezTo>
                <a:cubicBezTo>
                  <a:pt x="9985" y="93518"/>
                  <a:pt x="12838" y="90641"/>
                  <a:pt x="12838" y="83447"/>
                </a:cubicBezTo>
                <a:cubicBezTo>
                  <a:pt x="12838" y="63304"/>
                  <a:pt x="12838" y="41723"/>
                  <a:pt x="12838" y="20142"/>
                </a:cubicBezTo>
                <a:cubicBezTo>
                  <a:pt x="12838" y="15827"/>
                  <a:pt x="9985" y="12949"/>
                  <a:pt x="8559" y="11510"/>
                </a:cubicBezTo>
                <a:cubicBezTo>
                  <a:pt x="5706" y="8632"/>
                  <a:pt x="2852" y="5754"/>
                  <a:pt x="0" y="2878"/>
                </a:cubicBezTo>
                <a:cubicBezTo>
                  <a:pt x="5706" y="1439"/>
                  <a:pt x="9985" y="2878"/>
                  <a:pt x="14265" y="1439"/>
                </a:cubicBezTo>
                <a:cubicBezTo>
                  <a:pt x="25676" y="0"/>
                  <a:pt x="31382" y="4317"/>
                  <a:pt x="38514" y="12949"/>
                </a:cubicBezTo>
                <a:cubicBezTo>
                  <a:pt x="48499" y="27335"/>
                  <a:pt x="59911" y="41723"/>
                  <a:pt x="71322" y="56111"/>
                </a:cubicBezTo>
                <a:cubicBezTo>
                  <a:pt x="72748" y="57550"/>
                  <a:pt x="74176" y="58989"/>
                  <a:pt x="77028" y="60427"/>
                </a:cubicBezTo>
                <a:cubicBezTo>
                  <a:pt x="77028" y="58989"/>
                  <a:pt x="77028" y="56111"/>
                  <a:pt x="77028" y="54672"/>
                </a:cubicBezTo>
                <a:cubicBezTo>
                  <a:pt x="77028" y="43162"/>
                  <a:pt x="77028" y="33091"/>
                  <a:pt x="77028" y="21581"/>
                </a:cubicBezTo>
                <a:cubicBezTo>
                  <a:pt x="77028" y="12949"/>
                  <a:pt x="75602" y="5754"/>
                  <a:pt x="65617" y="4317"/>
                </a:cubicBezTo>
                <a:cubicBezTo>
                  <a:pt x="65617" y="4317"/>
                  <a:pt x="64190" y="4317"/>
                  <a:pt x="64190" y="4317"/>
                </a:cubicBezTo>
                <a:cubicBezTo>
                  <a:pt x="68470" y="1439"/>
                  <a:pt x="87013" y="1439"/>
                  <a:pt x="92719" y="2878"/>
                </a:cubicBezTo>
                <a:cubicBezTo>
                  <a:pt x="91293" y="4317"/>
                  <a:pt x="91293" y="4317"/>
                  <a:pt x="89866" y="5754"/>
                </a:cubicBezTo>
                <a:cubicBezTo>
                  <a:pt x="84160" y="7193"/>
                  <a:pt x="81308" y="11510"/>
                  <a:pt x="82734" y="17264"/>
                </a:cubicBezTo>
                <a:cubicBezTo>
                  <a:pt x="82734" y="24459"/>
                  <a:pt x="82734" y="31652"/>
                  <a:pt x="82734" y="37408"/>
                </a:cubicBezTo>
                <a:cubicBezTo>
                  <a:pt x="82734" y="56111"/>
                  <a:pt x="82734" y="73376"/>
                  <a:pt x="82734" y="92080"/>
                </a:cubicBezTo>
                <a:cubicBezTo>
                  <a:pt x="82734" y="94957"/>
                  <a:pt x="82734" y="96396"/>
                  <a:pt x="82734" y="9927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2" name="Freeform 72"/>
          <p:cNvSpPr/>
          <p:nvPr/>
        </p:nvSpPr>
        <p:spPr>
          <a:xfrm>
            <a:off x="6146800" y="3479800"/>
            <a:ext cx="71937" cy="102310"/>
          </a:xfrm>
          <a:custGeom>
            <a:avLst/>
            <a:gdLst/>
            <a:ahLst/>
            <a:cxnLst/>
            <a:rect l="l" t="t" r="r" b="b"/>
            <a:pathLst>
              <a:path w="71937" h="102310">
                <a:moveTo>
                  <a:pt x="12949" y="102310"/>
                </a:moveTo>
                <a:cubicBezTo>
                  <a:pt x="31652" y="95105"/>
                  <a:pt x="41723" y="79254"/>
                  <a:pt x="44601" y="59080"/>
                </a:cubicBezTo>
                <a:cubicBezTo>
                  <a:pt x="40284" y="60522"/>
                  <a:pt x="37408" y="61962"/>
                  <a:pt x="33091" y="63403"/>
                </a:cubicBezTo>
                <a:cubicBezTo>
                  <a:pt x="20142" y="66285"/>
                  <a:pt x="10071" y="60522"/>
                  <a:pt x="4317" y="47553"/>
                </a:cubicBezTo>
                <a:cubicBezTo>
                  <a:pt x="0" y="37465"/>
                  <a:pt x="1439" y="27379"/>
                  <a:pt x="4317" y="18733"/>
                </a:cubicBezTo>
                <a:cubicBezTo>
                  <a:pt x="10071" y="7205"/>
                  <a:pt x="18703" y="1441"/>
                  <a:pt x="30213" y="1441"/>
                </a:cubicBezTo>
                <a:cubicBezTo>
                  <a:pt x="41723" y="0"/>
                  <a:pt x="51794" y="4323"/>
                  <a:pt x="58989" y="15851"/>
                </a:cubicBezTo>
                <a:cubicBezTo>
                  <a:pt x="71937" y="37465"/>
                  <a:pt x="67621" y="67727"/>
                  <a:pt x="48917" y="85018"/>
                </a:cubicBezTo>
                <a:cubicBezTo>
                  <a:pt x="40284" y="93664"/>
                  <a:pt x="24459" y="100868"/>
                  <a:pt x="12949" y="102310"/>
                </a:cubicBezTo>
                <a:close/>
                <a:moveTo>
                  <a:pt x="44601" y="46111"/>
                </a:moveTo>
                <a:cubicBezTo>
                  <a:pt x="44601" y="46111"/>
                  <a:pt x="44601" y="46111"/>
                  <a:pt x="46040" y="46111"/>
                </a:cubicBezTo>
                <a:cubicBezTo>
                  <a:pt x="43162" y="36025"/>
                  <a:pt x="41723" y="27379"/>
                  <a:pt x="40284" y="17292"/>
                </a:cubicBezTo>
                <a:cubicBezTo>
                  <a:pt x="38845" y="14409"/>
                  <a:pt x="37408" y="11528"/>
                  <a:pt x="35969" y="8646"/>
                </a:cubicBezTo>
                <a:cubicBezTo>
                  <a:pt x="34530" y="5765"/>
                  <a:pt x="31652" y="4323"/>
                  <a:pt x="27335" y="4323"/>
                </a:cubicBezTo>
                <a:cubicBezTo>
                  <a:pt x="24459" y="5765"/>
                  <a:pt x="21581" y="7205"/>
                  <a:pt x="21581" y="11528"/>
                </a:cubicBezTo>
                <a:cubicBezTo>
                  <a:pt x="21581" y="12969"/>
                  <a:pt x="20142" y="14409"/>
                  <a:pt x="20142" y="14409"/>
                </a:cubicBezTo>
                <a:cubicBezTo>
                  <a:pt x="21581" y="25937"/>
                  <a:pt x="23020" y="36025"/>
                  <a:pt x="25898" y="46111"/>
                </a:cubicBezTo>
                <a:cubicBezTo>
                  <a:pt x="27335" y="48994"/>
                  <a:pt x="28774" y="50434"/>
                  <a:pt x="30213" y="53316"/>
                </a:cubicBezTo>
                <a:cubicBezTo>
                  <a:pt x="33091" y="56199"/>
                  <a:pt x="35969" y="56199"/>
                  <a:pt x="41723" y="56199"/>
                </a:cubicBezTo>
                <a:cubicBezTo>
                  <a:pt x="46040" y="54757"/>
                  <a:pt x="44601" y="50434"/>
                  <a:pt x="44601" y="47553"/>
                </a:cubicBezTo>
                <a:cubicBezTo>
                  <a:pt x="44601" y="47553"/>
                  <a:pt x="44601" y="46111"/>
                  <a:pt x="44601" y="4611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3" name="Freeform 73"/>
          <p:cNvSpPr/>
          <p:nvPr/>
        </p:nvSpPr>
        <p:spPr>
          <a:xfrm>
            <a:off x="5854700" y="2209800"/>
            <a:ext cx="95915" cy="108704"/>
          </a:xfrm>
          <a:custGeom>
            <a:avLst/>
            <a:gdLst/>
            <a:ahLst/>
            <a:cxnLst/>
            <a:rect l="l" t="t" r="r" b="b"/>
            <a:pathLst>
              <a:path w="95915" h="108704">
                <a:moveTo>
                  <a:pt x="59242" y="9882"/>
                </a:moveTo>
                <a:cubicBezTo>
                  <a:pt x="63473" y="5646"/>
                  <a:pt x="80400" y="1412"/>
                  <a:pt x="87452" y="0"/>
                </a:cubicBezTo>
                <a:cubicBezTo>
                  <a:pt x="86042" y="1412"/>
                  <a:pt x="86042" y="2823"/>
                  <a:pt x="84632" y="4235"/>
                </a:cubicBezTo>
                <a:cubicBezTo>
                  <a:pt x="80400" y="7059"/>
                  <a:pt x="78990" y="11294"/>
                  <a:pt x="80400" y="16941"/>
                </a:cubicBezTo>
                <a:cubicBezTo>
                  <a:pt x="84632" y="29647"/>
                  <a:pt x="88863" y="43764"/>
                  <a:pt x="91684" y="56471"/>
                </a:cubicBezTo>
                <a:cubicBezTo>
                  <a:pt x="93095" y="63529"/>
                  <a:pt x="94506" y="70588"/>
                  <a:pt x="94506" y="77647"/>
                </a:cubicBezTo>
                <a:cubicBezTo>
                  <a:pt x="95915" y="86117"/>
                  <a:pt x="93095" y="91764"/>
                  <a:pt x="87452" y="95999"/>
                </a:cubicBezTo>
                <a:cubicBezTo>
                  <a:pt x="76168" y="104470"/>
                  <a:pt x="62064" y="108704"/>
                  <a:pt x="47958" y="107293"/>
                </a:cubicBezTo>
                <a:cubicBezTo>
                  <a:pt x="39494" y="105881"/>
                  <a:pt x="33853" y="101646"/>
                  <a:pt x="29621" y="93176"/>
                </a:cubicBezTo>
                <a:cubicBezTo>
                  <a:pt x="28211" y="90352"/>
                  <a:pt x="26800" y="87528"/>
                  <a:pt x="26800" y="84705"/>
                </a:cubicBezTo>
                <a:cubicBezTo>
                  <a:pt x="22568" y="69176"/>
                  <a:pt x="18336" y="53646"/>
                  <a:pt x="14106" y="38118"/>
                </a:cubicBezTo>
                <a:cubicBezTo>
                  <a:pt x="14106" y="38118"/>
                  <a:pt x="12695" y="36706"/>
                  <a:pt x="12695" y="35293"/>
                </a:cubicBezTo>
                <a:cubicBezTo>
                  <a:pt x="11284" y="31059"/>
                  <a:pt x="8463" y="28235"/>
                  <a:pt x="2821" y="28235"/>
                </a:cubicBezTo>
                <a:cubicBezTo>
                  <a:pt x="1411" y="28235"/>
                  <a:pt x="1411" y="28235"/>
                  <a:pt x="0" y="26824"/>
                </a:cubicBezTo>
                <a:cubicBezTo>
                  <a:pt x="11284" y="21176"/>
                  <a:pt x="25390" y="18353"/>
                  <a:pt x="38085" y="14117"/>
                </a:cubicBezTo>
                <a:cubicBezTo>
                  <a:pt x="39494" y="14117"/>
                  <a:pt x="40905" y="14117"/>
                  <a:pt x="42316" y="14117"/>
                </a:cubicBezTo>
                <a:cubicBezTo>
                  <a:pt x="42316" y="14117"/>
                  <a:pt x="42316" y="14117"/>
                  <a:pt x="42316" y="15530"/>
                </a:cubicBezTo>
                <a:cubicBezTo>
                  <a:pt x="40905" y="15530"/>
                  <a:pt x="39494" y="16941"/>
                  <a:pt x="38085" y="16941"/>
                </a:cubicBezTo>
                <a:cubicBezTo>
                  <a:pt x="33853" y="19765"/>
                  <a:pt x="32442" y="22588"/>
                  <a:pt x="33853" y="28235"/>
                </a:cubicBezTo>
                <a:cubicBezTo>
                  <a:pt x="38085" y="46587"/>
                  <a:pt x="43726" y="64940"/>
                  <a:pt x="47958" y="83293"/>
                </a:cubicBezTo>
                <a:cubicBezTo>
                  <a:pt x="49369" y="84705"/>
                  <a:pt x="49369" y="84705"/>
                  <a:pt x="49369" y="86117"/>
                </a:cubicBezTo>
                <a:cubicBezTo>
                  <a:pt x="53600" y="95999"/>
                  <a:pt x="60653" y="100235"/>
                  <a:pt x="70527" y="98823"/>
                </a:cubicBezTo>
                <a:cubicBezTo>
                  <a:pt x="83222" y="95999"/>
                  <a:pt x="90274" y="88941"/>
                  <a:pt x="90274" y="77647"/>
                </a:cubicBezTo>
                <a:cubicBezTo>
                  <a:pt x="90274" y="71999"/>
                  <a:pt x="88863" y="67765"/>
                  <a:pt x="88863" y="63529"/>
                </a:cubicBezTo>
                <a:cubicBezTo>
                  <a:pt x="84632" y="49412"/>
                  <a:pt x="80400" y="35293"/>
                  <a:pt x="76168" y="21176"/>
                </a:cubicBezTo>
                <a:cubicBezTo>
                  <a:pt x="73348" y="11294"/>
                  <a:pt x="71937" y="9882"/>
                  <a:pt x="62064" y="9882"/>
                </a:cubicBezTo>
                <a:cubicBezTo>
                  <a:pt x="60653" y="9882"/>
                  <a:pt x="60653" y="9882"/>
                  <a:pt x="59242" y="988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4" name="Freeform 74"/>
          <p:cNvSpPr/>
          <p:nvPr/>
        </p:nvSpPr>
        <p:spPr>
          <a:xfrm>
            <a:off x="6591300" y="2705100"/>
            <a:ext cx="111902" cy="89522"/>
          </a:xfrm>
          <a:custGeom>
            <a:avLst/>
            <a:gdLst/>
            <a:ahLst/>
            <a:cxnLst/>
            <a:rect l="l" t="t" r="r" b="b"/>
            <a:pathLst>
              <a:path w="111902" h="89522">
                <a:moveTo>
                  <a:pt x="0" y="31261"/>
                </a:moveTo>
                <a:cubicBezTo>
                  <a:pt x="9915" y="26999"/>
                  <a:pt x="19831" y="22736"/>
                  <a:pt x="28330" y="18473"/>
                </a:cubicBezTo>
                <a:cubicBezTo>
                  <a:pt x="31162" y="21314"/>
                  <a:pt x="29746" y="22736"/>
                  <a:pt x="28330" y="24157"/>
                </a:cubicBezTo>
                <a:cubicBezTo>
                  <a:pt x="24080" y="28420"/>
                  <a:pt x="19831" y="32682"/>
                  <a:pt x="16998" y="36946"/>
                </a:cubicBezTo>
                <a:cubicBezTo>
                  <a:pt x="11332" y="46892"/>
                  <a:pt x="12748" y="55419"/>
                  <a:pt x="18414" y="65366"/>
                </a:cubicBezTo>
                <a:cubicBezTo>
                  <a:pt x="22663" y="71049"/>
                  <a:pt x="26913" y="72470"/>
                  <a:pt x="33995" y="71049"/>
                </a:cubicBezTo>
                <a:cubicBezTo>
                  <a:pt x="39662" y="69628"/>
                  <a:pt x="43912" y="65366"/>
                  <a:pt x="45328" y="59681"/>
                </a:cubicBezTo>
                <a:cubicBezTo>
                  <a:pt x="45328" y="56839"/>
                  <a:pt x="45328" y="52577"/>
                  <a:pt x="45328" y="49734"/>
                </a:cubicBezTo>
                <a:cubicBezTo>
                  <a:pt x="46744" y="39788"/>
                  <a:pt x="46744" y="29841"/>
                  <a:pt x="49577" y="19893"/>
                </a:cubicBezTo>
                <a:cubicBezTo>
                  <a:pt x="52410" y="8526"/>
                  <a:pt x="60909" y="2842"/>
                  <a:pt x="72240" y="1421"/>
                </a:cubicBezTo>
                <a:cubicBezTo>
                  <a:pt x="80739" y="0"/>
                  <a:pt x="87822" y="4263"/>
                  <a:pt x="93487" y="9947"/>
                </a:cubicBezTo>
                <a:cubicBezTo>
                  <a:pt x="99154" y="17052"/>
                  <a:pt x="101986" y="25578"/>
                  <a:pt x="103403" y="34103"/>
                </a:cubicBezTo>
                <a:cubicBezTo>
                  <a:pt x="103403" y="36946"/>
                  <a:pt x="103403" y="38367"/>
                  <a:pt x="103403" y="39788"/>
                </a:cubicBezTo>
                <a:cubicBezTo>
                  <a:pt x="103403" y="42630"/>
                  <a:pt x="104819" y="45471"/>
                  <a:pt x="107653" y="45471"/>
                </a:cubicBezTo>
                <a:cubicBezTo>
                  <a:pt x="109069" y="45471"/>
                  <a:pt x="110485" y="46892"/>
                  <a:pt x="111902" y="48313"/>
                </a:cubicBezTo>
                <a:cubicBezTo>
                  <a:pt x="106236" y="52577"/>
                  <a:pt x="89238" y="59681"/>
                  <a:pt x="83572" y="59681"/>
                </a:cubicBezTo>
                <a:cubicBezTo>
                  <a:pt x="84988" y="56839"/>
                  <a:pt x="86406" y="55419"/>
                  <a:pt x="87822" y="53998"/>
                </a:cubicBezTo>
                <a:cubicBezTo>
                  <a:pt x="92071" y="48313"/>
                  <a:pt x="96321" y="44050"/>
                  <a:pt x="97737" y="36946"/>
                </a:cubicBezTo>
                <a:cubicBezTo>
                  <a:pt x="99154" y="29841"/>
                  <a:pt x="97737" y="22736"/>
                  <a:pt x="92071" y="17052"/>
                </a:cubicBezTo>
                <a:cubicBezTo>
                  <a:pt x="86406" y="9947"/>
                  <a:pt x="75074" y="11368"/>
                  <a:pt x="70824" y="19893"/>
                </a:cubicBezTo>
                <a:cubicBezTo>
                  <a:pt x="69408" y="22736"/>
                  <a:pt x="69408" y="26999"/>
                  <a:pt x="69408" y="29841"/>
                </a:cubicBezTo>
                <a:cubicBezTo>
                  <a:pt x="67991" y="38367"/>
                  <a:pt x="69408" y="46892"/>
                  <a:pt x="67991" y="55419"/>
                </a:cubicBezTo>
                <a:cubicBezTo>
                  <a:pt x="66575" y="59681"/>
                  <a:pt x="66575" y="65366"/>
                  <a:pt x="63741" y="71049"/>
                </a:cubicBezTo>
                <a:cubicBezTo>
                  <a:pt x="55242" y="85259"/>
                  <a:pt x="33995" y="89522"/>
                  <a:pt x="21247" y="75312"/>
                </a:cubicBezTo>
                <a:cubicBezTo>
                  <a:pt x="15582" y="66787"/>
                  <a:pt x="11332" y="58260"/>
                  <a:pt x="9915" y="48313"/>
                </a:cubicBezTo>
                <a:cubicBezTo>
                  <a:pt x="7083" y="38367"/>
                  <a:pt x="7083" y="38367"/>
                  <a:pt x="0" y="312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5" name="Freeform 75"/>
          <p:cNvSpPr/>
          <p:nvPr/>
        </p:nvSpPr>
        <p:spPr>
          <a:xfrm>
            <a:off x="6591300" y="3124200"/>
            <a:ext cx="110305" cy="102310"/>
          </a:xfrm>
          <a:custGeom>
            <a:avLst/>
            <a:gdLst/>
            <a:ahLst/>
            <a:cxnLst/>
            <a:rect l="l" t="t" r="r" b="b"/>
            <a:pathLst>
              <a:path w="110305" h="102310">
                <a:moveTo>
                  <a:pt x="91681" y="56839"/>
                </a:moveTo>
                <a:cubicBezTo>
                  <a:pt x="93114" y="55418"/>
                  <a:pt x="93114" y="53997"/>
                  <a:pt x="93114" y="52575"/>
                </a:cubicBezTo>
                <a:cubicBezTo>
                  <a:pt x="95979" y="44050"/>
                  <a:pt x="94546" y="42629"/>
                  <a:pt x="84518" y="42629"/>
                </a:cubicBezTo>
                <a:cubicBezTo>
                  <a:pt x="77356" y="44050"/>
                  <a:pt x="71625" y="44050"/>
                  <a:pt x="64464" y="45471"/>
                </a:cubicBezTo>
                <a:cubicBezTo>
                  <a:pt x="60166" y="45471"/>
                  <a:pt x="57301" y="45471"/>
                  <a:pt x="53003" y="45471"/>
                </a:cubicBezTo>
                <a:cubicBezTo>
                  <a:pt x="51571" y="46892"/>
                  <a:pt x="50138" y="46892"/>
                  <a:pt x="47273" y="46892"/>
                </a:cubicBezTo>
                <a:cubicBezTo>
                  <a:pt x="50138" y="51156"/>
                  <a:pt x="53003" y="55418"/>
                  <a:pt x="55869" y="58260"/>
                </a:cubicBezTo>
                <a:cubicBezTo>
                  <a:pt x="58734" y="63943"/>
                  <a:pt x="63031" y="68207"/>
                  <a:pt x="67329" y="73891"/>
                </a:cubicBezTo>
                <a:cubicBezTo>
                  <a:pt x="68760" y="75311"/>
                  <a:pt x="70193" y="78153"/>
                  <a:pt x="71625" y="79574"/>
                </a:cubicBezTo>
                <a:cubicBezTo>
                  <a:pt x="75923" y="82417"/>
                  <a:pt x="78788" y="82417"/>
                  <a:pt x="81653" y="78153"/>
                </a:cubicBezTo>
                <a:cubicBezTo>
                  <a:pt x="83086" y="76732"/>
                  <a:pt x="84518" y="75311"/>
                  <a:pt x="85951" y="72470"/>
                </a:cubicBezTo>
                <a:cubicBezTo>
                  <a:pt x="85951" y="78153"/>
                  <a:pt x="80221" y="96627"/>
                  <a:pt x="75923" y="102310"/>
                </a:cubicBezTo>
                <a:cubicBezTo>
                  <a:pt x="75923" y="100889"/>
                  <a:pt x="74491" y="100889"/>
                  <a:pt x="74491" y="100889"/>
                </a:cubicBezTo>
                <a:cubicBezTo>
                  <a:pt x="74491" y="95206"/>
                  <a:pt x="71625" y="90942"/>
                  <a:pt x="68760" y="85259"/>
                </a:cubicBezTo>
                <a:cubicBezTo>
                  <a:pt x="60166" y="75311"/>
                  <a:pt x="53003" y="63943"/>
                  <a:pt x="44408" y="52575"/>
                </a:cubicBezTo>
                <a:cubicBezTo>
                  <a:pt x="42976" y="49734"/>
                  <a:pt x="41543" y="48313"/>
                  <a:pt x="37245" y="46892"/>
                </a:cubicBezTo>
                <a:cubicBezTo>
                  <a:pt x="31515" y="44050"/>
                  <a:pt x="24352" y="41208"/>
                  <a:pt x="18623" y="38367"/>
                </a:cubicBezTo>
                <a:cubicBezTo>
                  <a:pt x="10028" y="35524"/>
                  <a:pt x="8595" y="35524"/>
                  <a:pt x="2865" y="44050"/>
                </a:cubicBezTo>
                <a:cubicBezTo>
                  <a:pt x="2865" y="44050"/>
                  <a:pt x="1433" y="44050"/>
                  <a:pt x="1433" y="45471"/>
                </a:cubicBezTo>
                <a:cubicBezTo>
                  <a:pt x="1433" y="44050"/>
                  <a:pt x="0" y="44050"/>
                  <a:pt x="0" y="42629"/>
                </a:cubicBezTo>
                <a:cubicBezTo>
                  <a:pt x="5730" y="28420"/>
                  <a:pt x="11460" y="15631"/>
                  <a:pt x="17191" y="1421"/>
                </a:cubicBezTo>
                <a:cubicBezTo>
                  <a:pt x="17191" y="1421"/>
                  <a:pt x="17191" y="0"/>
                  <a:pt x="18623" y="0"/>
                </a:cubicBezTo>
                <a:cubicBezTo>
                  <a:pt x="18623" y="1421"/>
                  <a:pt x="18623" y="2842"/>
                  <a:pt x="18623" y="4263"/>
                </a:cubicBezTo>
                <a:cubicBezTo>
                  <a:pt x="17191" y="11368"/>
                  <a:pt x="18623" y="14210"/>
                  <a:pt x="25785" y="17052"/>
                </a:cubicBezTo>
                <a:cubicBezTo>
                  <a:pt x="31515" y="19893"/>
                  <a:pt x="37245" y="22736"/>
                  <a:pt x="42976" y="24157"/>
                </a:cubicBezTo>
                <a:cubicBezTo>
                  <a:pt x="44408" y="25578"/>
                  <a:pt x="47273" y="25578"/>
                  <a:pt x="48706" y="25578"/>
                </a:cubicBezTo>
                <a:cubicBezTo>
                  <a:pt x="64464" y="24157"/>
                  <a:pt x="80221" y="21314"/>
                  <a:pt x="95979" y="19893"/>
                </a:cubicBezTo>
                <a:cubicBezTo>
                  <a:pt x="100277" y="18472"/>
                  <a:pt x="106007" y="17052"/>
                  <a:pt x="108872" y="11368"/>
                </a:cubicBezTo>
                <a:cubicBezTo>
                  <a:pt x="110305" y="12789"/>
                  <a:pt x="110305" y="14210"/>
                  <a:pt x="110305" y="14210"/>
                </a:cubicBezTo>
                <a:cubicBezTo>
                  <a:pt x="106007" y="28420"/>
                  <a:pt x="100277" y="41208"/>
                  <a:pt x="94546" y="55418"/>
                </a:cubicBezTo>
                <a:cubicBezTo>
                  <a:pt x="94546" y="55418"/>
                  <a:pt x="94546" y="55418"/>
                  <a:pt x="91681" y="568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6" name="Freeform 76"/>
          <p:cNvSpPr/>
          <p:nvPr/>
        </p:nvSpPr>
        <p:spPr>
          <a:xfrm>
            <a:off x="6629400" y="2959100"/>
            <a:ext cx="97514" cy="86324"/>
          </a:xfrm>
          <a:custGeom>
            <a:avLst/>
            <a:gdLst/>
            <a:ahLst/>
            <a:cxnLst/>
            <a:rect l="l" t="t" r="r" b="b"/>
            <a:pathLst>
              <a:path w="97514" h="86324">
                <a:moveTo>
                  <a:pt x="7170" y="14152"/>
                </a:moveTo>
                <a:cubicBezTo>
                  <a:pt x="7170" y="15566"/>
                  <a:pt x="7170" y="16981"/>
                  <a:pt x="7170" y="18397"/>
                </a:cubicBezTo>
                <a:cubicBezTo>
                  <a:pt x="8604" y="24058"/>
                  <a:pt x="11472" y="26887"/>
                  <a:pt x="17208" y="28303"/>
                </a:cubicBezTo>
                <a:cubicBezTo>
                  <a:pt x="28680" y="28303"/>
                  <a:pt x="41587" y="29718"/>
                  <a:pt x="53059" y="31133"/>
                </a:cubicBezTo>
                <a:cubicBezTo>
                  <a:pt x="64533" y="31133"/>
                  <a:pt x="76004" y="32549"/>
                  <a:pt x="87476" y="32549"/>
                </a:cubicBezTo>
                <a:cubicBezTo>
                  <a:pt x="88910" y="32549"/>
                  <a:pt x="90345" y="32549"/>
                  <a:pt x="91779" y="32549"/>
                </a:cubicBezTo>
                <a:cubicBezTo>
                  <a:pt x="93213" y="28303"/>
                  <a:pt x="91779" y="24058"/>
                  <a:pt x="90345" y="19812"/>
                </a:cubicBezTo>
                <a:cubicBezTo>
                  <a:pt x="88910" y="14152"/>
                  <a:pt x="87476" y="11321"/>
                  <a:pt x="83175" y="8491"/>
                </a:cubicBezTo>
                <a:cubicBezTo>
                  <a:pt x="78872" y="5660"/>
                  <a:pt x="74571" y="4246"/>
                  <a:pt x="71702" y="1415"/>
                </a:cubicBezTo>
                <a:cubicBezTo>
                  <a:pt x="80306" y="0"/>
                  <a:pt x="88910" y="1415"/>
                  <a:pt x="97514" y="2831"/>
                </a:cubicBezTo>
                <a:cubicBezTo>
                  <a:pt x="96081" y="29718"/>
                  <a:pt x="93213" y="58021"/>
                  <a:pt x="91779" y="86324"/>
                </a:cubicBezTo>
                <a:cubicBezTo>
                  <a:pt x="83175" y="86324"/>
                  <a:pt x="74571" y="86324"/>
                  <a:pt x="65966" y="84908"/>
                </a:cubicBezTo>
                <a:cubicBezTo>
                  <a:pt x="65966" y="83494"/>
                  <a:pt x="65966" y="82079"/>
                  <a:pt x="67400" y="80663"/>
                </a:cubicBezTo>
                <a:cubicBezTo>
                  <a:pt x="67400" y="80663"/>
                  <a:pt x="68834" y="80663"/>
                  <a:pt x="70268" y="80663"/>
                </a:cubicBezTo>
                <a:cubicBezTo>
                  <a:pt x="83175" y="77833"/>
                  <a:pt x="90345" y="70757"/>
                  <a:pt x="90345" y="56606"/>
                </a:cubicBezTo>
                <a:cubicBezTo>
                  <a:pt x="88910" y="55190"/>
                  <a:pt x="87476" y="55190"/>
                  <a:pt x="86042" y="55190"/>
                </a:cubicBezTo>
                <a:cubicBezTo>
                  <a:pt x="65966" y="53776"/>
                  <a:pt x="44455" y="52361"/>
                  <a:pt x="24379" y="50945"/>
                </a:cubicBezTo>
                <a:cubicBezTo>
                  <a:pt x="21511" y="50945"/>
                  <a:pt x="18642" y="49530"/>
                  <a:pt x="17208" y="49530"/>
                </a:cubicBezTo>
                <a:cubicBezTo>
                  <a:pt x="10038" y="49530"/>
                  <a:pt x="5737" y="50945"/>
                  <a:pt x="4303" y="58021"/>
                </a:cubicBezTo>
                <a:cubicBezTo>
                  <a:pt x="4303" y="59436"/>
                  <a:pt x="4303" y="60851"/>
                  <a:pt x="2868" y="63682"/>
                </a:cubicBezTo>
                <a:cubicBezTo>
                  <a:pt x="0" y="58021"/>
                  <a:pt x="2868" y="53776"/>
                  <a:pt x="2868" y="50945"/>
                </a:cubicBezTo>
                <a:cubicBezTo>
                  <a:pt x="2868" y="46700"/>
                  <a:pt x="2868" y="42455"/>
                  <a:pt x="2868" y="38209"/>
                </a:cubicBezTo>
                <a:cubicBezTo>
                  <a:pt x="2868" y="33964"/>
                  <a:pt x="2868" y="29718"/>
                  <a:pt x="4303" y="25472"/>
                </a:cubicBezTo>
                <a:cubicBezTo>
                  <a:pt x="4303" y="21227"/>
                  <a:pt x="2868" y="16981"/>
                  <a:pt x="5737" y="12737"/>
                </a:cubicBezTo>
                <a:cubicBezTo>
                  <a:pt x="5737" y="12737"/>
                  <a:pt x="5737" y="14152"/>
                  <a:pt x="7170" y="141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7" name="Freeform 77"/>
          <p:cNvSpPr/>
          <p:nvPr/>
        </p:nvSpPr>
        <p:spPr>
          <a:xfrm>
            <a:off x="6299200" y="2222500"/>
            <a:ext cx="87923" cy="110303"/>
          </a:xfrm>
          <a:custGeom>
            <a:avLst/>
            <a:gdLst/>
            <a:ahLst/>
            <a:cxnLst/>
            <a:rect l="l" t="t" r="r" b="b"/>
            <a:pathLst>
              <a:path w="87923" h="110303">
                <a:moveTo>
                  <a:pt x="8649" y="110303"/>
                </a:moveTo>
                <a:cubicBezTo>
                  <a:pt x="7207" y="106006"/>
                  <a:pt x="7207" y="104573"/>
                  <a:pt x="7207" y="101708"/>
                </a:cubicBezTo>
                <a:cubicBezTo>
                  <a:pt x="7207" y="74491"/>
                  <a:pt x="7207" y="47273"/>
                  <a:pt x="7207" y="20055"/>
                </a:cubicBezTo>
                <a:cubicBezTo>
                  <a:pt x="7207" y="12893"/>
                  <a:pt x="7207" y="5730"/>
                  <a:pt x="0" y="1433"/>
                </a:cubicBezTo>
                <a:cubicBezTo>
                  <a:pt x="5766" y="0"/>
                  <a:pt x="37475" y="14326"/>
                  <a:pt x="41800" y="20055"/>
                </a:cubicBezTo>
                <a:cubicBezTo>
                  <a:pt x="40358" y="18622"/>
                  <a:pt x="38917" y="18622"/>
                  <a:pt x="36034" y="18622"/>
                </a:cubicBezTo>
                <a:cubicBezTo>
                  <a:pt x="31709" y="17189"/>
                  <a:pt x="30269" y="18622"/>
                  <a:pt x="28828" y="22920"/>
                </a:cubicBezTo>
                <a:cubicBezTo>
                  <a:pt x="28828" y="24352"/>
                  <a:pt x="28828" y="25785"/>
                  <a:pt x="28828" y="27217"/>
                </a:cubicBezTo>
                <a:cubicBezTo>
                  <a:pt x="27386" y="44408"/>
                  <a:pt x="27386" y="61598"/>
                  <a:pt x="27386" y="78788"/>
                </a:cubicBezTo>
                <a:cubicBezTo>
                  <a:pt x="27386" y="78788"/>
                  <a:pt x="27386" y="80221"/>
                  <a:pt x="28828" y="81653"/>
                </a:cubicBezTo>
                <a:cubicBezTo>
                  <a:pt x="28828" y="81653"/>
                  <a:pt x="30269" y="81653"/>
                  <a:pt x="30269" y="81653"/>
                </a:cubicBezTo>
                <a:cubicBezTo>
                  <a:pt x="41800" y="68760"/>
                  <a:pt x="53330" y="57300"/>
                  <a:pt x="64861" y="44408"/>
                </a:cubicBezTo>
                <a:cubicBezTo>
                  <a:pt x="64861" y="44408"/>
                  <a:pt x="64861" y="44408"/>
                  <a:pt x="64861" y="44408"/>
                </a:cubicBezTo>
                <a:cubicBezTo>
                  <a:pt x="70627" y="37245"/>
                  <a:pt x="70627" y="34380"/>
                  <a:pt x="63420" y="30082"/>
                </a:cubicBezTo>
                <a:cubicBezTo>
                  <a:pt x="61979" y="28650"/>
                  <a:pt x="61979" y="28650"/>
                  <a:pt x="61979" y="27217"/>
                </a:cubicBezTo>
                <a:cubicBezTo>
                  <a:pt x="70627" y="28650"/>
                  <a:pt x="79275" y="32948"/>
                  <a:pt x="87923" y="37245"/>
                </a:cubicBezTo>
                <a:cubicBezTo>
                  <a:pt x="86482" y="38678"/>
                  <a:pt x="86482" y="38678"/>
                  <a:pt x="85040" y="38678"/>
                </a:cubicBezTo>
                <a:cubicBezTo>
                  <a:pt x="79275" y="38678"/>
                  <a:pt x="74950" y="41543"/>
                  <a:pt x="70627" y="45841"/>
                </a:cubicBezTo>
                <a:cubicBezTo>
                  <a:pt x="51888" y="65895"/>
                  <a:pt x="33151" y="85950"/>
                  <a:pt x="14413" y="104573"/>
                </a:cubicBezTo>
                <a:cubicBezTo>
                  <a:pt x="12972" y="106006"/>
                  <a:pt x="11530" y="107438"/>
                  <a:pt x="8649" y="11030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8" name="Freeform 78"/>
          <p:cNvSpPr/>
          <p:nvPr/>
        </p:nvSpPr>
        <p:spPr>
          <a:xfrm>
            <a:off x="5511800" y="2667000"/>
            <a:ext cx="100712" cy="87923"/>
          </a:xfrm>
          <a:custGeom>
            <a:avLst/>
            <a:gdLst/>
            <a:ahLst/>
            <a:cxnLst/>
            <a:rect l="l" t="t" r="r" b="b"/>
            <a:pathLst>
              <a:path w="100712" h="87923">
                <a:moveTo>
                  <a:pt x="0" y="46124"/>
                </a:moveTo>
                <a:cubicBezTo>
                  <a:pt x="0" y="38917"/>
                  <a:pt x="15603" y="5766"/>
                  <a:pt x="21278" y="0"/>
                </a:cubicBezTo>
                <a:cubicBezTo>
                  <a:pt x="19859" y="1441"/>
                  <a:pt x="19859" y="2883"/>
                  <a:pt x="19859" y="4324"/>
                </a:cubicBezTo>
                <a:cubicBezTo>
                  <a:pt x="18440" y="12972"/>
                  <a:pt x="19859" y="15855"/>
                  <a:pt x="26951" y="18738"/>
                </a:cubicBezTo>
                <a:cubicBezTo>
                  <a:pt x="45391" y="28828"/>
                  <a:pt x="63831" y="38917"/>
                  <a:pt x="82272" y="47565"/>
                </a:cubicBezTo>
                <a:cubicBezTo>
                  <a:pt x="89364" y="51888"/>
                  <a:pt x="92201" y="50448"/>
                  <a:pt x="96456" y="44682"/>
                </a:cubicBezTo>
                <a:cubicBezTo>
                  <a:pt x="97875" y="43241"/>
                  <a:pt x="99294" y="41800"/>
                  <a:pt x="100712" y="40358"/>
                </a:cubicBezTo>
                <a:cubicBezTo>
                  <a:pt x="99294" y="46124"/>
                  <a:pt x="85109" y="80716"/>
                  <a:pt x="79435" y="87923"/>
                </a:cubicBezTo>
                <a:cubicBezTo>
                  <a:pt x="79435" y="85040"/>
                  <a:pt x="79435" y="83599"/>
                  <a:pt x="79435" y="82158"/>
                </a:cubicBezTo>
                <a:cubicBezTo>
                  <a:pt x="80853" y="74950"/>
                  <a:pt x="79435" y="72067"/>
                  <a:pt x="73760" y="67744"/>
                </a:cubicBezTo>
                <a:cubicBezTo>
                  <a:pt x="55321" y="59096"/>
                  <a:pt x="36881" y="49007"/>
                  <a:pt x="18440" y="40358"/>
                </a:cubicBezTo>
                <a:cubicBezTo>
                  <a:pt x="9929" y="36034"/>
                  <a:pt x="8510" y="36034"/>
                  <a:pt x="1419" y="43241"/>
                </a:cubicBezTo>
                <a:cubicBezTo>
                  <a:pt x="1419" y="44682"/>
                  <a:pt x="1419" y="44682"/>
                  <a:pt x="0" y="46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79" name="Freeform 79"/>
          <p:cNvSpPr/>
          <p:nvPr/>
        </p:nvSpPr>
        <p:spPr>
          <a:xfrm>
            <a:off x="6629400" y="2832100"/>
            <a:ext cx="97514" cy="63944"/>
          </a:xfrm>
          <a:custGeom>
            <a:avLst/>
            <a:gdLst/>
            <a:ahLst/>
            <a:cxnLst/>
            <a:rect l="l" t="t" r="r" b="b"/>
            <a:pathLst>
              <a:path w="97514" h="63944">
                <a:moveTo>
                  <a:pt x="7066" y="63944"/>
                </a:moveTo>
                <a:cubicBezTo>
                  <a:pt x="4239" y="49734"/>
                  <a:pt x="2827" y="34103"/>
                  <a:pt x="0" y="18472"/>
                </a:cubicBezTo>
                <a:cubicBezTo>
                  <a:pt x="0" y="18472"/>
                  <a:pt x="0" y="17052"/>
                  <a:pt x="1414" y="15631"/>
                </a:cubicBezTo>
                <a:cubicBezTo>
                  <a:pt x="2827" y="18472"/>
                  <a:pt x="2827" y="19893"/>
                  <a:pt x="4239" y="21314"/>
                </a:cubicBezTo>
                <a:cubicBezTo>
                  <a:pt x="7066" y="26999"/>
                  <a:pt x="8480" y="28420"/>
                  <a:pt x="15546" y="26999"/>
                </a:cubicBezTo>
                <a:cubicBezTo>
                  <a:pt x="32504" y="24157"/>
                  <a:pt x="49464" y="21314"/>
                  <a:pt x="66424" y="18472"/>
                </a:cubicBezTo>
                <a:cubicBezTo>
                  <a:pt x="70663" y="18472"/>
                  <a:pt x="73490" y="17052"/>
                  <a:pt x="77729" y="17052"/>
                </a:cubicBezTo>
                <a:cubicBezTo>
                  <a:pt x="84795" y="15631"/>
                  <a:pt x="86209" y="12789"/>
                  <a:pt x="87622" y="7104"/>
                </a:cubicBezTo>
                <a:cubicBezTo>
                  <a:pt x="87622" y="5685"/>
                  <a:pt x="87622" y="4263"/>
                  <a:pt x="87622" y="0"/>
                </a:cubicBezTo>
                <a:cubicBezTo>
                  <a:pt x="89036" y="2842"/>
                  <a:pt x="90448" y="4263"/>
                  <a:pt x="90448" y="4263"/>
                </a:cubicBezTo>
                <a:cubicBezTo>
                  <a:pt x="91862" y="19893"/>
                  <a:pt x="94689" y="34103"/>
                  <a:pt x="97514" y="49734"/>
                </a:cubicBezTo>
                <a:cubicBezTo>
                  <a:pt x="96102" y="49734"/>
                  <a:pt x="96102" y="49734"/>
                  <a:pt x="94689" y="49734"/>
                </a:cubicBezTo>
                <a:cubicBezTo>
                  <a:pt x="94689" y="49734"/>
                  <a:pt x="93275" y="48313"/>
                  <a:pt x="93275" y="46892"/>
                </a:cubicBezTo>
                <a:cubicBezTo>
                  <a:pt x="90448" y="39788"/>
                  <a:pt x="87622" y="38367"/>
                  <a:pt x="80556" y="38367"/>
                </a:cubicBezTo>
                <a:cubicBezTo>
                  <a:pt x="60771" y="42629"/>
                  <a:pt x="39572" y="45471"/>
                  <a:pt x="19785" y="49734"/>
                </a:cubicBezTo>
                <a:cubicBezTo>
                  <a:pt x="12719" y="49734"/>
                  <a:pt x="9893" y="52577"/>
                  <a:pt x="9893" y="59681"/>
                </a:cubicBezTo>
                <a:cubicBezTo>
                  <a:pt x="9893" y="61102"/>
                  <a:pt x="8480" y="62523"/>
                  <a:pt x="8480" y="63944"/>
                </a:cubicBezTo>
                <a:cubicBezTo>
                  <a:pt x="8480" y="63944"/>
                  <a:pt x="7066" y="63944"/>
                  <a:pt x="7066" y="6394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80" name="Freeform 80"/>
          <p:cNvSpPr/>
          <p:nvPr/>
        </p:nvSpPr>
        <p:spPr>
          <a:xfrm>
            <a:off x="6172200" y="2197100"/>
            <a:ext cx="59148" cy="99113"/>
          </a:xfrm>
          <a:custGeom>
            <a:avLst/>
            <a:gdLst/>
            <a:ahLst/>
            <a:cxnLst/>
            <a:rect l="l" t="t" r="r" b="b"/>
            <a:pathLst>
              <a:path w="59148" h="99113">
                <a:moveTo>
                  <a:pt x="1408" y="90617"/>
                </a:moveTo>
                <a:cubicBezTo>
                  <a:pt x="2817" y="90617"/>
                  <a:pt x="4225" y="90617"/>
                  <a:pt x="5634" y="90617"/>
                </a:cubicBezTo>
                <a:cubicBezTo>
                  <a:pt x="11266" y="89202"/>
                  <a:pt x="14083" y="87786"/>
                  <a:pt x="14083" y="80706"/>
                </a:cubicBezTo>
                <a:cubicBezTo>
                  <a:pt x="15491" y="73627"/>
                  <a:pt x="16900" y="66547"/>
                  <a:pt x="18308" y="58052"/>
                </a:cubicBezTo>
                <a:cubicBezTo>
                  <a:pt x="19715" y="45309"/>
                  <a:pt x="21124" y="32565"/>
                  <a:pt x="22532" y="19822"/>
                </a:cubicBezTo>
                <a:cubicBezTo>
                  <a:pt x="22532" y="18406"/>
                  <a:pt x="23941" y="16991"/>
                  <a:pt x="23941" y="14159"/>
                </a:cubicBezTo>
                <a:cubicBezTo>
                  <a:pt x="23941" y="7079"/>
                  <a:pt x="22532" y="5664"/>
                  <a:pt x="15491" y="2832"/>
                </a:cubicBezTo>
                <a:cubicBezTo>
                  <a:pt x="14083" y="1416"/>
                  <a:pt x="14083" y="1416"/>
                  <a:pt x="12675" y="0"/>
                </a:cubicBezTo>
                <a:cubicBezTo>
                  <a:pt x="28166" y="1416"/>
                  <a:pt x="43656" y="2832"/>
                  <a:pt x="59148" y="5664"/>
                </a:cubicBezTo>
                <a:cubicBezTo>
                  <a:pt x="59148" y="7079"/>
                  <a:pt x="59148" y="7079"/>
                  <a:pt x="59148" y="7079"/>
                </a:cubicBezTo>
                <a:cubicBezTo>
                  <a:pt x="57739" y="7079"/>
                  <a:pt x="56331" y="8495"/>
                  <a:pt x="54924" y="8495"/>
                </a:cubicBezTo>
                <a:cubicBezTo>
                  <a:pt x="47882" y="8495"/>
                  <a:pt x="45065" y="9911"/>
                  <a:pt x="45065" y="18406"/>
                </a:cubicBezTo>
                <a:cubicBezTo>
                  <a:pt x="42249" y="33981"/>
                  <a:pt x="39432" y="50973"/>
                  <a:pt x="38024" y="66547"/>
                </a:cubicBezTo>
                <a:cubicBezTo>
                  <a:pt x="36615" y="72211"/>
                  <a:pt x="36615" y="77875"/>
                  <a:pt x="35207" y="82122"/>
                </a:cubicBezTo>
                <a:cubicBezTo>
                  <a:pt x="35207" y="90617"/>
                  <a:pt x="36615" y="93449"/>
                  <a:pt x="43656" y="96281"/>
                </a:cubicBezTo>
                <a:cubicBezTo>
                  <a:pt x="45065" y="96281"/>
                  <a:pt x="45065" y="97697"/>
                  <a:pt x="46473" y="97697"/>
                </a:cubicBezTo>
                <a:cubicBezTo>
                  <a:pt x="46473" y="97697"/>
                  <a:pt x="46473" y="97697"/>
                  <a:pt x="46473" y="99113"/>
                </a:cubicBezTo>
                <a:cubicBezTo>
                  <a:pt x="30983" y="97697"/>
                  <a:pt x="15491" y="96281"/>
                  <a:pt x="0" y="93449"/>
                </a:cubicBezTo>
                <a:cubicBezTo>
                  <a:pt x="1408" y="92033"/>
                  <a:pt x="1408" y="92033"/>
                  <a:pt x="1408" y="9061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81" name="Freeform 81"/>
          <p:cNvSpPr/>
          <p:nvPr/>
        </p:nvSpPr>
        <p:spPr>
          <a:xfrm>
            <a:off x="5816600" y="3441700"/>
            <a:ext cx="73536" cy="95915"/>
          </a:xfrm>
          <a:custGeom>
            <a:avLst/>
            <a:gdLst/>
            <a:ahLst/>
            <a:cxnLst/>
            <a:rect l="l" t="t" r="r" b="b"/>
            <a:pathLst>
              <a:path w="73536" h="95915">
                <a:moveTo>
                  <a:pt x="1415" y="73011"/>
                </a:moveTo>
                <a:cubicBezTo>
                  <a:pt x="2828" y="73011"/>
                  <a:pt x="5657" y="73011"/>
                  <a:pt x="7071" y="74442"/>
                </a:cubicBezTo>
                <a:cubicBezTo>
                  <a:pt x="14141" y="75874"/>
                  <a:pt x="18385" y="74442"/>
                  <a:pt x="22626" y="67285"/>
                </a:cubicBezTo>
                <a:cubicBezTo>
                  <a:pt x="29698" y="50105"/>
                  <a:pt x="38183" y="32926"/>
                  <a:pt x="45253" y="17179"/>
                </a:cubicBezTo>
                <a:cubicBezTo>
                  <a:pt x="46667" y="15748"/>
                  <a:pt x="46667" y="14315"/>
                  <a:pt x="46667" y="12884"/>
                </a:cubicBezTo>
                <a:cubicBezTo>
                  <a:pt x="48081" y="7158"/>
                  <a:pt x="46667" y="4295"/>
                  <a:pt x="41011" y="2863"/>
                </a:cubicBezTo>
                <a:cubicBezTo>
                  <a:pt x="39596" y="2863"/>
                  <a:pt x="36768" y="2863"/>
                  <a:pt x="32526" y="1431"/>
                </a:cubicBezTo>
                <a:cubicBezTo>
                  <a:pt x="38183" y="0"/>
                  <a:pt x="62222" y="0"/>
                  <a:pt x="73536" y="1431"/>
                </a:cubicBezTo>
                <a:cubicBezTo>
                  <a:pt x="73536" y="2863"/>
                  <a:pt x="73536" y="4295"/>
                  <a:pt x="72122" y="5726"/>
                </a:cubicBezTo>
                <a:cubicBezTo>
                  <a:pt x="62222" y="28632"/>
                  <a:pt x="52324" y="51537"/>
                  <a:pt x="41011" y="74442"/>
                </a:cubicBezTo>
                <a:cubicBezTo>
                  <a:pt x="36768" y="84464"/>
                  <a:pt x="36768" y="87326"/>
                  <a:pt x="46667" y="93053"/>
                </a:cubicBezTo>
                <a:cubicBezTo>
                  <a:pt x="46667" y="93053"/>
                  <a:pt x="48081" y="94484"/>
                  <a:pt x="48081" y="94484"/>
                </a:cubicBezTo>
                <a:cubicBezTo>
                  <a:pt x="48081" y="94484"/>
                  <a:pt x="48081" y="95915"/>
                  <a:pt x="48081" y="95915"/>
                </a:cubicBezTo>
                <a:cubicBezTo>
                  <a:pt x="48081" y="95915"/>
                  <a:pt x="46667" y="95915"/>
                  <a:pt x="46667" y="95915"/>
                </a:cubicBezTo>
                <a:cubicBezTo>
                  <a:pt x="32526" y="88758"/>
                  <a:pt x="18385" y="83031"/>
                  <a:pt x="2828" y="75874"/>
                </a:cubicBezTo>
                <a:cubicBezTo>
                  <a:pt x="1415" y="75874"/>
                  <a:pt x="1415" y="74442"/>
                  <a:pt x="0" y="74442"/>
                </a:cubicBezTo>
                <a:cubicBezTo>
                  <a:pt x="1415" y="73011"/>
                  <a:pt x="1415" y="73011"/>
                  <a:pt x="1415" y="7301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82" name="Freeform 82"/>
          <p:cNvSpPr/>
          <p:nvPr/>
        </p:nvSpPr>
        <p:spPr>
          <a:xfrm>
            <a:off x="5626100" y="2362200"/>
            <a:ext cx="927189" cy="925590"/>
          </a:xfrm>
          <a:custGeom>
            <a:avLst/>
            <a:gdLst/>
            <a:ahLst/>
            <a:cxnLst/>
            <a:rect l="l" t="t" r="r" b="b"/>
            <a:pathLst>
              <a:path w="927189" h="925590">
                <a:moveTo>
                  <a:pt x="927189" y="462796"/>
                </a:moveTo>
                <a:cubicBezTo>
                  <a:pt x="927189" y="716906"/>
                  <a:pt x="719567" y="925590"/>
                  <a:pt x="463594" y="925590"/>
                </a:cubicBezTo>
                <a:cubicBezTo>
                  <a:pt x="209045" y="925590"/>
                  <a:pt x="0" y="719746"/>
                  <a:pt x="0" y="462796"/>
                </a:cubicBezTo>
                <a:cubicBezTo>
                  <a:pt x="0" y="207264"/>
                  <a:pt x="207622" y="0"/>
                  <a:pt x="463594" y="0"/>
                </a:cubicBezTo>
                <a:cubicBezTo>
                  <a:pt x="719567" y="0"/>
                  <a:pt x="927189" y="208684"/>
                  <a:pt x="927189" y="462796"/>
                </a:cubicBezTo>
                <a:close/>
                <a:moveTo>
                  <a:pt x="426621" y="522418"/>
                </a:moveTo>
                <a:cubicBezTo>
                  <a:pt x="426621" y="525258"/>
                  <a:pt x="426621" y="526678"/>
                  <a:pt x="426621" y="529518"/>
                </a:cubicBezTo>
                <a:cubicBezTo>
                  <a:pt x="426621" y="546552"/>
                  <a:pt x="426621" y="562168"/>
                  <a:pt x="426621" y="579204"/>
                </a:cubicBezTo>
                <a:cubicBezTo>
                  <a:pt x="426621" y="580624"/>
                  <a:pt x="426621" y="582042"/>
                  <a:pt x="426621" y="583462"/>
                </a:cubicBezTo>
                <a:cubicBezTo>
                  <a:pt x="426621" y="591980"/>
                  <a:pt x="422355" y="599078"/>
                  <a:pt x="415244" y="603338"/>
                </a:cubicBezTo>
                <a:cubicBezTo>
                  <a:pt x="412399" y="604756"/>
                  <a:pt x="409556" y="607596"/>
                  <a:pt x="405290" y="609016"/>
                </a:cubicBezTo>
                <a:cubicBezTo>
                  <a:pt x="379692" y="626050"/>
                  <a:pt x="358361" y="648764"/>
                  <a:pt x="339875" y="674318"/>
                </a:cubicBezTo>
                <a:cubicBezTo>
                  <a:pt x="319965" y="704130"/>
                  <a:pt x="307167" y="738200"/>
                  <a:pt x="298634" y="772272"/>
                </a:cubicBezTo>
                <a:cubicBezTo>
                  <a:pt x="297213" y="779370"/>
                  <a:pt x="295791" y="785048"/>
                  <a:pt x="295791" y="792146"/>
                </a:cubicBezTo>
                <a:cubicBezTo>
                  <a:pt x="294368" y="810602"/>
                  <a:pt x="305745" y="824798"/>
                  <a:pt x="324232" y="827636"/>
                </a:cubicBezTo>
                <a:cubicBezTo>
                  <a:pt x="339875" y="830476"/>
                  <a:pt x="358361" y="824798"/>
                  <a:pt x="364049" y="803504"/>
                </a:cubicBezTo>
                <a:cubicBezTo>
                  <a:pt x="364049" y="802084"/>
                  <a:pt x="365472" y="799244"/>
                  <a:pt x="365472" y="797824"/>
                </a:cubicBezTo>
                <a:cubicBezTo>
                  <a:pt x="369738" y="787888"/>
                  <a:pt x="372582" y="776530"/>
                  <a:pt x="375426" y="766592"/>
                </a:cubicBezTo>
                <a:cubicBezTo>
                  <a:pt x="383959" y="742460"/>
                  <a:pt x="395336" y="721166"/>
                  <a:pt x="410978" y="699872"/>
                </a:cubicBezTo>
                <a:cubicBezTo>
                  <a:pt x="419510" y="688514"/>
                  <a:pt x="430887" y="678576"/>
                  <a:pt x="443686" y="671478"/>
                </a:cubicBezTo>
                <a:cubicBezTo>
                  <a:pt x="456484" y="664380"/>
                  <a:pt x="469283" y="664380"/>
                  <a:pt x="482082" y="671478"/>
                </a:cubicBezTo>
                <a:cubicBezTo>
                  <a:pt x="484925" y="672898"/>
                  <a:pt x="489191" y="674318"/>
                  <a:pt x="492036" y="677158"/>
                </a:cubicBezTo>
                <a:cubicBezTo>
                  <a:pt x="504834" y="685674"/>
                  <a:pt x="514789" y="697032"/>
                  <a:pt x="523321" y="709808"/>
                </a:cubicBezTo>
                <a:cubicBezTo>
                  <a:pt x="537541" y="732522"/>
                  <a:pt x="547497" y="756656"/>
                  <a:pt x="554606" y="780790"/>
                </a:cubicBezTo>
                <a:cubicBezTo>
                  <a:pt x="557451" y="789306"/>
                  <a:pt x="560295" y="799244"/>
                  <a:pt x="563140" y="807762"/>
                </a:cubicBezTo>
                <a:cubicBezTo>
                  <a:pt x="567406" y="817700"/>
                  <a:pt x="573094" y="823378"/>
                  <a:pt x="583048" y="826216"/>
                </a:cubicBezTo>
                <a:cubicBezTo>
                  <a:pt x="604379" y="834734"/>
                  <a:pt x="634243" y="819118"/>
                  <a:pt x="629977" y="787888"/>
                </a:cubicBezTo>
                <a:cubicBezTo>
                  <a:pt x="628555" y="777950"/>
                  <a:pt x="625710" y="769432"/>
                  <a:pt x="624289" y="760914"/>
                </a:cubicBezTo>
                <a:cubicBezTo>
                  <a:pt x="615756" y="731102"/>
                  <a:pt x="605801" y="704130"/>
                  <a:pt x="588736" y="678576"/>
                </a:cubicBezTo>
                <a:cubicBezTo>
                  <a:pt x="568828" y="647346"/>
                  <a:pt x="543230" y="623212"/>
                  <a:pt x="511945" y="603338"/>
                </a:cubicBezTo>
                <a:cubicBezTo>
                  <a:pt x="503413" y="599078"/>
                  <a:pt x="499147" y="591980"/>
                  <a:pt x="499147" y="582042"/>
                </a:cubicBezTo>
                <a:cubicBezTo>
                  <a:pt x="499147" y="563588"/>
                  <a:pt x="499147" y="546552"/>
                  <a:pt x="499147" y="528098"/>
                </a:cubicBezTo>
                <a:cubicBezTo>
                  <a:pt x="499147" y="526678"/>
                  <a:pt x="499147" y="525258"/>
                  <a:pt x="500568" y="522418"/>
                </a:cubicBezTo>
                <a:cubicBezTo>
                  <a:pt x="503413" y="522418"/>
                  <a:pt x="504834" y="523838"/>
                  <a:pt x="507679" y="523838"/>
                </a:cubicBezTo>
                <a:cubicBezTo>
                  <a:pt x="534698" y="533776"/>
                  <a:pt x="557451" y="547972"/>
                  <a:pt x="577360" y="567846"/>
                </a:cubicBezTo>
                <a:cubicBezTo>
                  <a:pt x="604379" y="591980"/>
                  <a:pt x="624289" y="620372"/>
                  <a:pt x="644197" y="651604"/>
                </a:cubicBezTo>
                <a:cubicBezTo>
                  <a:pt x="656996" y="674318"/>
                  <a:pt x="669794" y="698452"/>
                  <a:pt x="681171" y="722584"/>
                </a:cubicBezTo>
                <a:cubicBezTo>
                  <a:pt x="684016" y="729682"/>
                  <a:pt x="688282" y="735362"/>
                  <a:pt x="695392" y="741040"/>
                </a:cubicBezTo>
                <a:cubicBezTo>
                  <a:pt x="702502" y="746718"/>
                  <a:pt x="712456" y="750978"/>
                  <a:pt x="722412" y="748138"/>
                </a:cubicBezTo>
                <a:cubicBezTo>
                  <a:pt x="736632" y="743880"/>
                  <a:pt x="745164" y="735362"/>
                  <a:pt x="748008" y="721166"/>
                </a:cubicBezTo>
                <a:cubicBezTo>
                  <a:pt x="750852" y="709808"/>
                  <a:pt x="749431" y="699872"/>
                  <a:pt x="745164" y="689934"/>
                </a:cubicBezTo>
                <a:cubicBezTo>
                  <a:pt x="739475" y="677158"/>
                  <a:pt x="733788" y="665800"/>
                  <a:pt x="728100" y="653024"/>
                </a:cubicBezTo>
                <a:cubicBezTo>
                  <a:pt x="708190" y="609016"/>
                  <a:pt x="682593" y="567846"/>
                  <a:pt x="648463" y="532356"/>
                </a:cubicBezTo>
                <a:cubicBezTo>
                  <a:pt x="614333" y="498286"/>
                  <a:pt x="575937" y="472732"/>
                  <a:pt x="530432" y="457116"/>
                </a:cubicBezTo>
                <a:cubicBezTo>
                  <a:pt x="520478" y="454278"/>
                  <a:pt x="510522" y="451438"/>
                  <a:pt x="499147" y="448598"/>
                </a:cubicBezTo>
                <a:cubicBezTo>
                  <a:pt x="499147" y="442920"/>
                  <a:pt x="499147" y="437242"/>
                  <a:pt x="499147" y="431564"/>
                </a:cubicBezTo>
                <a:cubicBezTo>
                  <a:pt x="497724" y="423046"/>
                  <a:pt x="496302" y="413108"/>
                  <a:pt x="490614" y="406010"/>
                </a:cubicBezTo>
                <a:cubicBezTo>
                  <a:pt x="476394" y="384716"/>
                  <a:pt x="449374" y="384716"/>
                  <a:pt x="435153" y="406010"/>
                </a:cubicBezTo>
                <a:cubicBezTo>
                  <a:pt x="429464" y="414528"/>
                  <a:pt x="428043" y="424466"/>
                  <a:pt x="428043" y="432984"/>
                </a:cubicBezTo>
                <a:cubicBezTo>
                  <a:pt x="426621" y="438662"/>
                  <a:pt x="426621" y="442920"/>
                  <a:pt x="426621" y="448598"/>
                </a:cubicBezTo>
                <a:cubicBezTo>
                  <a:pt x="425199" y="450018"/>
                  <a:pt x="423776" y="450018"/>
                  <a:pt x="420933" y="450018"/>
                </a:cubicBezTo>
                <a:cubicBezTo>
                  <a:pt x="375426" y="461376"/>
                  <a:pt x="334187" y="481250"/>
                  <a:pt x="298634" y="512482"/>
                </a:cubicBezTo>
                <a:cubicBezTo>
                  <a:pt x="271615" y="536616"/>
                  <a:pt x="248862" y="565008"/>
                  <a:pt x="228953" y="596238"/>
                </a:cubicBezTo>
                <a:cubicBezTo>
                  <a:pt x="210466" y="624632"/>
                  <a:pt x="196245" y="655862"/>
                  <a:pt x="182025" y="685674"/>
                </a:cubicBezTo>
                <a:cubicBezTo>
                  <a:pt x="179180" y="695612"/>
                  <a:pt x="176337" y="705550"/>
                  <a:pt x="177758" y="715486"/>
                </a:cubicBezTo>
                <a:cubicBezTo>
                  <a:pt x="179180" y="731102"/>
                  <a:pt x="184869" y="741040"/>
                  <a:pt x="199090" y="746718"/>
                </a:cubicBezTo>
                <a:cubicBezTo>
                  <a:pt x="213310" y="752396"/>
                  <a:pt x="226110" y="746718"/>
                  <a:pt x="234641" y="736782"/>
                </a:cubicBezTo>
                <a:cubicBezTo>
                  <a:pt x="238907" y="732522"/>
                  <a:pt x="241752" y="726844"/>
                  <a:pt x="244596" y="722584"/>
                </a:cubicBezTo>
                <a:cubicBezTo>
                  <a:pt x="257395" y="699872"/>
                  <a:pt x="268771" y="675738"/>
                  <a:pt x="281569" y="654444"/>
                </a:cubicBezTo>
                <a:cubicBezTo>
                  <a:pt x="300057" y="621792"/>
                  <a:pt x="322810" y="591980"/>
                  <a:pt x="349829" y="566428"/>
                </a:cubicBezTo>
                <a:cubicBezTo>
                  <a:pt x="369738" y="547972"/>
                  <a:pt x="392491" y="533776"/>
                  <a:pt x="418088" y="525258"/>
                </a:cubicBezTo>
                <a:cubicBezTo>
                  <a:pt x="420933" y="523838"/>
                  <a:pt x="423776" y="522418"/>
                  <a:pt x="426621" y="522418"/>
                </a:cubicBezTo>
                <a:close/>
                <a:moveTo>
                  <a:pt x="359783" y="158998"/>
                </a:moveTo>
                <a:cubicBezTo>
                  <a:pt x="358361" y="160416"/>
                  <a:pt x="355517" y="160416"/>
                  <a:pt x="354095" y="161836"/>
                </a:cubicBezTo>
                <a:cubicBezTo>
                  <a:pt x="341296" y="166096"/>
                  <a:pt x="328498" y="168934"/>
                  <a:pt x="315699" y="173194"/>
                </a:cubicBezTo>
                <a:cubicBezTo>
                  <a:pt x="265927" y="190228"/>
                  <a:pt x="218999" y="211522"/>
                  <a:pt x="174915" y="239916"/>
                </a:cubicBezTo>
                <a:cubicBezTo>
                  <a:pt x="156427" y="252692"/>
                  <a:pt x="137941" y="266888"/>
                  <a:pt x="120876" y="283924"/>
                </a:cubicBezTo>
                <a:cubicBezTo>
                  <a:pt x="115188" y="289602"/>
                  <a:pt x="109499" y="295280"/>
                  <a:pt x="106655" y="303798"/>
                </a:cubicBezTo>
                <a:cubicBezTo>
                  <a:pt x="100966" y="319414"/>
                  <a:pt x="108077" y="336450"/>
                  <a:pt x="123720" y="342128"/>
                </a:cubicBezTo>
                <a:cubicBezTo>
                  <a:pt x="133675" y="346386"/>
                  <a:pt x="143629" y="346386"/>
                  <a:pt x="153584" y="343548"/>
                </a:cubicBezTo>
                <a:cubicBezTo>
                  <a:pt x="162116" y="340708"/>
                  <a:pt x="167804" y="336450"/>
                  <a:pt x="174915" y="332190"/>
                </a:cubicBezTo>
                <a:cubicBezTo>
                  <a:pt x="190557" y="320834"/>
                  <a:pt x="207622" y="308056"/>
                  <a:pt x="224687" y="298120"/>
                </a:cubicBezTo>
                <a:cubicBezTo>
                  <a:pt x="264505" y="271146"/>
                  <a:pt x="307167" y="249852"/>
                  <a:pt x="354095" y="234236"/>
                </a:cubicBezTo>
                <a:cubicBezTo>
                  <a:pt x="355517" y="234236"/>
                  <a:pt x="358361" y="232818"/>
                  <a:pt x="359783" y="232818"/>
                </a:cubicBezTo>
                <a:cubicBezTo>
                  <a:pt x="359783" y="259790"/>
                  <a:pt x="359783" y="286762"/>
                  <a:pt x="359783" y="312316"/>
                </a:cubicBezTo>
                <a:cubicBezTo>
                  <a:pt x="358361" y="313736"/>
                  <a:pt x="356940" y="313736"/>
                  <a:pt x="355517" y="315154"/>
                </a:cubicBezTo>
                <a:cubicBezTo>
                  <a:pt x="263083" y="350646"/>
                  <a:pt x="186291" y="408850"/>
                  <a:pt x="127987" y="489768"/>
                </a:cubicBezTo>
                <a:cubicBezTo>
                  <a:pt x="115188" y="506804"/>
                  <a:pt x="103811" y="525258"/>
                  <a:pt x="92434" y="543714"/>
                </a:cubicBezTo>
                <a:cubicBezTo>
                  <a:pt x="88168" y="549392"/>
                  <a:pt x="85324" y="555070"/>
                  <a:pt x="85324" y="560748"/>
                </a:cubicBezTo>
                <a:cubicBezTo>
                  <a:pt x="85324" y="579204"/>
                  <a:pt x="96700" y="594820"/>
                  <a:pt x="113765" y="599078"/>
                </a:cubicBezTo>
                <a:cubicBezTo>
                  <a:pt x="127987" y="603338"/>
                  <a:pt x="139362" y="599078"/>
                  <a:pt x="147895" y="586302"/>
                </a:cubicBezTo>
                <a:cubicBezTo>
                  <a:pt x="152161" y="580624"/>
                  <a:pt x="156427" y="573526"/>
                  <a:pt x="160694" y="567846"/>
                </a:cubicBezTo>
                <a:cubicBezTo>
                  <a:pt x="180603" y="539454"/>
                  <a:pt x="203356" y="512482"/>
                  <a:pt x="227531" y="486928"/>
                </a:cubicBezTo>
                <a:cubicBezTo>
                  <a:pt x="251706" y="461376"/>
                  <a:pt x="277303" y="438662"/>
                  <a:pt x="305745" y="420206"/>
                </a:cubicBezTo>
                <a:cubicBezTo>
                  <a:pt x="337030" y="400332"/>
                  <a:pt x="371160" y="384716"/>
                  <a:pt x="406711" y="374778"/>
                </a:cubicBezTo>
                <a:cubicBezTo>
                  <a:pt x="426621" y="369100"/>
                  <a:pt x="432309" y="359164"/>
                  <a:pt x="432309" y="340708"/>
                </a:cubicBezTo>
                <a:cubicBezTo>
                  <a:pt x="432309" y="268308"/>
                  <a:pt x="432309" y="195908"/>
                  <a:pt x="432309" y="124926"/>
                </a:cubicBezTo>
                <a:cubicBezTo>
                  <a:pt x="432309" y="119248"/>
                  <a:pt x="432309" y="114988"/>
                  <a:pt x="430887" y="110730"/>
                </a:cubicBezTo>
                <a:cubicBezTo>
                  <a:pt x="430887" y="105052"/>
                  <a:pt x="429464" y="97954"/>
                  <a:pt x="425199" y="92276"/>
                </a:cubicBezTo>
                <a:cubicBezTo>
                  <a:pt x="416667" y="78078"/>
                  <a:pt x="398179" y="72400"/>
                  <a:pt x="382537" y="79498"/>
                </a:cubicBezTo>
                <a:cubicBezTo>
                  <a:pt x="371160" y="86596"/>
                  <a:pt x="364049" y="96534"/>
                  <a:pt x="361206" y="109310"/>
                </a:cubicBezTo>
                <a:cubicBezTo>
                  <a:pt x="361206" y="114988"/>
                  <a:pt x="361206" y="120668"/>
                  <a:pt x="359783" y="127766"/>
                </a:cubicBezTo>
                <a:cubicBezTo>
                  <a:pt x="359783" y="137702"/>
                  <a:pt x="359783" y="149060"/>
                  <a:pt x="359783" y="158998"/>
                </a:cubicBezTo>
                <a:close/>
                <a:moveTo>
                  <a:pt x="565983" y="158998"/>
                </a:moveTo>
                <a:cubicBezTo>
                  <a:pt x="565983" y="156158"/>
                  <a:pt x="565983" y="153318"/>
                  <a:pt x="565983" y="150480"/>
                </a:cubicBezTo>
                <a:cubicBezTo>
                  <a:pt x="565983" y="139122"/>
                  <a:pt x="565983" y="127766"/>
                  <a:pt x="565983" y="116408"/>
                </a:cubicBezTo>
                <a:cubicBezTo>
                  <a:pt x="564562" y="107890"/>
                  <a:pt x="563140" y="99374"/>
                  <a:pt x="557451" y="92276"/>
                </a:cubicBezTo>
                <a:cubicBezTo>
                  <a:pt x="548918" y="80918"/>
                  <a:pt x="537541" y="75240"/>
                  <a:pt x="523321" y="76660"/>
                </a:cubicBezTo>
                <a:cubicBezTo>
                  <a:pt x="509101" y="79498"/>
                  <a:pt x="500568" y="88016"/>
                  <a:pt x="496302" y="100792"/>
                </a:cubicBezTo>
                <a:cubicBezTo>
                  <a:pt x="494880" y="106472"/>
                  <a:pt x="493458" y="113570"/>
                  <a:pt x="493458" y="120668"/>
                </a:cubicBezTo>
                <a:cubicBezTo>
                  <a:pt x="493458" y="194488"/>
                  <a:pt x="493458" y="268308"/>
                  <a:pt x="493458" y="343548"/>
                </a:cubicBezTo>
                <a:cubicBezTo>
                  <a:pt x="493458" y="343548"/>
                  <a:pt x="493458" y="344966"/>
                  <a:pt x="493458" y="344966"/>
                </a:cubicBezTo>
                <a:cubicBezTo>
                  <a:pt x="493458" y="356324"/>
                  <a:pt x="499147" y="364842"/>
                  <a:pt x="509101" y="369100"/>
                </a:cubicBezTo>
                <a:cubicBezTo>
                  <a:pt x="513367" y="371940"/>
                  <a:pt x="519055" y="373360"/>
                  <a:pt x="524744" y="374778"/>
                </a:cubicBezTo>
                <a:cubicBezTo>
                  <a:pt x="550341" y="383296"/>
                  <a:pt x="575937" y="393234"/>
                  <a:pt x="598691" y="406010"/>
                </a:cubicBezTo>
                <a:cubicBezTo>
                  <a:pt x="638509" y="427304"/>
                  <a:pt x="672639" y="455696"/>
                  <a:pt x="701081" y="488348"/>
                </a:cubicBezTo>
                <a:cubicBezTo>
                  <a:pt x="729521" y="518160"/>
                  <a:pt x="753697" y="550812"/>
                  <a:pt x="776450" y="584882"/>
                </a:cubicBezTo>
                <a:cubicBezTo>
                  <a:pt x="777871" y="586302"/>
                  <a:pt x="779294" y="589140"/>
                  <a:pt x="780716" y="590560"/>
                </a:cubicBezTo>
                <a:cubicBezTo>
                  <a:pt x="786404" y="597658"/>
                  <a:pt x="793515" y="600498"/>
                  <a:pt x="802047" y="600498"/>
                </a:cubicBezTo>
                <a:cubicBezTo>
                  <a:pt x="830489" y="600498"/>
                  <a:pt x="850397" y="570686"/>
                  <a:pt x="834754" y="545132"/>
                </a:cubicBezTo>
                <a:cubicBezTo>
                  <a:pt x="826223" y="530936"/>
                  <a:pt x="819112" y="518160"/>
                  <a:pt x="809158" y="503964"/>
                </a:cubicBezTo>
                <a:cubicBezTo>
                  <a:pt x="750852" y="420206"/>
                  <a:pt x="674060" y="356324"/>
                  <a:pt x="578782" y="317994"/>
                </a:cubicBezTo>
                <a:cubicBezTo>
                  <a:pt x="574516" y="316574"/>
                  <a:pt x="570249" y="315154"/>
                  <a:pt x="565983" y="312316"/>
                </a:cubicBezTo>
                <a:cubicBezTo>
                  <a:pt x="565983" y="285342"/>
                  <a:pt x="565983" y="259790"/>
                  <a:pt x="565983" y="232818"/>
                </a:cubicBezTo>
                <a:cubicBezTo>
                  <a:pt x="567406" y="232818"/>
                  <a:pt x="567406" y="232818"/>
                  <a:pt x="567406" y="232818"/>
                </a:cubicBezTo>
                <a:cubicBezTo>
                  <a:pt x="570249" y="234236"/>
                  <a:pt x="571671" y="234236"/>
                  <a:pt x="573094" y="234236"/>
                </a:cubicBezTo>
                <a:cubicBezTo>
                  <a:pt x="624289" y="251272"/>
                  <a:pt x="672639" y="276826"/>
                  <a:pt x="716723" y="308056"/>
                </a:cubicBezTo>
                <a:cubicBezTo>
                  <a:pt x="729521" y="316574"/>
                  <a:pt x="742320" y="326512"/>
                  <a:pt x="756540" y="335030"/>
                </a:cubicBezTo>
                <a:cubicBezTo>
                  <a:pt x="766496" y="343548"/>
                  <a:pt x="777871" y="346386"/>
                  <a:pt x="790670" y="344966"/>
                </a:cubicBezTo>
                <a:cubicBezTo>
                  <a:pt x="814846" y="343548"/>
                  <a:pt x="827644" y="320834"/>
                  <a:pt x="817690" y="299540"/>
                </a:cubicBezTo>
                <a:cubicBezTo>
                  <a:pt x="813424" y="292442"/>
                  <a:pt x="809158" y="286762"/>
                  <a:pt x="804890" y="282504"/>
                </a:cubicBezTo>
                <a:cubicBezTo>
                  <a:pt x="780716" y="258370"/>
                  <a:pt x="752274" y="239916"/>
                  <a:pt x="723833" y="222880"/>
                </a:cubicBezTo>
                <a:cubicBezTo>
                  <a:pt x="682593" y="200166"/>
                  <a:pt x="639931" y="183130"/>
                  <a:pt x="594425" y="168934"/>
                </a:cubicBezTo>
                <a:cubicBezTo>
                  <a:pt x="585893" y="164676"/>
                  <a:pt x="575937" y="161836"/>
                  <a:pt x="565983" y="15899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83" name="AutoShape 5"/>
          <p:cNvSpPr/>
          <p:nvPr/>
        </p:nvSpPr>
        <p:spPr>
          <a:xfrm>
            <a:off x="1524000" y="5461000"/>
            <a:ext cx="5456555" cy="635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zh-CN" altLang="en-US" sz="1800" b="0" i="0" u="none" strike="noStrike">
                <a:solidFill>
                  <a:srgbClr val="222A35"/>
                </a:solidFill>
                <a:latin typeface="微软雅黑"/>
                <a:ea typeface="微软雅黑"/>
                <a:cs typeface="微软雅黑"/>
                <a:sym typeface="微软雅黑"/>
              </a:rPr>
              <a:t>小组成员</a:t>
            </a:r>
            <a:r>
              <a:rPr lang="en-US" sz="1800" b="0" i="0" u="none" strike="noStrike">
                <a:solidFill>
                  <a:srgbClr val="222A35"/>
                </a:solidFill>
                <a:latin typeface="微软雅黑"/>
                <a:ea typeface="微软雅黑"/>
                <a:cs typeface="微软雅黑"/>
                <a:sym typeface="微软雅黑"/>
              </a:rPr>
              <a:t>：</a:t>
            </a:r>
            <a:r>
              <a:rPr lang="en-US" sz="1800">
                <a:solidFill>
                  <a:srgbClr val="222A35"/>
                </a:solidFill>
                <a:latin typeface="微软雅黑"/>
                <a:ea typeface="微软雅黑"/>
                <a:cs typeface="微软雅黑"/>
              </a:rPr>
              <a:t>奚漫，任天行，郑治杰，顾伟正，毛嘉楷</a:t>
            </a:r>
            <a:endParaRPr lang="en-US" sz="1800">
              <a:solidFill>
                <a:srgbClr val="222A35"/>
              </a:solidFill>
              <a:latin typeface="微软雅黑"/>
              <a:ea typeface="微软雅黑"/>
              <a:cs typeface="微软雅黑"/>
            </a:endParaRPr>
          </a:p>
        </p:txBody>
      </p:sp>
      <p:sp>
        <p:nvSpPr>
          <p:cNvPr id="84" name="AutoShape 7"/>
          <p:cNvSpPr/>
          <p:nvPr/>
        </p:nvSpPr>
        <p:spPr>
          <a:xfrm>
            <a:off x="7874000" y="5461000"/>
            <a:ext cx="2794000" cy="635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1800" b="0" i="0" u="none" strike="noStrike">
                <a:solidFill>
                  <a:srgbClr val="222A35"/>
                </a:solidFill>
                <a:latin typeface="微软雅黑"/>
                <a:ea typeface="微软雅黑"/>
                <a:cs typeface="微软雅黑"/>
                <a:sym typeface="微软雅黑"/>
              </a:rPr>
              <a:t>软件与微电子学院</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60400" y="2616200"/>
            <a:ext cx="3225800" cy="1206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7200" b="0" i="0" u="none" strike="noStrike" spc="1600">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目录</a:t>
            </a:r>
            <a:endParaRPr lang="en-US" sz="1100"/>
          </a:p>
        </p:txBody>
      </p:sp>
      <p:sp>
        <p:nvSpPr>
          <p:cNvPr id="3" name="AutoShape 3"/>
          <p:cNvSpPr/>
          <p:nvPr/>
        </p:nvSpPr>
        <p:spPr>
          <a:xfrm>
            <a:off x="762000" y="3721100"/>
            <a:ext cx="2070100" cy="4572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2400" b="0" i="0" u="none" strike="noStrike">
                <a:solidFill>
                  <a:srgbClr val="9A0001"/>
                </a:solidFill>
                <a:latin typeface="Arial" panose="020B0604020202090204"/>
                <a:ea typeface="Arial" panose="020B0604020202090204"/>
                <a:cs typeface="Arial" panose="020B0604020202090204"/>
                <a:sym typeface="Arial" panose="020B0604020202090204"/>
              </a:rPr>
              <a:t>CONTENTS</a:t>
            </a:r>
            <a:endParaRPr lang="en-US" sz="1100"/>
          </a:p>
        </p:txBody>
      </p:sp>
      <p:sp>
        <p:nvSpPr>
          <p:cNvPr id="4" name="AutoShape 4"/>
          <p:cNvSpPr/>
          <p:nvPr/>
        </p:nvSpPr>
        <p:spPr>
          <a:xfrm>
            <a:off x="3657600" y="1016000"/>
            <a:ext cx="8534400" cy="48387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5638800" y="1562100"/>
            <a:ext cx="3162300" cy="5207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策略基本思想</a:t>
            </a:r>
            <a:endParaRPr lang="en-US" sz="1100"/>
          </a:p>
        </p:txBody>
      </p:sp>
      <p:sp>
        <p:nvSpPr>
          <p:cNvPr id="6" name="AutoShape 6"/>
          <p:cNvSpPr/>
          <p:nvPr/>
        </p:nvSpPr>
        <p:spPr>
          <a:xfrm>
            <a:off x="5664200" y="2019300"/>
            <a:ext cx="1917700" cy="279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algn="l">
              <a:defRPr/>
            </a:pPr>
          </a:p>
        </p:txBody>
      </p:sp>
      <p:sp>
        <p:nvSpPr>
          <p:cNvPr id="7" name="AutoShape 7"/>
          <p:cNvSpPr/>
          <p:nvPr/>
        </p:nvSpPr>
        <p:spPr>
          <a:xfrm>
            <a:off x="4902200" y="1536700"/>
            <a:ext cx="965200" cy="596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Arial" panose="020B0604020202090204"/>
                <a:ea typeface="Arial" panose="020B0604020202090204"/>
                <a:cs typeface="Arial" panose="020B0604020202090204"/>
                <a:sym typeface="Arial" panose="020B0604020202090204"/>
              </a:rPr>
              <a:t>01</a:t>
            </a:r>
            <a:endParaRPr lang="en-US" sz="1100"/>
          </a:p>
        </p:txBody>
      </p:sp>
      <p:sp>
        <p:nvSpPr>
          <p:cNvPr id="8" name="AutoShape 8"/>
          <p:cNvSpPr/>
          <p:nvPr/>
        </p:nvSpPr>
        <p:spPr>
          <a:xfrm>
            <a:off x="5664200" y="2565400"/>
            <a:ext cx="3162300" cy="53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核心流程</a:t>
            </a:r>
            <a:endParaRPr lang="en-US" sz="1100"/>
          </a:p>
        </p:txBody>
      </p:sp>
      <p:sp>
        <p:nvSpPr>
          <p:cNvPr id="9" name="AutoShape 9"/>
          <p:cNvSpPr/>
          <p:nvPr/>
        </p:nvSpPr>
        <p:spPr>
          <a:xfrm>
            <a:off x="5689600" y="3009900"/>
            <a:ext cx="1816100" cy="279400"/>
          </a:xfrm>
          <a:prstGeom prst="roundRect">
            <a:avLst>
              <a:gd name="adj" fmla="val 0"/>
            </a:avLst>
          </a:prstGeom>
          <a:noFill/>
          <a:ln w="25400" cap="flat" cmpd="sng">
            <a:noFill/>
            <a:prstDash val="solid"/>
            <a:round/>
          </a:ln>
        </p:spPr>
        <p:txBody>
          <a:bodyPr vert="horz" wrap="square" lIns="88900" tIns="50800" rIns="88900" bIns="50800" rtlCol="0" anchor="t" anchorCtr="0"/>
          <a:lstStyle/>
          <a:p>
            <a:pPr algn="l">
              <a:defRPr/>
            </a:pPr>
          </a:p>
        </p:txBody>
      </p:sp>
      <p:sp>
        <p:nvSpPr>
          <p:cNvPr id="10" name="AutoShape 10"/>
          <p:cNvSpPr/>
          <p:nvPr/>
        </p:nvSpPr>
        <p:spPr>
          <a:xfrm>
            <a:off x="4902200" y="2527300"/>
            <a:ext cx="965200" cy="584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Arial" panose="020B0604020202090204"/>
                <a:ea typeface="Arial" panose="020B0604020202090204"/>
                <a:cs typeface="Arial" panose="020B0604020202090204"/>
                <a:sym typeface="Arial" panose="020B0604020202090204"/>
              </a:rPr>
              <a:t>02</a:t>
            </a:r>
            <a:endParaRPr lang="en-US" sz="1100"/>
          </a:p>
        </p:txBody>
      </p:sp>
      <p:sp>
        <p:nvSpPr>
          <p:cNvPr id="11" name="AutoShape 11"/>
          <p:cNvSpPr/>
          <p:nvPr/>
        </p:nvSpPr>
        <p:spPr>
          <a:xfrm>
            <a:off x="5689600" y="4025900"/>
            <a:ext cx="1778000" cy="355600"/>
          </a:xfrm>
          <a:prstGeom prst="roundRect">
            <a:avLst>
              <a:gd name="adj" fmla="val 0"/>
            </a:avLst>
          </a:prstGeom>
          <a:noFill/>
          <a:ln w="25400" cap="flat" cmpd="sng">
            <a:noFill/>
            <a:prstDash val="solid"/>
            <a:round/>
          </a:ln>
        </p:spPr>
        <p:txBody>
          <a:bodyPr vert="horz" wrap="square" lIns="88900" tIns="50800" rIns="88900" bIns="50800" rtlCol="0" anchor="t" anchorCtr="0"/>
          <a:lstStyle/>
          <a:p>
            <a:pPr algn="l">
              <a:defRPr/>
            </a:pPr>
          </a:p>
        </p:txBody>
      </p:sp>
      <p:sp>
        <p:nvSpPr>
          <p:cNvPr id="12" name="AutoShape 12"/>
          <p:cNvSpPr/>
          <p:nvPr/>
        </p:nvSpPr>
        <p:spPr>
          <a:xfrm>
            <a:off x="5651500" y="3568700"/>
            <a:ext cx="3388360" cy="9652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回测及结果分析</a:t>
            </a:r>
            <a:endParaRPr lang="en-US" sz="1100"/>
          </a:p>
        </p:txBody>
      </p:sp>
      <p:sp>
        <p:nvSpPr>
          <p:cNvPr id="13" name="AutoShape 13"/>
          <p:cNvSpPr/>
          <p:nvPr/>
        </p:nvSpPr>
        <p:spPr>
          <a:xfrm>
            <a:off x="4902200" y="3517900"/>
            <a:ext cx="965200" cy="596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Arial" panose="020B0604020202090204"/>
                <a:ea typeface="Arial" panose="020B0604020202090204"/>
                <a:cs typeface="Arial" panose="020B0604020202090204"/>
                <a:sym typeface="Arial" panose="020B0604020202090204"/>
              </a:rPr>
              <a:t>03</a:t>
            </a:r>
            <a:endParaRPr lang="en-US" sz="1100"/>
          </a:p>
        </p:txBody>
      </p:sp>
      <p:sp>
        <p:nvSpPr>
          <p:cNvPr id="14" name="AutoShape 14"/>
          <p:cNvSpPr/>
          <p:nvPr/>
        </p:nvSpPr>
        <p:spPr>
          <a:xfrm>
            <a:off x="5689600" y="5016500"/>
            <a:ext cx="1790700" cy="355600"/>
          </a:xfrm>
          <a:prstGeom prst="roundRect">
            <a:avLst>
              <a:gd name="adj" fmla="val 0"/>
            </a:avLst>
          </a:prstGeom>
          <a:noFill/>
          <a:ln w="25400" cap="flat" cmpd="sng">
            <a:noFill/>
            <a:prstDash val="solid"/>
            <a:round/>
          </a:ln>
        </p:spPr>
        <p:txBody>
          <a:bodyPr vert="horz" wrap="square" lIns="88900" tIns="50800" rIns="88900" bIns="50800" rtlCol="0" anchor="t" anchorCtr="0"/>
          <a:lstStyle/>
          <a:p>
            <a:pPr algn="l">
              <a:defRPr/>
            </a:pPr>
          </a:p>
        </p:txBody>
      </p:sp>
      <p:sp>
        <p:nvSpPr>
          <p:cNvPr id="15" name="AutoShape 15"/>
          <p:cNvSpPr/>
          <p:nvPr/>
        </p:nvSpPr>
        <p:spPr>
          <a:xfrm>
            <a:off x="5664200" y="4546600"/>
            <a:ext cx="3162300" cy="533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2800" b="0" i="0" u="none" strike="noStrike" spc="60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模拟交易配置</a:t>
            </a:r>
            <a:endParaRPr lang="en-US" sz="1100"/>
          </a:p>
        </p:txBody>
      </p:sp>
      <p:sp>
        <p:nvSpPr>
          <p:cNvPr id="16" name="AutoShape 16"/>
          <p:cNvSpPr/>
          <p:nvPr/>
        </p:nvSpPr>
        <p:spPr>
          <a:xfrm>
            <a:off x="4902200" y="4521200"/>
            <a:ext cx="965200" cy="5969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3200" b="0" i="0" u="none" strike="noStrike">
                <a:solidFill>
                  <a:srgbClr val="FFFFFF"/>
                </a:solidFill>
                <a:latin typeface="Arial" panose="020B0604020202090204"/>
                <a:ea typeface="Arial" panose="020B0604020202090204"/>
                <a:cs typeface="Arial" panose="020B0604020202090204"/>
                <a:sym typeface="Arial" panose="020B0604020202090204"/>
              </a:rPr>
              <a:t>04</a:t>
            </a:r>
            <a:endParaRPr lang="en-US" sz="1100"/>
          </a:p>
        </p:txBody>
      </p:sp>
      <p:sp>
        <p:nvSpPr>
          <p:cNvPr id="17" name="Freeform 17"/>
          <p:cNvSpPr/>
          <p:nvPr/>
        </p:nvSpPr>
        <p:spPr>
          <a:xfrm>
            <a:off x="7950200" y="1511300"/>
            <a:ext cx="3851076" cy="3842095"/>
          </a:xfrm>
          <a:custGeom>
            <a:avLst/>
            <a:gdLst/>
            <a:ahLst/>
            <a:cxnLst/>
            <a:rect l="l" t="t" r="r" b="b"/>
            <a:pathLst>
              <a:path w="3851076" h="3842095">
                <a:moveTo>
                  <a:pt x="0" y="1855217"/>
                </a:moveTo>
                <a:cubicBezTo>
                  <a:pt x="0" y="1839258"/>
                  <a:pt x="3990" y="1823300"/>
                  <a:pt x="3990" y="1807341"/>
                </a:cubicBezTo>
                <a:cubicBezTo>
                  <a:pt x="11972" y="1715578"/>
                  <a:pt x="23945" y="1623814"/>
                  <a:pt x="39907" y="1532051"/>
                </a:cubicBezTo>
                <a:cubicBezTo>
                  <a:pt x="75824" y="1372462"/>
                  <a:pt x="127704" y="1220854"/>
                  <a:pt x="199537" y="1073234"/>
                </a:cubicBezTo>
                <a:cubicBezTo>
                  <a:pt x="355177" y="758046"/>
                  <a:pt x="582649" y="506694"/>
                  <a:pt x="877965" y="311198"/>
                </a:cubicBezTo>
                <a:cubicBezTo>
                  <a:pt x="1057549" y="191506"/>
                  <a:pt x="1257087" y="107723"/>
                  <a:pt x="1468596" y="55856"/>
                </a:cubicBezTo>
                <a:cubicBezTo>
                  <a:pt x="1588319" y="23938"/>
                  <a:pt x="1712032" y="7979"/>
                  <a:pt x="1831755" y="3990"/>
                </a:cubicBezTo>
                <a:cubicBezTo>
                  <a:pt x="1839737" y="3990"/>
                  <a:pt x="1847718" y="0"/>
                  <a:pt x="1855700" y="0"/>
                </a:cubicBezTo>
                <a:cubicBezTo>
                  <a:pt x="1899599" y="0"/>
                  <a:pt x="1943496" y="0"/>
                  <a:pt x="1987395" y="0"/>
                </a:cubicBezTo>
                <a:cubicBezTo>
                  <a:pt x="1995376" y="0"/>
                  <a:pt x="1999367" y="3990"/>
                  <a:pt x="2007348" y="3990"/>
                </a:cubicBezTo>
                <a:cubicBezTo>
                  <a:pt x="2362525" y="19949"/>
                  <a:pt x="2685777" y="123681"/>
                  <a:pt x="2977101" y="319178"/>
                </a:cubicBezTo>
                <a:cubicBezTo>
                  <a:pt x="3356223" y="570530"/>
                  <a:pt x="3615621" y="913644"/>
                  <a:pt x="3755299" y="1348524"/>
                </a:cubicBezTo>
                <a:cubicBezTo>
                  <a:pt x="3799196" y="1488164"/>
                  <a:pt x="3827131" y="1635783"/>
                  <a:pt x="3839103" y="1783403"/>
                </a:cubicBezTo>
                <a:cubicBezTo>
                  <a:pt x="3851076" y="2006827"/>
                  <a:pt x="3831123" y="2226262"/>
                  <a:pt x="3771261" y="2441706"/>
                </a:cubicBezTo>
                <a:cubicBezTo>
                  <a:pt x="3699427" y="2689069"/>
                  <a:pt x="3579705" y="2916483"/>
                  <a:pt x="3420074" y="3119957"/>
                </a:cubicBezTo>
                <a:cubicBezTo>
                  <a:pt x="3268426" y="3307474"/>
                  <a:pt x="3088842" y="3459084"/>
                  <a:pt x="2881323" y="3578775"/>
                </a:cubicBezTo>
                <a:cubicBezTo>
                  <a:pt x="2709720" y="3682507"/>
                  <a:pt x="2526147" y="3750333"/>
                  <a:pt x="2330600" y="3794219"/>
                </a:cubicBezTo>
                <a:cubicBezTo>
                  <a:pt x="2222849" y="3818157"/>
                  <a:pt x="2115099" y="3830127"/>
                  <a:pt x="2003358" y="3838106"/>
                </a:cubicBezTo>
                <a:cubicBezTo>
                  <a:pt x="1995376" y="3838106"/>
                  <a:pt x="1987395" y="3838106"/>
                  <a:pt x="1983403" y="3842095"/>
                </a:cubicBezTo>
                <a:cubicBezTo>
                  <a:pt x="1943496" y="3842095"/>
                  <a:pt x="1899599" y="3842095"/>
                  <a:pt x="1859690" y="3842095"/>
                </a:cubicBezTo>
                <a:cubicBezTo>
                  <a:pt x="1835746" y="3838106"/>
                  <a:pt x="1815793" y="3834116"/>
                  <a:pt x="1791848" y="3834116"/>
                </a:cubicBezTo>
                <a:cubicBezTo>
                  <a:pt x="1632218" y="3822148"/>
                  <a:pt x="1476578" y="3794219"/>
                  <a:pt x="1324930" y="3742353"/>
                </a:cubicBezTo>
                <a:cubicBezTo>
                  <a:pt x="822095" y="3570796"/>
                  <a:pt x="446964" y="3247629"/>
                  <a:pt x="203529" y="2772852"/>
                </a:cubicBezTo>
                <a:cubicBezTo>
                  <a:pt x="119723" y="2609273"/>
                  <a:pt x="63852" y="2433726"/>
                  <a:pt x="31927" y="2250200"/>
                </a:cubicBezTo>
                <a:cubicBezTo>
                  <a:pt x="15963" y="2178385"/>
                  <a:pt x="7982" y="2106569"/>
                  <a:pt x="3990" y="2034755"/>
                </a:cubicBezTo>
                <a:cubicBezTo>
                  <a:pt x="3990" y="2018796"/>
                  <a:pt x="0" y="1998848"/>
                  <a:pt x="0" y="1982889"/>
                </a:cubicBezTo>
                <a:cubicBezTo>
                  <a:pt x="0" y="1939002"/>
                  <a:pt x="0" y="1895114"/>
                  <a:pt x="0" y="1855217"/>
                </a:cubicBezTo>
                <a:close/>
                <a:moveTo>
                  <a:pt x="1919552" y="3774271"/>
                </a:moveTo>
                <a:cubicBezTo>
                  <a:pt x="2945176" y="3774271"/>
                  <a:pt x="3775252" y="2936430"/>
                  <a:pt x="3775252" y="1919053"/>
                </a:cubicBezTo>
                <a:cubicBezTo>
                  <a:pt x="3779242" y="909655"/>
                  <a:pt x="2953156" y="67826"/>
                  <a:pt x="1923542" y="67826"/>
                </a:cubicBezTo>
                <a:cubicBezTo>
                  <a:pt x="901910" y="63835"/>
                  <a:pt x="67843" y="897686"/>
                  <a:pt x="67843" y="1915063"/>
                </a:cubicBezTo>
                <a:cubicBezTo>
                  <a:pt x="63852" y="2936430"/>
                  <a:pt x="897919" y="3770281"/>
                  <a:pt x="1919552" y="3774271"/>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8458200" y="2006600"/>
            <a:ext cx="2841178" cy="2836687"/>
          </a:xfrm>
          <a:custGeom>
            <a:avLst/>
            <a:gdLst/>
            <a:ahLst/>
            <a:cxnLst/>
            <a:rect l="l" t="t" r="r" b="b"/>
            <a:pathLst>
              <a:path w="2841178" h="2836687">
                <a:moveTo>
                  <a:pt x="2841178" y="1420339"/>
                </a:moveTo>
                <a:cubicBezTo>
                  <a:pt x="2841178" y="2202322"/>
                  <a:pt x="2201813" y="2836687"/>
                  <a:pt x="1418591" y="2836687"/>
                </a:cubicBezTo>
                <a:cubicBezTo>
                  <a:pt x="635368" y="2836687"/>
                  <a:pt x="3995" y="2198333"/>
                  <a:pt x="0" y="1424328"/>
                </a:cubicBezTo>
                <a:cubicBezTo>
                  <a:pt x="0" y="646333"/>
                  <a:pt x="631373" y="7979"/>
                  <a:pt x="1414595" y="3990"/>
                </a:cubicBezTo>
                <a:cubicBezTo>
                  <a:pt x="2201813" y="0"/>
                  <a:pt x="2841178" y="634365"/>
                  <a:pt x="2841178" y="1420339"/>
                </a:cubicBezTo>
                <a:close/>
                <a:moveTo>
                  <a:pt x="1418591" y="2792800"/>
                </a:moveTo>
                <a:cubicBezTo>
                  <a:pt x="2177837" y="2796790"/>
                  <a:pt x="2797222" y="2178384"/>
                  <a:pt x="2797222" y="1420339"/>
                </a:cubicBezTo>
                <a:cubicBezTo>
                  <a:pt x="2797222" y="662292"/>
                  <a:pt x="2177837" y="47876"/>
                  <a:pt x="1418591" y="47876"/>
                </a:cubicBezTo>
                <a:cubicBezTo>
                  <a:pt x="663341" y="47876"/>
                  <a:pt x="43956" y="662292"/>
                  <a:pt x="43956" y="1420339"/>
                </a:cubicBezTo>
                <a:cubicBezTo>
                  <a:pt x="43956" y="2174395"/>
                  <a:pt x="663341" y="2792800"/>
                  <a:pt x="1418591" y="2792800"/>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036300" y="2286000"/>
            <a:ext cx="314190" cy="377027"/>
          </a:xfrm>
          <a:custGeom>
            <a:avLst/>
            <a:gdLst/>
            <a:ahLst/>
            <a:cxnLst/>
            <a:rect l="l" t="t" r="r" b="b"/>
            <a:pathLst>
              <a:path w="314190" h="377027">
                <a:moveTo>
                  <a:pt x="147152" y="164448"/>
                </a:moveTo>
                <a:cubicBezTo>
                  <a:pt x="127267" y="184503"/>
                  <a:pt x="103405" y="200547"/>
                  <a:pt x="83519" y="220602"/>
                </a:cubicBezTo>
                <a:cubicBezTo>
                  <a:pt x="71587" y="228623"/>
                  <a:pt x="71587" y="240656"/>
                  <a:pt x="75565" y="248677"/>
                </a:cubicBezTo>
                <a:cubicBezTo>
                  <a:pt x="79541" y="256700"/>
                  <a:pt x="79541" y="260711"/>
                  <a:pt x="79541" y="264721"/>
                </a:cubicBezTo>
                <a:cubicBezTo>
                  <a:pt x="67611" y="260711"/>
                  <a:pt x="11932" y="188514"/>
                  <a:pt x="0" y="160438"/>
                </a:cubicBezTo>
                <a:cubicBezTo>
                  <a:pt x="7954" y="164448"/>
                  <a:pt x="7954" y="164448"/>
                  <a:pt x="11932" y="168459"/>
                </a:cubicBezTo>
                <a:cubicBezTo>
                  <a:pt x="27840" y="176482"/>
                  <a:pt x="35794" y="176482"/>
                  <a:pt x="47725" y="168459"/>
                </a:cubicBezTo>
                <a:cubicBezTo>
                  <a:pt x="95451" y="128350"/>
                  <a:pt x="143175" y="88241"/>
                  <a:pt x="190900" y="48132"/>
                </a:cubicBezTo>
                <a:cubicBezTo>
                  <a:pt x="206808" y="36098"/>
                  <a:pt x="206808" y="28077"/>
                  <a:pt x="198854" y="8021"/>
                </a:cubicBezTo>
                <a:cubicBezTo>
                  <a:pt x="198854" y="4011"/>
                  <a:pt x="198854" y="4011"/>
                  <a:pt x="198854" y="0"/>
                </a:cubicBezTo>
                <a:cubicBezTo>
                  <a:pt x="202832" y="4011"/>
                  <a:pt x="206808" y="4011"/>
                  <a:pt x="206808" y="8021"/>
                </a:cubicBezTo>
                <a:cubicBezTo>
                  <a:pt x="230671" y="40109"/>
                  <a:pt x="254533" y="72197"/>
                  <a:pt x="278397" y="104285"/>
                </a:cubicBezTo>
                <a:cubicBezTo>
                  <a:pt x="290327" y="120329"/>
                  <a:pt x="298281" y="140383"/>
                  <a:pt x="306236" y="160438"/>
                </a:cubicBezTo>
                <a:cubicBezTo>
                  <a:pt x="314190" y="180492"/>
                  <a:pt x="314190" y="200547"/>
                  <a:pt x="298281" y="216591"/>
                </a:cubicBezTo>
                <a:cubicBezTo>
                  <a:pt x="282373" y="240656"/>
                  <a:pt x="254533" y="248677"/>
                  <a:pt x="226694" y="236645"/>
                </a:cubicBezTo>
                <a:cubicBezTo>
                  <a:pt x="218740" y="232635"/>
                  <a:pt x="210786" y="228623"/>
                  <a:pt x="198854" y="224612"/>
                </a:cubicBezTo>
                <a:cubicBezTo>
                  <a:pt x="186924" y="276755"/>
                  <a:pt x="167038" y="324886"/>
                  <a:pt x="159084" y="377027"/>
                </a:cubicBezTo>
                <a:cubicBezTo>
                  <a:pt x="159084" y="377027"/>
                  <a:pt x="155106" y="373017"/>
                  <a:pt x="151130" y="369006"/>
                </a:cubicBezTo>
                <a:cubicBezTo>
                  <a:pt x="143175" y="356973"/>
                  <a:pt x="131244" y="340929"/>
                  <a:pt x="123290" y="328897"/>
                </a:cubicBezTo>
                <a:cubicBezTo>
                  <a:pt x="115335" y="320874"/>
                  <a:pt x="115335" y="312853"/>
                  <a:pt x="115335" y="300820"/>
                </a:cubicBezTo>
                <a:cubicBezTo>
                  <a:pt x="131244" y="264721"/>
                  <a:pt x="143175" y="224612"/>
                  <a:pt x="151130" y="188514"/>
                </a:cubicBezTo>
                <a:cubicBezTo>
                  <a:pt x="155106" y="180492"/>
                  <a:pt x="159084" y="172470"/>
                  <a:pt x="147152" y="164448"/>
                </a:cubicBezTo>
                <a:close/>
                <a:moveTo>
                  <a:pt x="159084" y="156426"/>
                </a:moveTo>
                <a:cubicBezTo>
                  <a:pt x="167038" y="164448"/>
                  <a:pt x="171014" y="172470"/>
                  <a:pt x="178968" y="180492"/>
                </a:cubicBezTo>
                <a:cubicBezTo>
                  <a:pt x="198854" y="200547"/>
                  <a:pt x="218740" y="200547"/>
                  <a:pt x="242603" y="180492"/>
                </a:cubicBezTo>
                <a:cubicBezTo>
                  <a:pt x="250557" y="180492"/>
                  <a:pt x="254533" y="176482"/>
                  <a:pt x="258511" y="172470"/>
                </a:cubicBezTo>
                <a:cubicBezTo>
                  <a:pt x="282373" y="148405"/>
                  <a:pt x="282373" y="124339"/>
                  <a:pt x="258511" y="96262"/>
                </a:cubicBezTo>
                <a:cubicBezTo>
                  <a:pt x="250557" y="88241"/>
                  <a:pt x="246579" y="84230"/>
                  <a:pt x="234648" y="96262"/>
                </a:cubicBezTo>
                <a:cubicBezTo>
                  <a:pt x="214763" y="108295"/>
                  <a:pt x="198854" y="124339"/>
                  <a:pt x="178968" y="140383"/>
                </a:cubicBezTo>
                <a:cubicBezTo>
                  <a:pt x="174992" y="144394"/>
                  <a:pt x="167038" y="152415"/>
                  <a:pt x="159084" y="156426"/>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8102600" y="2997200"/>
            <a:ext cx="300725" cy="323167"/>
          </a:xfrm>
          <a:custGeom>
            <a:avLst/>
            <a:gdLst/>
            <a:ahLst/>
            <a:cxnLst/>
            <a:rect l="l" t="t" r="r" b="b"/>
            <a:pathLst>
              <a:path w="300725" h="323167">
                <a:moveTo>
                  <a:pt x="0" y="274692"/>
                </a:moveTo>
                <a:cubicBezTo>
                  <a:pt x="7913" y="230256"/>
                  <a:pt x="15828" y="189861"/>
                  <a:pt x="19784" y="145425"/>
                </a:cubicBezTo>
                <a:cubicBezTo>
                  <a:pt x="23741" y="145425"/>
                  <a:pt x="23741" y="145425"/>
                  <a:pt x="27699" y="145425"/>
                </a:cubicBezTo>
                <a:cubicBezTo>
                  <a:pt x="27699" y="149465"/>
                  <a:pt x="27699" y="153505"/>
                  <a:pt x="27699" y="157544"/>
                </a:cubicBezTo>
                <a:cubicBezTo>
                  <a:pt x="31655" y="173702"/>
                  <a:pt x="35612" y="181781"/>
                  <a:pt x="51440" y="185821"/>
                </a:cubicBezTo>
                <a:cubicBezTo>
                  <a:pt x="79139" y="193900"/>
                  <a:pt x="106836" y="197940"/>
                  <a:pt x="138492" y="201980"/>
                </a:cubicBezTo>
                <a:cubicBezTo>
                  <a:pt x="134535" y="197940"/>
                  <a:pt x="134535" y="193900"/>
                  <a:pt x="130578" y="189861"/>
                </a:cubicBezTo>
                <a:cubicBezTo>
                  <a:pt x="110794" y="157544"/>
                  <a:pt x="91009" y="129267"/>
                  <a:pt x="71224" y="96951"/>
                </a:cubicBezTo>
                <a:cubicBezTo>
                  <a:pt x="71224" y="96951"/>
                  <a:pt x="67267" y="92911"/>
                  <a:pt x="67267" y="88871"/>
                </a:cubicBezTo>
                <a:cubicBezTo>
                  <a:pt x="55396" y="76752"/>
                  <a:pt x="47483" y="80792"/>
                  <a:pt x="39569" y="92911"/>
                </a:cubicBezTo>
                <a:cubicBezTo>
                  <a:pt x="39569" y="100989"/>
                  <a:pt x="35612" y="105029"/>
                  <a:pt x="31655" y="117149"/>
                </a:cubicBezTo>
                <a:cubicBezTo>
                  <a:pt x="27699" y="96951"/>
                  <a:pt x="39569" y="16158"/>
                  <a:pt x="47483" y="0"/>
                </a:cubicBezTo>
                <a:cubicBezTo>
                  <a:pt x="51440" y="0"/>
                  <a:pt x="51440" y="4040"/>
                  <a:pt x="51440" y="4040"/>
                </a:cubicBezTo>
                <a:cubicBezTo>
                  <a:pt x="51440" y="32316"/>
                  <a:pt x="63311" y="56554"/>
                  <a:pt x="75181" y="76752"/>
                </a:cubicBezTo>
                <a:cubicBezTo>
                  <a:pt x="87052" y="100989"/>
                  <a:pt x="102880" y="121187"/>
                  <a:pt x="114751" y="141385"/>
                </a:cubicBezTo>
                <a:cubicBezTo>
                  <a:pt x="122664" y="141385"/>
                  <a:pt x="126622" y="137345"/>
                  <a:pt x="130578" y="137345"/>
                </a:cubicBezTo>
                <a:cubicBezTo>
                  <a:pt x="178060" y="109069"/>
                  <a:pt x="225544" y="80792"/>
                  <a:pt x="273027" y="52514"/>
                </a:cubicBezTo>
                <a:cubicBezTo>
                  <a:pt x="280941" y="48475"/>
                  <a:pt x="288854" y="40396"/>
                  <a:pt x="296769" y="32316"/>
                </a:cubicBezTo>
                <a:cubicBezTo>
                  <a:pt x="300725" y="48475"/>
                  <a:pt x="292811" y="60594"/>
                  <a:pt x="292811" y="72713"/>
                </a:cubicBezTo>
                <a:cubicBezTo>
                  <a:pt x="288854" y="88871"/>
                  <a:pt x="288854" y="105029"/>
                  <a:pt x="284898" y="121187"/>
                </a:cubicBezTo>
                <a:cubicBezTo>
                  <a:pt x="280941" y="133307"/>
                  <a:pt x="280941" y="149465"/>
                  <a:pt x="276983" y="161583"/>
                </a:cubicBezTo>
                <a:cubicBezTo>
                  <a:pt x="273027" y="161583"/>
                  <a:pt x="273027" y="161583"/>
                  <a:pt x="273027" y="161583"/>
                </a:cubicBezTo>
                <a:cubicBezTo>
                  <a:pt x="269070" y="153505"/>
                  <a:pt x="269070" y="141385"/>
                  <a:pt x="269070" y="129267"/>
                </a:cubicBezTo>
                <a:cubicBezTo>
                  <a:pt x="261156" y="129267"/>
                  <a:pt x="257199" y="133307"/>
                  <a:pt x="253242" y="133307"/>
                </a:cubicBezTo>
                <a:cubicBezTo>
                  <a:pt x="217630" y="153505"/>
                  <a:pt x="185975" y="173702"/>
                  <a:pt x="154319" y="193900"/>
                </a:cubicBezTo>
                <a:cubicBezTo>
                  <a:pt x="154319" y="201980"/>
                  <a:pt x="158276" y="206019"/>
                  <a:pt x="166190" y="206019"/>
                </a:cubicBezTo>
                <a:cubicBezTo>
                  <a:pt x="189931" y="214098"/>
                  <a:pt x="213672" y="218138"/>
                  <a:pt x="237415" y="222178"/>
                </a:cubicBezTo>
                <a:cubicBezTo>
                  <a:pt x="249286" y="222178"/>
                  <a:pt x="253242" y="218138"/>
                  <a:pt x="261156" y="206019"/>
                </a:cubicBezTo>
                <a:cubicBezTo>
                  <a:pt x="261156" y="201980"/>
                  <a:pt x="265112" y="197940"/>
                  <a:pt x="269070" y="193900"/>
                </a:cubicBezTo>
                <a:cubicBezTo>
                  <a:pt x="265112" y="234296"/>
                  <a:pt x="257199" y="278732"/>
                  <a:pt x="249286" y="323167"/>
                </a:cubicBezTo>
                <a:cubicBezTo>
                  <a:pt x="249286" y="323167"/>
                  <a:pt x="249286" y="323167"/>
                  <a:pt x="245328" y="323167"/>
                </a:cubicBezTo>
                <a:cubicBezTo>
                  <a:pt x="245328" y="319127"/>
                  <a:pt x="245328" y="315088"/>
                  <a:pt x="245328" y="311048"/>
                </a:cubicBezTo>
                <a:cubicBezTo>
                  <a:pt x="241371" y="290850"/>
                  <a:pt x="237415" y="286810"/>
                  <a:pt x="217630" y="282771"/>
                </a:cubicBezTo>
                <a:cubicBezTo>
                  <a:pt x="158276" y="270652"/>
                  <a:pt x="102880" y="258534"/>
                  <a:pt x="43525" y="250454"/>
                </a:cubicBezTo>
                <a:cubicBezTo>
                  <a:pt x="23741" y="246414"/>
                  <a:pt x="19784" y="250454"/>
                  <a:pt x="11871" y="266612"/>
                </a:cubicBezTo>
                <a:cubicBezTo>
                  <a:pt x="7913" y="270652"/>
                  <a:pt x="7913" y="274692"/>
                  <a:pt x="3957" y="274692"/>
                </a:cubicBezTo>
                <a:cubicBezTo>
                  <a:pt x="3957" y="274692"/>
                  <a:pt x="3957" y="274692"/>
                  <a:pt x="0" y="274692"/>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744200" y="1968500"/>
            <a:ext cx="327656" cy="350098"/>
          </a:xfrm>
          <a:custGeom>
            <a:avLst/>
            <a:gdLst/>
            <a:ahLst/>
            <a:cxnLst/>
            <a:rect l="l" t="t" r="r" b="b"/>
            <a:pathLst>
              <a:path w="327656" h="350098">
                <a:moveTo>
                  <a:pt x="243743" y="148892"/>
                </a:moveTo>
                <a:cubicBezTo>
                  <a:pt x="239748" y="164988"/>
                  <a:pt x="183807" y="249495"/>
                  <a:pt x="167824" y="261568"/>
                </a:cubicBezTo>
                <a:cubicBezTo>
                  <a:pt x="171820" y="249495"/>
                  <a:pt x="171820" y="241447"/>
                  <a:pt x="175815" y="237423"/>
                </a:cubicBezTo>
                <a:cubicBezTo>
                  <a:pt x="183807" y="209254"/>
                  <a:pt x="175815" y="185109"/>
                  <a:pt x="147845" y="169013"/>
                </a:cubicBezTo>
                <a:cubicBezTo>
                  <a:pt x="147845" y="169013"/>
                  <a:pt x="143849" y="173038"/>
                  <a:pt x="143849" y="177061"/>
                </a:cubicBezTo>
                <a:cubicBezTo>
                  <a:pt x="127866" y="201206"/>
                  <a:pt x="111882" y="221327"/>
                  <a:pt x="95899" y="245471"/>
                </a:cubicBezTo>
                <a:cubicBezTo>
                  <a:pt x="87908" y="257543"/>
                  <a:pt x="87908" y="265591"/>
                  <a:pt x="99896" y="273639"/>
                </a:cubicBezTo>
                <a:cubicBezTo>
                  <a:pt x="131862" y="305833"/>
                  <a:pt x="167824" y="321930"/>
                  <a:pt x="215773" y="297785"/>
                </a:cubicBezTo>
                <a:cubicBezTo>
                  <a:pt x="223765" y="293760"/>
                  <a:pt x="223765" y="293760"/>
                  <a:pt x="235753" y="293760"/>
                </a:cubicBezTo>
                <a:cubicBezTo>
                  <a:pt x="227761" y="305833"/>
                  <a:pt x="199790" y="338026"/>
                  <a:pt x="179812" y="350098"/>
                </a:cubicBezTo>
                <a:cubicBezTo>
                  <a:pt x="143849" y="329978"/>
                  <a:pt x="7992" y="225350"/>
                  <a:pt x="0" y="209254"/>
                </a:cubicBezTo>
                <a:cubicBezTo>
                  <a:pt x="7992" y="213279"/>
                  <a:pt x="11988" y="213279"/>
                  <a:pt x="15983" y="217302"/>
                </a:cubicBezTo>
                <a:cubicBezTo>
                  <a:pt x="31966" y="221327"/>
                  <a:pt x="39958" y="217302"/>
                  <a:pt x="47950" y="205229"/>
                </a:cubicBezTo>
                <a:cubicBezTo>
                  <a:pt x="83911" y="152917"/>
                  <a:pt x="119874" y="100603"/>
                  <a:pt x="155837" y="48289"/>
                </a:cubicBezTo>
                <a:cubicBezTo>
                  <a:pt x="167824" y="32193"/>
                  <a:pt x="163827" y="24145"/>
                  <a:pt x="155837" y="12073"/>
                </a:cubicBezTo>
                <a:cubicBezTo>
                  <a:pt x="151841" y="8048"/>
                  <a:pt x="151841" y="4025"/>
                  <a:pt x="147845" y="0"/>
                </a:cubicBezTo>
                <a:cubicBezTo>
                  <a:pt x="159832" y="4025"/>
                  <a:pt x="303681" y="108651"/>
                  <a:pt x="327656" y="132796"/>
                </a:cubicBezTo>
                <a:cubicBezTo>
                  <a:pt x="315669" y="152917"/>
                  <a:pt x="291694" y="185109"/>
                  <a:pt x="279706" y="193158"/>
                </a:cubicBezTo>
                <a:cubicBezTo>
                  <a:pt x="279706" y="189133"/>
                  <a:pt x="279706" y="185109"/>
                  <a:pt x="279706" y="185109"/>
                </a:cubicBezTo>
                <a:cubicBezTo>
                  <a:pt x="295689" y="144868"/>
                  <a:pt x="287698" y="120724"/>
                  <a:pt x="259728" y="96578"/>
                </a:cubicBezTo>
                <a:cubicBezTo>
                  <a:pt x="251736" y="88530"/>
                  <a:pt x="243743" y="80482"/>
                  <a:pt x="231757" y="76458"/>
                </a:cubicBezTo>
                <a:cubicBezTo>
                  <a:pt x="223765" y="68410"/>
                  <a:pt x="215773" y="72434"/>
                  <a:pt x="211778" y="80482"/>
                </a:cubicBezTo>
                <a:cubicBezTo>
                  <a:pt x="195795" y="100603"/>
                  <a:pt x="179812" y="120724"/>
                  <a:pt x="163827" y="144868"/>
                </a:cubicBezTo>
                <a:cubicBezTo>
                  <a:pt x="163827" y="148892"/>
                  <a:pt x="159832" y="152917"/>
                  <a:pt x="159832" y="156940"/>
                </a:cubicBezTo>
                <a:cubicBezTo>
                  <a:pt x="171820" y="169013"/>
                  <a:pt x="183807" y="177061"/>
                  <a:pt x="203785" y="173038"/>
                </a:cubicBezTo>
                <a:cubicBezTo>
                  <a:pt x="215773" y="169013"/>
                  <a:pt x="231757" y="156940"/>
                  <a:pt x="243743" y="148892"/>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8102600" y="3505200"/>
            <a:ext cx="282771" cy="269306"/>
          </a:xfrm>
          <a:custGeom>
            <a:avLst/>
            <a:gdLst/>
            <a:ahLst/>
            <a:cxnLst/>
            <a:rect l="l" t="t" r="r" b="b"/>
            <a:pathLst>
              <a:path w="282771" h="269306">
                <a:moveTo>
                  <a:pt x="195152" y="79207"/>
                </a:moveTo>
                <a:cubicBezTo>
                  <a:pt x="175238" y="87128"/>
                  <a:pt x="155325" y="95049"/>
                  <a:pt x="147359" y="114851"/>
                </a:cubicBezTo>
                <a:cubicBezTo>
                  <a:pt x="143377" y="126732"/>
                  <a:pt x="143377" y="138613"/>
                  <a:pt x="151342" y="154455"/>
                </a:cubicBezTo>
                <a:cubicBezTo>
                  <a:pt x="159308" y="150495"/>
                  <a:pt x="167273" y="150495"/>
                  <a:pt x="175238" y="150495"/>
                </a:cubicBezTo>
                <a:cubicBezTo>
                  <a:pt x="195152" y="146534"/>
                  <a:pt x="215066" y="142574"/>
                  <a:pt x="238962" y="142574"/>
                </a:cubicBezTo>
                <a:cubicBezTo>
                  <a:pt x="250910" y="138613"/>
                  <a:pt x="254892" y="134653"/>
                  <a:pt x="258874" y="118811"/>
                </a:cubicBezTo>
                <a:cubicBezTo>
                  <a:pt x="258874" y="71286"/>
                  <a:pt x="234979" y="31683"/>
                  <a:pt x="191169" y="15842"/>
                </a:cubicBezTo>
                <a:cubicBezTo>
                  <a:pt x="187187" y="11881"/>
                  <a:pt x="179221" y="11881"/>
                  <a:pt x="175238" y="0"/>
                </a:cubicBezTo>
                <a:cubicBezTo>
                  <a:pt x="203117" y="0"/>
                  <a:pt x="227014" y="3960"/>
                  <a:pt x="250910" y="3960"/>
                </a:cubicBezTo>
                <a:cubicBezTo>
                  <a:pt x="258874" y="19802"/>
                  <a:pt x="282771" y="213860"/>
                  <a:pt x="278788" y="233662"/>
                </a:cubicBezTo>
                <a:cubicBezTo>
                  <a:pt x="274805" y="225741"/>
                  <a:pt x="274805" y="221781"/>
                  <a:pt x="270822" y="217822"/>
                </a:cubicBezTo>
                <a:cubicBezTo>
                  <a:pt x="266840" y="205939"/>
                  <a:pt x="258874" y="201980"/>
                  <a:pt x="246927" y="201980"/>
                </a:cubicBezTo>
                <a:cubicBezTo>
                  <a:pt x="183204" y="209901"/>
                  <a:pt x="123463" y="217822"/>
                  <a:pt x="63724" y="229702"/>
                </a:cubicBezTo>
                <a:cubicBezTo>
                  <a:pt x="47793" y="229702"/>
                  <a:pt x="39827" y="237623"/>
                  <a:pt x="35844" y="257425"/>
                </a:cubicBezTo>
                <a:cubicBezTo>
                  <a:pt x="35844" y="261385"/>
                  <a:pt x="35844" y="265346"/>
                  <a:pt x="35844" y="269306"/>
                </a:cubicBezTo>
                <a:cubicBezTo>
                  <a:pt x="27879" y="257425"/>
                  <a:pt x="0" y="67327"/>
                  <a:pt x="3983" y="43565"/>
                </a:cubicBezTo>
                <a:cubicBezTo>
                  <a:pt x="27879" y="39604"/>
                  <a:pt x="47793" y="35644"/>
                  <a:pt x="71689" y="35644"/>
                </a:cubicBezTo>
                <a:cubicBezTo>
                  <a:pt x="71689" y="35644"/>
                  <a:pt x="75672" y="35644"/>
                  <a:pt x="75672" y="39604"/>
                </a:cubicBezTo>
                <a:cubicBezTo>
                  <a:pt x="71689" y="39604"/>
                  <a:pt x="71689" y="43565"/>
                  <a:pt x="67706" y="43565"/>
                </a:cubicBezTo>
                <a:cubicBezTo>
                  <a:pt x="31862" y="55446"/>
                  <a:pt x="19914" y="83168"/>
                  <a:pt x="23896" y="118811"/>
                </a:cubicBezTo>
                <a:cubicBezTo>
                  <a:pt x="23896" y="126732"/>
                  <a:pt x="23896" y="138613"/>
                  <a:pt x="27879" y="150495"/>
                </a:cubicBezTo>
                <a:cubicBezTo>
                  <a:pt x="27879" y="166336"/>
                  <a:pt x="31862" y="170297"/>
                  <a:pt x="51775" y="166336"/>
                </a:cubicBezTo>
                <a:cubicBezTo>
                  <a:pt x="79654" y="162376"/>
                  <a:pt x="103549" y="158415"/>
                  <a:pt x="131428" y="154455"/>
                </a:cubicBezTo>
                <a:cubicBezTo>
                  <a:pt x="135411" y="134653"/>
                  <a:pt x="131428" y="118811"/>
                  <a:pt x="115498" y="110891"/>
                </a:cubicBezTo>
                <a:cubicBezTo>
                  <a:pt x="103549" y="102970"/>
                  <a:pt x="87619" y="99009"/>
                  <a:pt x="71689" y="95049"/>
                </a:cubicBezTo>
                <a:cubicBezTo>
                  <a:pt x="71689" y="91088"/>
                  <a:pt x="75672" y="91088"/>
                  <a:pt x="75672" y="87128"/>
                </a:cubicBezTo>
                <a:cubicBezTo>
                  <a:pt x="115498" y="83168"/>
                  <a:pt x="155325" y="79207"/>
                  <a:pt x="195152" y="71286"/>
                </a:cubicBezTo>
                <a:cubicBezTo>
                  <a:pt x="195152" y="75248"/>
                  <a:pt x="195152" y="75248"/>
                  <a:pt x="195152" y="79207"/>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9550400" y="4902200"/>
            <a:ext cx="197491" cy="282771"/>
          </a:xfrm>
          <a:custGeom>
            <a:avLst/>
            <a:gdLst/>
            <a:ahLst/>
            <a:cxnLst/>
            <a:rect l="l" t="t" r="r" b="b"/>
            <a:pathLst>
              <a:path w="197491" h="282771">
                <a:moveTo>
                  <a:pt x="67147" y="141385"/>
                </a:moveTo>
                <a:cubicBezTo>
                  <a:pt x="59247" y="133307"/>
                  <a:pt x="47398" y="121187"/>
                  <a:pt x="39498" y="109069"/>
                </a:cubicBezTo>
                <a:cubicBezTo>
                  <a:pt x="27649" y="88871"/>
                  <a:pt x="23699" y="68673"/>
                  <a:pt x="31599" y="44436"/>
                </a:cubicBezTo>
                <a:cubicBezTo>
                  <a:pt x="39498" y="24238"/>
                  <a:pt x="55297" y="12118"/>
                  <a:pt x="75047" y="4040"/>
                </a:cubicBezTo>
                <a:cubicBezTo>
                  <a:pt x="102695" y="0"/>
                  <a:pt x="130344" y="0"/>
                  <a:pt x="154043" y="12118"/>
                </a:cubicBezTo>
                <a:cubicBezTo>
                  <a:pt x="169842" y="20198"/>
                  <a:pt x="181691" y="32316"/>
                  <a:pt x="189592" y="48475"/>
                </a:cubicBezTo>
                <a:cubicBezTo>
                  <a:pt x="197491" y="72713"/>
                  <a:pt x="189592" y="96951"/>
                  <a:pt x="165892" y="109069"/>
                </a:cubicBezTo>
                <a:cubicBezTo>
                  <a:pt x="154043" y="113109"/>
                  <a:pt x="146143" y="117149"/>
                  <a:pt x="134294" y="121187"/>
                </a:cubicBezTo>
                <a:cubicBezTo>
                  <a:pt x="138243" y="125227"/>
                  <a:pt x="142193" y="129267"/>
                  <a:pt x="146143" y="133307"/>
                </a:cubicBezTo>
                <a:cubicBezTo>
                  <a:pt x="157993" y="149465"/>
                  <a:pt x="169842" y="161583"/>
                  <a:pt x="173792" y="177742"/>
                </a:cubicBezTo>
                <a:cubicBezTo>
                  <a:pt x="189592" y="222178"/>
                  <a:pt x="165892" y="266612"/>
                  <a:pt x="118495" y="278732"/>
                </a:cubicBezTo>
                <a:cubicBezTo>
                  <a:pt x="90846" y="282771"/>
                  <a:pt x="63198" y="278732"/>
                  <a:pt x="35549" y="262572"/>
                </a:cubicBezTo>
                <a:cubicBezTo>
                  <a:pt x="11849" y="250454"/>
                  <a:pt x="0" y="230256"/>
                  <a:pt x="3950" y="206019"/>
                </a:cubicBezTo>
                <a:cubicBezTo>
                  <a:pt x="3950" y="177742"/>
                  <a:pt x="19748" y="161583"/>
                  <a:pt x="43448" y="153504"/>
                </a:cubicBezTo>
                <a:cubicBezTo>
                  <a:pt x="51347" y="149465"/>
                  <a:pt x="59247" y="145425"/>
                  <a:pt x="67147" y="141385"/>
                </a:cubicBezTo>
                <a:close/>
                <a:moveTo>
                  <a:pt x="78997" y="153504"/>
                </a:moveTo>
                <a:cubicBezTo>
                  <a:pt x="51347" y="177742"/>
                  <a:pt x="39498" y="218138"/>
                  <a:pt x="55297" y="246414"/>
                </a:cubicBezTo>
                <a:cubicBezTo>
                  <a:pt x="59247" y="262572"/>
                  <a:pt x="71097" y="270652"/>
                  <a:pt x="86896" y="270652"/>
                </a:cubicBezTo>
                <a:cubicBezTo>
                  <a:pt x="102695" y="270652"/>
                  <a:pt x="110595" y="258534"/>
                  <a:pt x="118495" y="246414"/>
                </a:cubicBezTo>
                <a:cubicBezTo>
                  <a:pt x="130344" y="214098"/>
                  <a:pt x="114545" y="177742"/>
                  <a:pt x="78997" y="153504"/>
                </a:cubicBezTo>
                <a:close/>
                <a:moveTo>
                  <a:pt x="122445" y="109069"/>
                </a:moveTo>
                <a:cubicBezTo>
                  <a:pt x="146143" y="92911"/>
                  <a:pt x="154043" y="56554"/>
                  <a:pt x="142193" y="32316"/>
                </a:cubicBezTo>
                <a:cubicBezTo>
                  <a:pt x="138243" y="16158"/>
                  <a:pt x="126394" y="12118"/>
                  <a:pt x="110595" y="12118"/>
                </a:cubicBezTo>
                <a:cubicBezTo>
                  <a:pt x="98745" y="12118"/>
                  <a:pt x="90846" y="20198"/>
                  <a:pt x="82946" y="32316"/>
                </a:cubicBezTo>
                <a:cubicBezTo>
                  <a:pt x="78997" y="44436"/>
                  <a:pt x="78997" y="60594"/>
                  <a:pt x="86896" y="72713"/>
                </a:cubicBezTo>
                <a:cubicBezTo>
                  <a:pt x="94795" y="88871"/>
                  <a:pt x="106646" y="100989"/>
                  <a:pt x="122445" y="109069"/>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8216900" y="3949700"/>
            <a:ext cx="291748" cy="251352"/>
          </a:xfrm>
          <a:custGeom>
            <a:avLst/>
            <a:gdLst/>
            <a:ahLst/>
            <a:cxnLst/>
            <a:rect l="l" t="t" r="r" b="b"/>
            <a:pathLst>
              <a:path w="291748" h="251352">
                <a:moveTo>
                  <a:pt x="63081" y="251352"/>
                </a:moveTo>
                <a:cubicBezTo>
                  <a:pt x="59138" y="247362"/>
                  <a:pt x="55195" y="243373"/>
                  <a:pt x="55195" y="239382"/>
                </a:cubicBezTo>
                <a:cubicBezTo>
                  <a:pt x="39426" y="203476"/>
                  <a:pt x="27598" y="167568"/>
                  <a:pt x="11828" y="135650"/>
                </a:cubicBezTo>
                <a:cubicBezTo>
                  <a:pt x="3942" y="115702"/>
                  <a:pt x="0" y="91764"/>
                  <a:pt x="0" y="71815"/>
                </a:cubicBezTo>
                <a:cubicBezTo>
                  <a:pt x="0" y="43887"/>
                  <a:pt x="7885" y="23938"/>
                  <a:pt x="31540" y="11970"/>
                </a:cubicBezTo>
                <a:cubicBezTo>
                  <a:pt x="55195" y="0"/>
                  <a:pt x="74908" y="3990"/>
                  <a:pt x="98563" y="15959"/>
                </a:cubicBezTo>
                <a:cubicBezTo>
                  <a:pt x="110391" y="23938"/>
                  <a:pt x="122218" y="39897"/>
                  <a:pt x="130104" y="51867"/>
                </a:cubicBezTo>
                <a:cubicBezTo>
                  <a:pt x="137989" y="67826"/>
                  <a:pt x="141931" y="87774"/>
                  <a:pt x="149817" y="103732"/>
                </a:cubicBezTo>
                <a:cubicBezTo>
                  <a:pt x="157702" y="99743"/>
                  <a:pt x="161644" y="99743"/>
                  <a:pt x="165586" y="99743"/>
                </a:cubicBezTo>
                <a:cubicBezTo>
                  <a:pt x="181357" y="91764"/>
                  <a:pt x="201069" y="83784"/>
                  <a:pt x="216840" y="75805"/>
                </a:cubicBezTo>
                <a:cubicBezTo>
                  <a:pt x="240495" y="63835"/>
                  <a:pt x="244437" y="59846"/>
                  <a:pt x="240495" y="35908"/>
                </a:cubicBezTo>
                <a:cubicBezTo>
                  <a:pt x="240495" y="31918"/>
                  <a:pt x="240495" y="27929"/>
                  <a:pt x="240495" y="23938"/>
                </a:cubicBezTo>
                <a:cubicBezTo>
                  <a:pt x="252322" y="35908"/>
                  <a:pt x="252322" y="51867"/>
                  <a:pt x="260208" y="63835"/>
                </a:cubicBezTo>
                <a:cubicBezTo>
                  <a:pt x="264150" y="79794"/>
                  <a:pt x="272035" y="91764"/>
                  <a:pt x="275977" y="107723"/>
                </a:cubicBezTo>
                <a:cubicBezTo>
                  <a:pt x="279921" y="119691"/>
                  <a:pt x="291748" y="131661"/>
                  <a:pt x="287805" y="151609"/>
                </a:cubicBezTo>
                <a:cubicBezTo>
                  <a:pt x="283863" y="143629"/>
                  <a:pt x="279921" y="139640"/>
                  <a:pt x="275977" y="135650"/>
                </a:cubicBezTo>
                <a:cubicBezTo>
                  <a:pt x="268093" y="127671"/>
                  <a:pt x="260208" y="123681"/>
                  <a:pt x="252322" y="127671"/>
                </a:cubicBezTo>
                <a:cubicBezTo>
                  <a:pt x="244437" y="131661"/>
                  <a:pt x="236553" y="135650"/>
                  <a:pt x="228667" y="139640"/>
                </a:cubicBezTo>
                <a:cubicBezTo>
                  <a:pt x="181357" y="159588"/>
                  <a:pt x="134046" y="179537"/>
                  <a:pt x="86736" y="199485"/>
                </a:cubicBezTo>
                <a:cubicBezTo>
                  <a:pt x="63081" y="211455"/>
                  <a:pt x="63081" y="215444"/>
                  <a:pt x="63081" y="243373"/>
                </a:cubicBezTo>
                <a:cubicBezTo>
                  <a:pt x="63081" y="247362"/>
                  <a:pt x="63081" y="247362"/>
                  <a:pt x="63081" y="251352"/>
                </a:cubicBezTo>
                <a:close/>
                <a:moveTo>
                  <a:pt x="141931" y="107723"/>
                </a:moveTo>
                <a:cubicBezTo>
                  <a:pt x="134046" y="99743"/>
                  <a:pt x="134046" y="87774"/>
                  <a:pt x="126162" y="79794"/>
                </a:cubicBezTo>
                <a:cubicBezTo>
                  <a:pt x="114334" y="63835"/>
                  <a:pt x="98563" y="55856"/>
                  <a:pt x="82794" y="63835"/>
                </a:cubicBezTo>
                <a:cubicBezTo>
                  <a:pt x="67023" y="67826"/>
                  <a:pt x="51253" y="75805"/>
                  <a:pt x="39426" y="83784"/>
                </a:cubicBezTo>
                <a:cubicBezTo>
                  <a:pt x="19713" y="95753"/>
                  <a:pt x="15770" y="119691"/>
                  <a:pt x="27598" y="139640"/>
                </a:cubicBezTo>
                <a:cubicBezTo>
                  <a:pt x="35483" y="151609"/>
                  <a:pt x="39426" y="155599"/>
                  <a:pt x="51253" y="151609"/>
                </a:cubicBezTo>
                <a:cubicBezTo>
                  <a:pt x="78850" y="135650"/>
                  <a:pt x="110391" y="123681"/>
                  <a:pt x="141931" y="107723"/>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8394700" y="2247900"/>
            <a:ext cx="345609" cy="377027"/>
          </a:xfrm>
          <a:custGeom>
            <a:avLst/>
            <a:gdLst/>
            <a:ahLst/>
            <a:cxnLst/>
            <a:rect l="l" t="t" r="r" b="b"/>
            <a:pathLst>
              <a:path w="345609" h="377027">
                <a:moveTo>
                  <a:pt x="0" y="202405"/>
                </a:moveTo>
                <a:cubicBezTo>
                  <a:pt x="7945" y="194467"/>
                  <a:pt x="19863" y="182561"/>
                  <a:pt x="23835" y="170655"/>
                </a:cubicBezTo>
                <a:cubicBezTo>
                  <a:pt x="39726" y="146842"/>
                  <a:pt x="59587" y="138905"/>
                  <a:pt x="87395" y="142874"/>
                </a:cubicBezTo>
                <a:cubicBezTo>
                  <a:pt x="135066" y="142874"/>
                  <a:pt x="186708" y="142874"/>
                  <a:pt x="234378" y="142874"/>
                </a:cubicBezTo>
                <a:cubicBezTo>
                  <a:pt x="242324" y="142874"/>
                  <a:pt x="246296" y="142874"/>
                  <a:pt x="254241" y="142874"/>
                </a:cubicBezTo>
                <a:cubicBezTo>
                  <a:pt x="250269" y="138905"/>
                  <a:pt x="250269" y="134936"/>
                  <a:pt x="246296" y="130967"/>
                </a:cubicBezTo>
                <a:cubicBezTo>
                  <a:pt x="222461" y="111124"/>
                  <a:pt x="198625" y="91280"/>
                  <a:pt x="174791" y="71438"/>
                </a:cubicBezTo>
                <a:cubicBezTo>
                  <a:pt x="150956" y="47625"/>
                  <a:pt x="146983" y="47625"/>
                  <a:pt x="119176" y="63500"/>
                </a:cubicBezTo>
                <a:cubicBezTo>
                  <a:pt x="119176" y="67469"/>
                  <a:pt x="119176" y="63500"/>
                  <a:pt x="115203" y="63500"/>
                </a:cubicBezTo>
                <a:cubicBezTo>
                  <a:pt x="119176" y="51594"/>
                  <a:pt x="150956" y="11906"/>
                  <a:pt x="166846" y="0"/>
                </a:cubicBezTo>
                <a:cubicBezTo>
                  <a:pt x="166846" y="7938"/>
                  <a:pt x="166846" y="7938"/>
                  <a:pt x="166846" y="11906"/>
                </a:cubicBezTo>
                <a:cubicBezTo>
                  <a:pt x="158901" y="27781"/>
                  <a:pt x="162874" y="39688"/>
                  <a:pt x="174791" y="51594"/>
                </a:cubicBezTo>
                <a:cubicBezTo>
                  <a:pt x="214516" y="83342"/>
                  <a:pt x="254241" y="119061"/>
                  <a:pt x="293967" y="150811"/>
                </a:cubicBezTo>
                <a:cubicBezTo>
                  <a:pt x="309856" y="166686"/>
                  <a:pt x="325746" y="182561"/>
                  <a:pt x="345609" y="198436"/>
                </a:cubicBezTo>
                <a:cubicBezTo>
                  <a:pt x="337664" y="202405"/>
                  <a:pt x="333691" y="206374"/>
                  <a:pt x="329719" y="206374"/>
                </a:cubicBezTo>
                <a:cubicBezTo>
                  <a:pt x="321774" y="206374"/>
                  <a:pt x="313828" y="206374"/>
                  <a:pt x="305883" y="206374"/>
                </a:cubicBezTo>
                <a:cubicBezTo>
                  <a:pt x="238351" y="206374"/>
                  <a:pt x="166846" y="206374"/>
                  <a:pt x="99313" y="202405"/>
                </a:cubicBezTo>
                <a:cubicBezTo>
                  <a:pt x="91368" y="202405"/>
                  <a:pt x="87395" y="202405"/>
                  <a:pt x="75477" y="202405"/>
                </a:cubicBezTo>
                <a:cubicBezTo>
                  <a:pt x="79450" y="210342"/>
                  <a:pt x="83422" y="214311"/>
                  <a:pt x="87395" y="218280"/>
                </a:cubicBezTo>
                <a:cubicBezTo>
                  <a:pt x="119176" y="246060"/>
                  <a:pt x="154929" y="273841"/>
                  <a:pt x="186708" y="305591"/>
                </a:cubicBezTo>
                <a:cubicBezTo>
                  <a:pt x="202598" y="321466"/>
                  <a:pt x="218488" y="329404"/>
                  <a:pt x="242324" y="309560"/>
                </a:cubicBezTo>
                <a:cubicBezTo>
                  <a:pt x="242324" y="305591"/>
                  <a:pt x="242324" y="305591"/>
                  <a:pt x="242324" y="305591"/>
                </a:cubicBezTo>
                <a:cubicBezTo>
                  <a:pt x="242324" y="317497"/>
                  <a:pt x="206571" y="365122"/>
                  <a:pt x="190680" y="377027"/>
                </a:cubicBezTo>
                <a:cubicBezTo>
                  <a:pt x="190680" y="369090"/>
                  <a:pt x="190680" y="365122"/>
                  <a:pt x="194653" y="361154"/>
                </a:cubicBezTo>
                <a:cubicBezTo>
                  <a:pt x="202598" y="345279"/>
                  <a:pt x="198625" y="337341"/>
                  <a:pt x="186708" y="325435"/>
                </a:cubicBezTo>
                <a:cubicBezTo>
                  <a:pt x="162874" y="305591"/>
                  <a:pt x="139038" y="285747"/>
                  <a:pt x="119176" y="265904"/>
                </a:cubicBezTo>
                <a:cubicBezTo>
                  <a:pt x="99313" y="246060"/>
                  <a:pt x="79450" y="230185"/>
                  <a:pt x="59587" y="214311"/>
                </a:cubicBezTo>
                <a:cubicBezTo>
                  <a:pt x="47671" y="202405"/>
                  <a:pt x="39726" y="202405"/>
                  <a:pt x="27808" y="202405"/>
                </a:cubicBezTo>
                <a:cubicBezTo>
                  <a:pt x="19863" y="206374"/>
                  <a:pt x="11918" y="206374"/>
                  <a:pt x="3973" y="206374"/>
                </a:cubicBezTo>
                <a:cubicBezTo>
                  <a:pt x="0" y="206374"/>
                  <a:pt x="0" y="206374"/>
                  <a:pt x="0" y="202405"/>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414000" y="4787900"/>
            <a:ext cx="242374" cy="278282"/>
          </a:xfrm>
          <a:custGeom>
            <a:avLst/>
            <a:gdLst/>
            <a:ahLst/>
            <a:cxnLst/>
            <a:rect l="l" t="t" r="r" b="b"/>
            <a:pathLst>
              <a:path w="242374" h="278282">
                <a:moveTo>
                  <a:pt x="143041" y="103361"/>
                </a:moveTo>
                <a:cubicBezTo>
                  <a:pt x="158934" y="107338"/>
                  <a:pt x="170854" y="111313"/>
                  <a:pt x="182775" y="115288"/>
                </a:cubicBezTo>
                <a:cubicBezTo>
                  <a:pt x="214561" y="123240"/>
                  <a:pt x="234428" y="147091"/>
                  <a:pt x="238402" y="178896"/>
                </a:cubicBezTo>
                <a:cubicBezTo>
                  <a:pt x="242374" y="202748"/>
                  <a:pt x="234428" y="218650"/>
                  <a:pt x="218535" y="234552"/>
                </a:cubicBezTo>
                <a:cubicBezTo>
                  <a:pt x="198669" y="258404"/>
                  <a:pt x="166881" y="274306"/>
                  <a:pt x="135094" y="274306"/>
                </a:cubicBezTo>
                <a:cubicBezTo>
                  <a:pt x="111255" y="278282"/>
                  <a:pt x="95360" y="266356"/>
                  <a:pt x="83440" y="246478"/>
                </a:cubicBezTo>
                <a:cubicBezTo>
                  <a:pt x="67547" y="226601"/>
                  <a:pt x="67547" y="202748"/>
                  <a:pt x="83440" y="182871"/>
                </a:cubicBezTo>
                <a:cubicBezTo>
                  <a:pt x="87414" y="174920"/>
                  <a:pt x="95360" y="166969"/>
                  <a:pt x="103307" y="155043"/>
                </a:cubicBezTo>
                <a:cubicBezTo>
                  <a:pt x="91388" y="155043"/>
                  <a:pt x="79468" y="151068"/>
                  <a:pt x="67547" y="147091"/>
                </a:cubicBezTo>
                <a:cubicBezTo>
                  <a:pt x="11920" y="127215"/>
                  <a:pt x="0" y="67583"/>
                  <a:pt x="43707" y="31803"/>
                </a:cubicBezTo>
                <a:cubicBezTo>
                  <a:pt x="63574" y="15902"/>
                  <a:pt x="87414" y="3975"/>
                  <a:pt x="111255" y="0"/>
                </a:cubicBezTo>
                <a:cubicBezTo>
                  <a:pt x="135094" y="0"/>
                  <a:pt x="154962" y="7951"/>
                  <a:pt x="166881" y="27828"/>
                </a:cubicBezTo>
                <a:cubicBezTo>
                  <a:pt x="178801" y="47705"/>
                  <a:pt x="170854" y="67583"/>
                  <a:pt x="158934" y="83485"/>
                </a:cubicBezTo>
                <a:cubicBezTo>
                  <a:pt x="154962" y="91435"/>
                  <a:pt x="150988" y="95411"/>
                  <a:pt x="143041" y="103361"/>
                </a:cubicBezTo>
                <a:close/>
                <a:moveTo>
                  <a:pt x="115227" y="159018"/>
                </a:moveTo>
                <a:cubicBezTo>
                  <a:pt x="115227" y="170945"/>
                  <a:pt x="111255" y="182871"/>
                  <a:pt x="111255" y="190821"/>
                </a:cubicBezTo>
                <a:cubicBezTo>
                  <a:pt x="115227" y="214674"/>
                  <a:pt x="127147" y="234552"/>
                  <a:pt x="147014" y="250454"/>
                </a:cubicBezTo>
                <a:cubicBezTo>
                  <a:pt x="158934" y="258404"/>
                  <a:pt x="170854" y="262381"/>
                  <a:pt x="182775" y="254429"/>
                </a:cubicBezTo>
                <a:cubicBezTo>
                  <a:pt x="198669" y="246478"/>
                  <a:pt x="202641" y="230576"/>
                  <a:pt x="198669" y="218650"/>
                </a:cubicBezTo>
                <a:cubicBezTo>
                  <a:pt x="194695" y="194798"/>
                  <a:pt x="182775" y="178896"/>
                  <a:pt x="162908" y="170945"/>
                </a:cubicBezTo>
                <a:cubicBezTo>
                  <a:pt x="147014" y="162994"/>
                  <a:pt x="135094" y="162994"/>
                  <a:pt x="115227" y="159018"/>
                </a:cubicBezTo>
                <a:close/>
                <a:moveTo>
                  <a:pt x="131121" y="103361"/>
                </a:moveTo>
                <a:cubicBezTo>
                  <a:pt x="139068" y="71558"/>
                  <a:pt x="131121" y="47705"/>
                  <a:pt x="111255" y="27828"/>
                </a:cubicBezTo>
                <a:cubicBezTo>
                  <a:pt x="103307" y="19877"/>
                  <a:pt x="95360" y="19877"/>
                  <a:pt x="87414" y="19877"/>
                </a:cubicBezTo>
                <a:cubicBezTo>
                  <a:pt x="71520" y="19877"/>
                  <a:pt x="63574" y="27828"/>
                  <a:pt x="55627" y="39755"/>
                </a:cubicBezTo>
                <a:cubicBezTo>
                  <a:pt x="51653" y="51681"/>
                  <a:pt x="55627" y="63607"/>
                  <a:pt x="63574" y="75533"/>
                </a:cubicBezTo>
                <a:cubicBezTo>
                  <a:pt x="83440" y="95411"/>
                  <a:pt x="103307" y="99386"/>
                  <a:pt x="131121" y="103361"/>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8712200" y="1930400"/>
            <a:ext cx="327656" cy="318679"/>
          </a:xfrm>
          <a:custGeom>
            <a:avLst/>
            <a:gdLst/>
            <a:ahLst/>
            <a:cxnLst/>
            <a:rect l="l" t="t" r="r" b="b"/>
            <a:pathLst>
              <a:path w="327656" h="318679">
                <a:moveTo>
                  <a:pt x="175815" y="0"/>
                </a:moveTo>
                <a:cubicBezTo>
                  <a:pt x="187803" y="7967"/>
                  <a:pt x="223765" y="55768"/>
                  <a:pt x="227761" y="75686"/>
                </a:cubicBezTo>
                <a:cubicBezTo>
                  <a:pt x="223765" y="79670"/>
                  <a:pt x="219770" y="71703"/>
                  <a:pt x="211778" y="71703"/>
                </a:cubicBezTo>
                <a:cubicBezTo>
                  <a:pt x="191799" y="59752"/>
                  <a:pt x="171820" y="55768"/>
                  <a:pt x="151841" y="55768"/>
                </a:cubicBezTo>
                <a:cubicBezTo>
                  <a:pt x="103891" y="55768"/>
                  <a:pt x="71924" y="91620"/>
                  <a:pt x="83911" y="139422"/>
                </a:cubicBezTo>
                <a:cubicBezTo>
                  <a:pt x="99896" y="191207"/>
                  <a:pt x="131862" y="239009"/>
                  <a:pt x="175815" y="270877"/>
                </a:cubicBezTo>
                <a:cubicBezTo>
                  <a:pt x="207782" y="294778"/>
                  <a:pt x="239748" y="290794"/>
                  <a:pt x="267719" y="262910"/>
                </a:cubicBezTo>
                <a:cubicBezTo>
                  <a:pt x="279706" y="250960"/>
                  <a:pt x="283703" y="239009"/>
                  <a:pt x="271715" y="223076"/>
                </a:cubicBezTo>
                <a:cubicBezTo>
                  <a:pt x="263723" y="215109"/>
                  <a:pt x="255731" y="203158"/>
                  <a:pt x="247740" y="191207"/>
                </a:cubicBezTo>
                <a:cubicBezTo>
                  <a:pt x="235753" y="175274"/>
                  <a:pt x="231757" y="175274"/>
                  <a:pt x="211778" y="183241"/>
                </a:cubicBezTo>
                <a:cubicBezTo>
                  <a:pt x="207782" y="187223"/>
                  <a:pt x="203785" y="187223"/>
                  <a:pt x="199790" y="187223"/>
                </a:cubicBezTo>
                <a:cubicBezTo>
                  <a:pt x="207782" y="175274"/>
                  <a:pt x="219770" y="167306"/>
                  <a:pt x="231757" y="159339"/>
                </a:cubicBezTo>
                <a:cubicBezTo>
                  <a:pt x="243743" y="151373"/>
                  <a:pt x="255731" y="139422"/>
                  <a:pt x="267719" y="131455"/>
                </a:cubicBezTo>
                <a:cubicBezTo>
                  <a:pt x="279706" y="123488"/>
                  <a:pt x="287698" y="115522"/>
                  <a:pt x="299686" y="107554"/>
                </a:cubicBezTo>
                <a:cubicBezTo>
                  <a:pt x="303681" y="107554"/>
                  <a:pt x="303681" y="107554"/>
                  <a:pt x="303681" y="111538"/>
                </a:cubicBezTo>
                <a:cubicBezTo>
                  <a:pt x="303681" y="111538"/>
                  <a:pt x="299686" y="115522"/>
                  <a:pt x="299686" y="115522"/>
                </a:cubicBezTo>
                <a:cubicBezTo>
                  <a:pt x="287698" y="135439"/>
                  <a:pt x="283703" y="143406"/>
                  <a:pt x="299686" y="159339"/>
                </a:cubicBezTo>
                <a:cubicBezTo>
                  <a:pt x="307677" y="175274"/>
                  <a:pt x="319664" y="187223"/>
                  <a:pt x="327656" y="199174"/>
                </a:cubicBezTo>
                <a:cubicBezTo>
                  <a:pt x="327656" y="203158"/>
                  <a:pt x="327656" y="203158"/>
                  <a:pt x="327656" y="207141"/>
                </a:cubicBezTo>
                <a:cubicBezTo>
                  <a:pt x="295689" y="254944"/>
                  <a:pt x="255731" y="294778"/>
                  <a:pt x="195795" y="310712"/>
                </a:cubicBezTo>
                <a:cubicBezTo>
                  <a:pt x="171820" y="318679"/>
                  <a:pt x="147845" y="314696"/>
                  <a:pt x="123869" y="302745"/>
                </a:cubicBezTo>
                <a:cubicBezTo>
                  <a:pt x="43953" y="262910"/>
                  <a:pt x="0" y="139422"/>
                  <a:pt x="95899" y="59752"/>
                </a:cubicBezTo>
                <a:cubicBezTo>
                  <a:pt x="107886" y="51786"/>
                  <a:pt x="127866" y="47802"/>
                  <a:pt x="143849" y="39835"/>
                </a:cubicBezTo>
                <a:cubicBezTo>
                  <a:pt x="147845" y="35851"/>
                  <a:pt x="151841" y="35851"/>
                  <a:pt x="155837" y="35851"/>
                </a:cubicBezTo>
                <a:cubicBezTo>
                  <a:pt x="175815" y="27884"/>
                  <a:pt x="175815" y="27884"/>
                  <a:pt x="175815" y="7967"/>
                </a:cubicBezTo>
                <a:cubicBezTo>
                  <a:pt x="175815" y="7967"/>
                  <a:pt x="175815" y="7967"/>
                  <a:pt x="175815" y="3984"/>
                </a:cubicBezTo>
                <a:cubicBezTo>
                  <a:pt x="175815" y="3984"/>
                  <a:pt x="175815" y="3984"/>
                  <a:pt x="175815" y="0"/>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9690100" y="1638300"/>
            <a:ext cx="260328" cy="282771"/>
          </a:xfrm>
          <a:custGeom>
            <a:avLst/>
            <a:gdLst/>
            <a:ahLst/>
            <a:cxnLst/>
            <a:rect l="l" t="t" r="r" b="b"/>
            <a:pathLst>
              <a:path w="260328" h="282771">
                <a:moveTo>
                  <a:pt x="232293" y="278732"/>
                </a:moveTo>
                <a:cubicBezTo>
                  <a:pt x="216273" y="282771"/>
                  <a:pt x="216273" y="274692"/>
                  <a:pt x="212268" y="266612"/>
                </a:cubicBezTo>
                <a:cubicBezTo>
                  <a:pt x="172217" y="222178"/>
                  <a:pt x="136172" y="173702"/>
                  <a:pt x="100127" y="125227"/>
                </a:cubicBezTo>
                <a:cubicBezTo>
                  <a:pt x="84106" y="109069"/>
                  <a:pt x="68086" y="88871"/>
                  <a:pt x="52066" y="68673"/>
                </a:cubicBezTo>
                <a:cubicBezTo>
                  <a:pt x="52066" y="76752"/>
                  <a:pt x="48061" y="80792"/>
                  <a:pt x="48061" y="84831"/>
                </a:cubicBezTo>
                <a:cubicBezTo>
                  <a:pt x="48061" y="133307"/>
                  <a:pt x="48061" y="177742"/>
                  <a:pt x="48061" y="226216"/>
                </a:cubicBezTo>
                <a:cubicBezTo>
                  <a:pt x="48061" y="254494"/>
                  <a:pt x="52066" y="258534"/>
                  <a:pt x="80101" y="266612"/>
                </a:cubicBezTo>
                <a:cubicBezTo>
                  <a:pt x="80101" y="270652"/>
                  <a:pt x="84106" y="270652"/>
                  <a:pt x="84106" y="274692"/>
                </a:cubicBezTo>
                <a:cubicBezTo>
                  <a:pt x="72092" y="278732"/>
                  <a:pt x="20025" y="278732"/>
                  <a:pt x="0" y="274692"/>
                </a:cubicBezTo>
                <a:cubicBezTo>
                  <a:pt x="4006" y="270652"/>
                  <a:pt x="8010" y="266612"/>
                  <a:pt x="12015" y="266612"/>
                </a:cubicBezTo>
                <a:cubicBezTo>
                  <a:pt x="28035" y="262573"/>
                  <a:pt x="36045" y="254494"/>
                  <a:pt x="36045" y="234296"/>
                </a:cubicBezTo>
                <a:cubicBezTo>
                  <a:pt x="36045" y="177742"/>
                  <a:pt x="36045" y="117149"/>
                  <a:pt x="36045" y="56554"/>
                </a:cubicBezTo>
                <a:cubicBezTo>
                  <a:pt x="36045" y="44436"/>
                  <a:pt x="28035" y="36356"/>
                  <a:pt x="24031" y="32316"/>
                </a:cubicBezTo>
                <a:cubicBezTo>
                  <a:pt x="16020" y="24238"/>
                  <a:pt x="8010" y="16158"/>
                  <a:pt x="0" y="8080"/>
                </a:cubicBezTo>
                <a:cubicBezTo>
                  <a:pt x="16020" y="4040"/>
                  <a:pt x="28035" y="8080"/>
                  <a:pt x="40051" y="4040"/>
                </a:cubicBezTo>
                <a:cubicBezTo>
                  <a:pt x="72092" y="0"/>
                  <a:pt x="88111" y="12118"/>
                  <a:pt x="108137" y="36356"/>
                </a:cubicBezTo>
                <a:cubicBezTo>
                  <a:pt x="136172" y="76752"/>
                  <a:pt x="168213" y="117149"/>
                  <a:pt x="200254" y="157544"/>
                </a:cubicBezTo>
                <a:cubicBezTo>
                  <a:pt x="204258" y="161583"/>
                  <a:pt x="208263" y="165623"/>
                  <a:pt x="216273" y="169663"/>
                </a:cubicBezTo>
                <a:cubicBezTo>
                  <a:pt x="216273" y="165623"/>
                  <a:pt x="216273" y="157544"/>
                  <a:pt x="216273" y="153504"/>
                </a:cubicBezTo>
                <a:cubicBezTo>
                  <a:pt x="216273" y="121187"/>
                  <a:pt x="216273" y="92911"/>
                  <a:pt x="216273" y="60594"/>
                </a:cubicBezTo>
                <a:cubicBezTo>
                  <a:pt x="216273" y="36356"/>
                  <a:pt x="212268" y="16158"/>
                  <a:pt x="184233" y="12118"/>
                </a:cubicBezTo>
                <a:cubicBezTo>
                  <a:pt x="184233" y="12118"/>
                  <a:pt x="180228" y="12118"/>
                  <a:pt x="180228" y="12118"/>
                </a:cubicBezTo>
                <a:cubicBezTo>
                  <a:pt x="192242" y="4040"/>
                  <a:pt x="244309" y="4040"/>
                  <a:pt x="260328" y="8080"/>
                </a:cubicBezTo>
                <a:cubicBezTo>
                  <a:pt x="256324" y="12118"/>
                  <a:pt x="256324" y="12118"/>
                  <a:pt x="252319" y="16158"/>
                </a:cubicBezTo>
                <a:cubicBezTo>
                  <a:pt x="236299" y="20198"/>
                  <a:pt x="228289" y="32316"/>
                  <a:pt x="232293" y="48475"/>
                </a:cubicBezTo>
                <a:cubicBezTo>
                  <a:pt x="232293" y="68673"/>
                  <a:pt x="232293" y="88871"/>
                  <a:pt x="232293" y="105029"/>
                </a:cubicBezTo>
                <a:cubicBezTo>
                  <a:pt x="232293" y="157544"/>
                  <a:pt x="232293" y="206019"/>
                  <a:pt x="232293" y="258534"/>
                </a:cubicBezTo>
                <a:cubicBezTo>
                  <a:pt x="232293" y="266612"/>
                  <a:pt x="232293" y="270652"/>
                  <a:pt x="232293" y="278732"/>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0007600" y="4902200"/>
            <a:ext cx="201980" cy="287259"/>
          </a:xfrm>
          <a:custGeom>
            <a:avLst/>
            <a:gdLst/>
            <a:ahLst/>
            <a:cxnLst/>
            <a:rect l="l" t="t" r="r" b="b"/>
            <a:pathLst>
              <a:path w="201980" h="287259">
                <a:moveTo>
                  <a:pt x="36356" y="287259"/>
                </a:moveTo>
                <a:cubicBezTo>
                  <a:pt x="88871" y="267029"/>
                  <a:pt x="117149" y="222524"/>
                  <a:pt x="125227" y="165882"/>
                </a:cubicBezTo>
                <a:cubicBezTo>
                  <a:pt x="113109" y="169927"/>
                  <a:pt x="105029" y="173973"/>
                  <a:pt x="92911" y="178020"/>
                </a:cubicBezTo>
                <a:cubicBezTo>
                  <a:pt x="56554" y="186111"/>
                  <a:pt x="28278" y="169927"/>
                  <a:pt x="12118" y="133515"/>
                </a:cubicBezTo>
                <a:cubicBezTo>
                  <a:pt x="0" y="105193"/>
                  <a:pt x="4040" y="76872"/>
                  <a:pt x="12118" y="52597"/>
                </a:cubicBezTo>
                <a:cubicBezTo>
                  <a:pt x="28278" y="20230"/>
                  <a:pt x="52514" y="4046"/>
                  <a:pt x="84832" y="4046"/>
                </a:cubicBezTo>
                <a:cubicBezTo>
                  <a:pt x="117149" y="0"/>
                  <a:pt x="145425" y="12137"/>
                  <a:pt x="165623" y="44505"/>
                </a:cubicBezTo>
                <a:cubicBezTo>
                  <a:pt x="201980" y="105193"/>
                  <a:pt x="189861" y="190157"/>
                  <a:pt x="137347" y="238708"/>
                </a:cubicBezTo>
                <a:cubicBezTo>
                  <a:pt x="113109" y="262984"/>
                  <a:pt x="68673" y="283213"/>
                  <a:pt x="36356" y="287259"/>
                </a:cubicBezTo>
                <a:close/>
                <a:moveTo>
                  <a:pt x="125227" y="129469"/>
                </a:moveTo>
                <a:cubicBezTo>
                  <a:pt x="125227" y="129469"/>
                  <a:pt x="125227" y="129469"/>
                  <a:pt x="129267" y="129469"/>
                </a:cubicBezTo>
                <a:cubicBezTo>
                  <a:pt x="121188" y="101148"/>
                  <a:pt x="117149" y="76872"/>
                  <a:pt x="113109" y="48551"/>
                </a:cubicBezTo>
                <a:cubicBezTo>
                  <a:pt x="109069" y="40458"/>
                  <a:pt x="105029" y="32367"/>
                  <a:pt x="100990" y="24275"/>
                </a:cubicBezTo>
                <a:cubicBezTo>
                  <a:pt x="96951" y="16184"/>
                  <a:pt x="88871" y="12137"/>
                  <a:pt x="76752" y="12137"/>
                </a:cubicBezTo>
                <a:cubicBezTo>
                  <a:pt x="68673" y="16184"/>
                  <a:pt x="60594" y="20230"/>
                  <a:pt x="60594" y="32367"/>
                </a:cubicBezTo>
                <a:cubicBezTo>
                  <a:pt x="60594" y="36413"/>
                  <a:pt x="56554" y="40458"/>
                  <a:pt x="56554" y="40458"/>
                </a:cubicBezTo>
                <a:cubicBezTo>
                  <a:pt x="60594" y="72826"/>
                  <a:pt x="64634" y="101148"/>
                  <a:pt x="72713" y="129469"/>
                </a:cubicBezTo>
                <a:cubicBezTo>
                  <a:pt x="76752" y="137560"/>
                  <a:pt x="80792" y="141606"/>
                  <a:pt x="84832" y="149699"/>
                </a:cubicBezTo>
                <a:cubicBezTo>
                  <a:pt x="92911" y="157790"/>
                  <a:pt x="100990" y="157790"/>
                  <a:pt x="117149" y="157790"/>
                </a:cubicBezTo>
                <a:cubicBezTo>
                  <a:pt x="129267" y="153744"/>
                  <a:pt x="125227" y="141606"/>
                  <a:pt x="125227" y="133515"/>
                </a:cubicBezTo>
                <a:cubicBezTo>
                  <a:pt x="125227" y="133515"/>
                  <a:pt x="125227" y="129469"/>
                  <a:pt x="125227" y="129469"/>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9220200" y="1701800"/>
            <a:ext cx="269306" cy="305213"/>
          </a:xfrm>
          <a:custGeom>
            <a:avLst/>
            <a:gdLst/>
            <a:ahLst/>
            <a:cxnLst/>
            <a:rect l="l" t="t" r="r" b="b"/>
            <a:pathLst>
              <a:path w="269306" h="305213">
                <a:moveTo>
                  <a:pt x="166336" y="27747"/>
                </a:moveTo>
                <a:cubicBezTo>
                  <a:pt x="178218" y="15855"/>
                  <a:pt x="225741" y="3964"/>
                  <a:pt x="245544" y="0"/>
                </a:cubicBezTo>
                <a:cubicBezTo>
                  <a:pt x="241583" y="3964"/>
                  <a:pt x="241583" y="7927"/>
                  <a:pt x="237623" y="11891"/>
                </a:cubicBezTo>
                <a:cubicBezTo>
                  <a:pt x="225741" y="19820"/>
                  <a:pt x="221781" y="31711"/>
                  <a:pt x="225741" y="47565"/>
                </a:cubicBezTo>
                <a:cubicBezTo>
                  <a:pt x="237623" y="83240"/>
                  <a:pt x="249504" y="122878"/>
                  <a:pt x="257425" y="158552"/>
                </a:cubicBezTo>
                <a:cubicBezTo>
                  <a:pt x="261385" y="178371"/>
                  <a:pt x="265346" y="198190"/>
                  <a:pt x="265346" y="218009"/>
                </a:cubicBezTo>
                <a:cubicBezTo>
                  <a:pt x="269306" y="241791"/>
                  <a:pt x="261385" y="257647"/>
                  <a:pt x="245544" y="269538"/>
                </a:cubicBezTo>
                <a:cubicBezTo>
                  <a:pt x="213860" y="293322"/>
                  <a:pt x="174257" y="305213"/>
                  <a:pt x="134653" y="301249"/>
                </a:cubicBezTo>
                <a:cubicBezTo>
                  <a:pt x="110891" y="297285"/>
                  <a:pt x="95049" y="285394"/>
                  <a:pt x="83168" y="261611"/>
                </a:cubicBezTo>
                <a:cubicBezTo>
                  <a:pt x="79207" y="253684"/>
                  <a:pt x="75248" y="245756"/>
                  <a:pt x="75248" y="237828"/>
                </a:cubicBezTo>
                <a:cubicBezTo>
                  <a:pt x="63367" y="194226"/>
                  <a:pt x="51485" y="150625"/>
                  <a:pt x="39604" y="107023"/>
                </a:cubicBezTo>
                <a:cubicBezTo>
                  <a:pt x="39604" y="107023"/>
                  <a:pt x="35644" y="103059"/>
                  <a:pt x="35644" y="99096"/>
                </a:cubicBezTo>
                <a:cubicBezTo>
                  <a:pt x="31683" y="87203"/>
                  <a:pt x="23762" y="79276"/>
                  <a:pt x="7921" y="79276"/>
                </a:cubicBezTo>
                <a:cubicBezTo>
                  <a:pt x="3960" y="79276"/>
                  <a:pt x="3960" y="79276"/>
                  <a:pt x="0" y="75312"/>
                </a:cubicBezTo>
                <a:cubicBezTo>
                  <a:pt x="31683" y="59458"/>
                  <a:pt x="71286" y="51529"/>
                  <a:pt x="106930" y="39638"/>
                </a:cubicBezTo>
                <a:cubicBezTo>
                  <a:pt x="110891" y="39638"/>
                  <a:pt x="114851" y="39638"/>
                  <a:pt x="118811" y="39638"/>
                </a:cubicBezTo>
                <a:cubicBezTo>
                  <a:pt x="118811" y="39638"/>
                  <a:pt x="118811" y="39638"/>
                  <a:pt x="118811" y="43602"/>
                </a:cubicBezTo>
                <a:cubicBezTo>
                  <a:pt x="114851" y="43602"/>
                  <a:pt x="110891" y="47565"/>
                  <a:pt x="106930" y="47565"/>
                </a:cubicBezTo>
                <a:cubicBezTo>
                  <a:pt x="95049" y="55493"/>
                  <a:pt x="91088" y="63421"/>
                  <a:pt x="95049" y="79276"/>
                </a:cubicBezTo>
                <a:cubicBezTo>
                  <a:pt x="106930" y="130806"/>
                  <a:pt x="122772" y="182335"/>
                  <a:pt x="134653" y="233864"/>
                </a:cubicBezTo>
                <a:cubicBezTo>
                  <a:pt x="138613" y="237828"/>
                  <a:pt x="138613" y="237828"/>
                  <a:pt x="138613" y="241791"/>
                </a:cubicBezTo>
                <a:cubicBezTo>
                  <a:pt x="150495" y="269538"/>
                  <a:pt x="170297" y="281431"/>
                  <a:pt x="198020" y="277466"/>
                </a:cubicBezTo>
                <a:cubicBezTo>
                  <a:pt x="233662" y="269538"/>
                  <a:pt x="253464" y="249720"/>
                  <a:pt x="253464" y="218009"/>
                </a:cubicBezTo>
                <a:cubicBezTo>
                  <a:pt x="253464" y="202154"/>
                  <a:pt x="249504" y="190263"/>
                  <a:pt x="249504" y="178371"/>
                </a:cubicBezTo>
                <a:cubicBezTo>
                  <a:pt x="237623" y="138734"/>
                  <a:pt x="225741" y="99096"/>
                  <a:pt x="213860" y="59458"/>
                </a:cubicBezTo>
                <a:cubicBezTo>
                  <a:pt x="205939" y="31711"/>
                  <a:pt x="201980" y="27747"/>
                  <a:pt x="174257" y="27747"/>
                </a:cubicBezTo>
                <a:cubicBezTo>
                  <a:pt x="170297" y="27747"/>
                  <a:pt x="170297" y="27747"/>
                  <a:pt x="166336" y="27747"/>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1252200" y="2730500"/>
            <a:ext cx="314190" cy="251352"/>
          </a:xfrm>
          <a:custGeom>
            <a:avLst/>
            <a:gdLst/>
            <a:ahLst/>
            <a:cxnLst/>
            <a:rect l="l" t="t" r="r" b="b"/>
            <a:pathLst>
              <a:path w="314190" h="251352">
                <a:moveTo>
                  <a:pt x="0" y="87774"/>
                </a:moveTo>
                <a:cubicBezTo>
                  <a:pt x="27840" y="75805"/>
                  <a:pt x="55679" y="63835"/>
                  <a:pt x="79541" y="51867"/>
                </a:cubicBezTo>
                <a:cubicBezTo>
                  <a:pt x="87495" y="59846"/>
                  <a:pt x="83519" y="63835"/>
                  <a:pt x="79541" y="67826"/>
                </a:cubicBezTo>
                <a:cubicBezTo>
                  <a:pt x="67611" y="79794"/>
                  <a:pt x="55679" y="91764"/>
                  <a:pt x="47725" y="103732"/>
                </a:cubicBezTo>
                <a:cubicBezTo>
                  <a:pt x="31817" y="131661"/>
                  <a:pt x="35794" y="155599"/>
                  <a:pt x="51702" y="183526"/>
                </a:cubicBezTo>
                <a:cubicBezTo>
                  <a:pt x="63633" y="199485"/>
                  <a:pt x="75565" y="203476"/>
                  <a:pt x="95451" y="199485"/>
                </a:cubicBezTo>
                <a:cubicBezTo>
                  <a:pt x="111359" y="195496"/>
                  <a:pt x="123290" y="183526"/>
                  <a:pt x="127267" y="167568"/>
                </a:cubicBezTo>
                <a:cubicBezTo>
                  <a:pt x="127267" y="159588"/>
                  <a:pt x="127267" y="147620"/>
                  <a:pt x="127267" y="139640"/>
                </a:cubicBezTo>
                <a:cubicBezTo>
                  <a:pt x="131244" y="111712"/>
                  <a:pt x="131244" y="83784"/>
                  <a:pt x="139198" y="55856"/>
                </a:cubicBezTo>
                <a:cubicBezTo>
                  <a:pt x="147152" y="23938"/>
                  <a:pt x="171014" y="7979"/>
                  <a:pt x="202832" y="3990"/>
                </a:cubicBezTo>
                <a:cubicBezTo>
                  <a:pt x="226694" y="0"/>
                  <a:pt x="246579" y="11970"/>
                  <a:pt x="262487" y="27929"/>
                </a:cubicBezTo>
                <a:cubicBezTo>
                  <a:pt x="278397" y="47876"/>
                  <a:pt x="286351" y="71815"/>
                  <a:pt x="290327" y="95753"/>
                </a:cubicBezTo>
                <a:cubicBezTo>
                  <a:pt x="290327" y="103732"/>
                  <a:pt x="290327" y="107723"/>
                  <a:pt x="290327" y="111712"/>
                </a:cubicBezTo>
                <a:cubicBezTo>
                  <a:pt x="290327" y="119691"/>
                  <a:pt x="294305" y="127671"/>
                  <a:pt x="302259" y="127671"/>
                </a:cubicBezTo>
                <a:cubicBezTo>
                  <a:pt x="306236" y="127671"/>
                  <a:pt x="310213" y="131661"/>
                  <a:pt x="314190" y="135650"/>
                </a:cubicBezTo>
                <a:cubicBezTo>
                  <a:pt x="298281" y="147620"/>
                  <a:pt x="250557" y="167568"/>
                  <a:pt x="234648" y="167568"/>
                </a:cubicBezTo>
                <a:cubicBezTo>
                  <a:pt x="238625" y="159588"/>
                  <a:pt x="242603" y="155599"/>
                  <a:pt x="246579" y="151609"/>
                </a:cubicBezTo>
                <a:cubicBezTo>
                  <a:pt x="258511" y="135650"/>
                  <a:pt x="270441" y="123681"/>
                  <a:pt x="274419" y="103732"/>
                </a:cubicBezTo>
                <a:cubicBezTo>
                  <a:pt x="278397" y="83784"/>
                  <a:pt x="274419" y="63835"/>
                  <a:pt x="258511" y="47876"/>
                </a:cubicBezTo>
                <a:cubicBezTo>
                  <a:pt x="242603" y="27929"/>
                  <a:pt x="210786" y="31918"/>
                  <a:pt x="198854" y="55856"/>
                </a:cubicBezTo>
                <a:cubicBezTo>
                  <a:pt x="194878" y="63835"/>
                  <a:pt x="194878" y="75805"/>
                  <a:pt x="194878" y="83784"/>
                </a:cubicBezTo>
                <a:cubicBezTo>
                  <a:pt x="190900" y="107723"/>
                  <a:pt x="194878" y="131661"/>
                  <a:pt x="190900" y="155599"/>
                </a:cubicBezTo>
                <a:cubicBezTo>
                  <a:pt x="186924" y="167568"/>
                  <a:pt x="186924" y="183526"/>
                  <a:pt x="178968" y="199485"/>
                </a:cubicBezTo>
                <a:cubicBezTo>
                  <a:pt x="155106" y="239382"/>
                  <a:pt x="95451" y="251352"/>
                  <a:pt x="59656" y="211455"/>
                </a:cubicBezTo>
                <a:cubicBezTo>
                  <a:pt x="43748" y="187517"/>
                  <a:pt x="31817" y="163579"/>
                  <a:pt x="27840" y="135650"/>
                </a:cubicBezTo>
                <a:cubicBezTo>
                  <a:pt x="19886" y="107723"/>
                  <a:pt x="19886" y="107723"/>
                  <a:pt x="0" y="87774"/>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264900" y="3911600"/>
            <a:ext cx="309702" cy="287259"/>
          </a:xfrm>
          <a:custGeom>
            <a:avLst/>
            <a:gdLst/>
            <a:ahLst/>
            <a:cxnLst/>
            <a:rect l="l" t="t" r="r" b="b"/>
            <a:pathLst>
              <a:path w="309702" h="287259">
                <a:moveTo>
                  <a:pt x="257415" y="159588"/>
                </a:moveTo>
                <a:cubicBezTo>
                  <a:pt x="261437" y="155599"/>
                  <a:pt x="261437" y="151609"/>
                  <a:pt x="261437" y="147620"/>
                </a:cubicBezTo>
                <a:cubicBezTo>
                  <a:pt x="269481" y="123681"/>
                  <a:pt x="265459" y="119691"/>
                  <a:pt x="237305" y="119691"/>
                </a:cubicBezTo>
                <a:cubicBezTo>
                  <a:pt x="217194" y="123681"/>
                  <a:pt x="201106" y="123681"/>
                  <a:pt x="180994" y="127671"/>
                </a:cubicBezTo>
                <a:cubicBezTo>
                  <a:pt x="168928" y="127671"/>
                  <a:pt x="160884" y="127671"/>
                  <a:pt x="148817" y="127671"/>
                </a:cubicBezTo>
                <a:cubicBezTo>
                  <a:pt x="144795" y="131661"/>
                  <a:pt x="140773" y="131661"/>
                  <a:pt x="132729" y="131661"/>
                </a:cubicBezTo>
                <a:cubicBezTo>
                  <a:pt x="140773" y="143629"/>
                  <a:pt x="148817" y="155599"/>
                  <a:pt x="156862" y="163579"/>
                </a:cubicBezTo>
                <a:cubicBezTo>
                  <a:pt x="164906" y="179537"/>
                  <a:pt x="176972" y="191506"/>
                  <a:pt x="189040" y="207465"/>
                </a:cubicBezTo>
                <a:cubicBezTo>
                  <a:pt x="193062" y="211455"/>
                  <a:pt x="197084" y="219434"/>
                  <a:pt x="201106" y="223423"/>
                </a:cubicBezTo>
                <a:cubicBezTo>
                  <a:pt x="213172" y="231403"/>
                  <a:pt x="221216" y="231403"/>
                  <a:pt x="229260" y="219434"/>
                </a:cubicBezTo>
                <a:cubicBezTo>
                  <a:pt x="233282" y="215444"/>
                  <a:pt x="237305" y="211455"/>
                  <a:pt x="241327" y="203476"/>
                </a:cubicBezTo>
                <a:cubicBezTo>
                  <a:pt x="241327" y="219434"/>
                  <a:pt x="225238" y="271300"/>
                  <a:pt x="213172" y="287259"/>
                </a:cubicBezTo>
                <a:cubicBezTo>
                  <a:pt x="213172" y="283270"/>
                  <a:pt x="209150" y="283270"/>
                  <a:pt x="209150" y="283270"/>
                </a:cubicBezTo>
                <a:cubicBezTo>
                  <a:pt x="209150" y="267311"/>
                  <a:pt x="201106" y="255341"/>
                  <a:pt x="193062" y="239382"/>
                </a:cubicBezTo>
                <a:cubicBezTo>
                  <a:pt x="168928" y="211455"/>
                  <a:pt x="148817" y="179537"/>
                  <a:pt x="124685" y="147620"/>
                </a:cubicBezTo>
                <a:cubicBezTo>
                  <a:pt x="120663" y="139640"/>
                  <a:pt x="116641" y="135650"/>
                  <a:pt x="104574" y="131661"/>
                </a:cubicBezTo>
                <a:cubicBezTo>
                  <a:pt x="88486" y="123681"/>
                  <a:pt x="68376" y="115702"/>
                  <a:pt x="52287" y="107723"/>
                </a:cubicBezTo>
                <a:cubicBezTo>
                  <a:pt x="28155" y="99743"/>
                  <a:pt x="24133" y="99743"/>
                  <a:pt x="8044" y="123681"/>
                </a:cubicBezTo>
                <a:cubicBezTo>
                  <a:pt x="8044" y="123681"/>
                  <a:pt x="4022" y="123681"/>
                  <a:pt x="4022" y="127671"/>
                </a:cubicBezTo>
                <a:cubicBezTo>
                  <a:pt x="4022" y="123681"/>
                  <a:pt x="0" y="123681"/>
                  <a:pt x="0" y="119691"/>
                </a:cubicBezTo>
                <a:cubicBezTo>
                  <a:pt x="16088" y="79794"/>
                  <a:pt x="32177" y="43887"/>
                  <a:pt x="48265" y="3990"/>
                </a:cubicBezTo>
                <a:cubicBezTo>
                  <a:pt x="48265" y="3990"/>
                  <a:pt x="48265" y="0"/>
                  <a:pt x="52287" y="0"/>
                </a:cubicBezTo>
                <a:cubicBezTo>
                  <a:pt x="52287" y="3990"/>
                  <a:pt x="52287" y="7979"/>
                  <a:pt x="52287" y="11970"/>
                </a:cubicBezTo>
                <a:cubicBezTo>
                  <a:pt x="48265" y="31918"/>
                  <a:pt x="52287" y="39897"/>
                  <a:pt x="72398" y="47876"/>
                </a:cubicBezTo>
                <a:cubicBezTo>
                  <a:pt x="88486" y="55856"/>
                  <a:pt x="104574" y="63835"/>
                  <a:pt x="120663" y="67826"/>
                </a:cubicBezTo>
                <a:cubicBezTo>
                  <a:pt x="124685" y="71815"/>
                  <a:pt x="132729" y="71815"/>
                  <a:pt x="136751" y="71815"/>
                </a:cubicBezTo>
                <a:cubicBezTo>
                  <a:pt x="180994" y="67826"/>
                  <a:pt x="225238" y="59846"/>
                  <a:pt x="269481" y="55856"/>
                </a:cubicBezTo>
                <a:cubicBezTo>
                  <a:pt x="281548" y="51867"/>
                  <a:pt x="297636" y="47876"/>
                  <a:pt x="305680" y="31918"/>
                </a:cubicBezTo>
                <a:cubicBezTo>
                  <a:pt x="309702" y="35908"/>
                  <a:pt x="309702" y="39897"/>
                  <a:pt x="309702" y="39897"/>
                </a:cubicBezTo>
                <a:cubicBezTo>
                  <a:pt x="297636" y="79794"/>
                  <a:pt x="281548" y="115702"/>
                  <a:pt x="265459" y="155599"/>
                </a:cubicBezTo>
                <a:cubicBezTo>
                  <a:pt x="265459" y="155599"/>
                  <a:pt x="265459" y="155599"/>
                  <a:pt x="257415" y="159588"/>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379200" y="3467100"/>
            <a:ext cx="273794" cy="242374"/>
          </a:xfrm>
          <a:custGeom>
            <a:avLst/>
            <a:gdLst/>
            <a:ahLst/>
            <a:cxnLst/>
            <a:rect l="l" t="t" r="r" b="b"/>
            <a:pathLst>
              <a:path w="273794" h="242374">
                <a:moveTo>
                  <a:pt x="20132" y="39733"/>
                </a:moveTo>
                <a:cubicBezTo>
                  <a:pt x="20132" y="43707"/>
                  <a:pt x="20132" y="47681"/>
                  <a:pt x="20132" y="51653"/>
                </a:cubicBezTo>
                <a:cubicBezTo>
                  <a:pt x="24158" y="67547"/>
                  <a:pt x="32211" y="75494"/>
                  <a:pt x="48317" y="79468"/>
                </a:cubicBezTo>
                <a:cubicBezTo>
                  <a:pt x="80528" y="79468"/>
                  <a:pt x="116765" y="83440"/>
                  <a:pt x="148976" y="87414"/>
                </a:cubicBezTo>
                <a:cubicBezTo>
                  <a:pt x="181187" y="87414"/>
                  <a:pt x="213398" y="91388"/>
                  <a:pt x="245609" y="91388"/>
                </a:cubicBezTo>
                <a:cubicBezTo>
                  <a:pt x="249636" y="91388"/>
                  <a:pt x="253662" y="91388"/>
                  <a:pt x="257688" y="91388"/>
                </a:cubicBezTo>
                <a:cubicBezTo>
                  <a:pt x="261715" y="79468"/>
                  <a:pt x="257688" y="67547"/>
                  <a:pt x="253662" y="55627"/>
                </a:cubicBezTo>
                <a:cubicBezTo>
                  <a:pt x="249636" y="39733"/>
                  <a:pt x="245609" y="31787"/>
                  <a:pt x="233530" y="23840"/>
                </a:cubicBezTo>
                <a:cubicBezTo>
                  <a:pt x="221451" y="15894"/>
                  <a:pt x="209372" y="11920"/>
                  <a:pt x="201319" y="3974"/>
                </a:cubicBezTo>
                <a:cubicBezTo>
                  <a:pt x="225477" y="0"/>
                  <a:pt x="249636" y="3974"/>
                  <a:pt x="273794" y="7946"/>
                </a:cubicBezTo>
                <a:cubicBezTo>
                  <a:pt x="269767" y="83440"/>
                  <a:pt x="261715" y="162908"/>
                  <a:pt x="257688" y="242374"/>
                </a:cubicBezTo>
                <a:cubicBezTo>
                  <a:pt x="233530" y="242374"/>
                  <a:pt x="209372" y="242374"/>
                  <a:pt x="185213" y="238402"/>
                </a:cubicBezTo>
                <a:cubicBezTo>
                  <a:pt x="185213" y="234428"/>
                  <a:pt x="185213" y="230455"/>
                  <a:pt x="189240" y="226482"/>
                </a:cubicBezTo>
                <a:cubicBezTo>
                  <a:pt x="189240" y="226482"/>
                  <a:pt x="193266" y="226482"/>
                  <a:pt x="197293" y="226482"/>
                </a:cubicBezTo>
                <a:cubicBezTo>
                  <a:pt x="233530" y="218535"/>
                  <a:pt x="253662" y="198669"/>
                  <a:pt x="253662" y="158934"/>
                </a:cubicBezTo>
                <a:cubicBezTo>
                  <a:pt x="249636" y="154962"/>
                  <a:pt x="245609" y="154962"/>
                  <a:pt x="241583" y="154962"/>
                </a:cubicBezTo>
                <a:cubicBezTo>
                  <a:pt x="185213" y="150988"/>
                  <a:pt x="124818" y="147014"/>
                  <a:pt x="68448" y="143041"/>
                </a:cubicBezTo>
                <a:cubicBezTo>
                  <a:pt x="60396" y="143041"/>
                  <a:pt x="52343" y="139068"/>
                  <a:pt x="48317" y="139068"/>
                </a:cubicBezTo>
                <a:cubicBezTo>
                  <a:pt x="28185" y="139068"/>
                  <a:pt x="16106" y="143041"/>
                  <a:pt x="12079" y="162908"/>
                </a:cubicBezTo>
                <a:cubicBezTo>
                  <a:pt x="12079" y="166881"/>
                  <a:pt x="12079" y="170854"/>
                  <a:pt x="8053" y="178801"/>
                </a:cubicBezTo>
                <a:cubicBezTo>
                  <a:pt x="0" y="162908"/>
                  <a:pt x="8053" y="150988"/>
                  <a:pt x="8053" y="143041"/>
                </a:cubicBezTo>
                <a:cubicBezTo>
                  <a:pt x="8053" y="131121"/>
                  <a:pt x="8053" y="119201"/>
                  <a:pt x="8053" y="107281"/>
                </a:cubicBezTo>
                <a:cubicBezTo>
                  <a:pt x="8053" y="95360"/>
                  <a:pt x="8053" y="83440"/>
                  <a:pt x="12079" y="71520"/>
                </a:cubicBezTo>
                <a:cubicBezTo>
                  <a:pt x="12079" y="59600"/>
                  <a:pt x="8053" y="47681"/>
                  <a:pt x="16106" y="35761"/>
                </a:cubicBezTo>
                <a:cubicBezTo>
                  <a:pt x="16106" y="35761"/>
                  <a:pt x="16106" y="39733"/>
                  <a:pt x="20132" y="39733"/>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464800" y="1752600"/>
            <a:ext cx="246864" cy="309702"/>
          </a:xfrm>
          <a:custGeom>
            <a:avLst/>
            <a:gdLst/>
            <a:ahLst/>
            <a:cxnLst/>
            <a:rect l="l" t="t" r="r" b="b"/>
            <a:pathLst>
              <a:path w="246864" h="309702">
                <a:moveTo>
                  <a:pt x="24281" y="309702"/>
                </a:moveTo>
                <a:cubicBezTo>
                  <a:pt x="20235" y="297636"/>
                  <a:pt x="20235" y="293614"/>
                  <a:pt x="20235" y="285570"/>
                </a:cubicBezTo>
                <a:cubicBezTo>
                  <a:pt x="20235" y="209150"/>
                  <a:pt x="20235" y="132729"/>
                  <a:pt x="20235" y="56309"/>
                </a:cubicBezTo>
                <a:cubicBezTo>
                  <a:pt x="20235" y="36199"/>
                  <a:pt x="20235" y="16088"/>
                  <a:pt x="0" y="4022"/>
                </a:cubicBezTo>
                <a:cubicBezTo>
                  <a:pt x="16187" y="0"/>
                  <a:pt x="105221" y="40221"/>
                  <a:pt x="117362" y="56309"/>
                </a:cubicBezTo>
                <a:cubicBezTo>
                  <a:pt x="113314" y="52287"/>
                  <a:pt x="109268" y="52287"/>
                  <a:pt x="101173" y="52287"/>
                </a:cubicBezTo>
                <a:cubicBezTo>
                  <a:pt x="89033" y="48265"/>
                  <a:pt x="84986" y="52287"/>
                  <a:pt x="80940" y="64353"/>
                </a:cubicBezTo>
                <a:cubicBezTo>
                  <a:pt x="80940" y="68376"/>
                  <a:pt x="80940" y="72398"/>
                  <a:pt x="80940" y="76420"/>
                </a:cubicBezTo>
                <a:cubicBezTo>
                  <a:pt x="76892" y="124685"/>
                  <a:pt x="76892" y="172950"/>
                  <a:pt x="76892" y="221216"/>
                </a:cubicBezTo>
                <a:cubicBezTo>
                  <a:pt x="76892" y="221216"/>
                  <a:pt x="76892" y="225238"/>
                  <a:pt x="80940" y="229260"/>
                </a:cubicBezTo>
                <a:cubicBezTo>
                  <a:pt x="80940" y="229260"/>
                  <a:pt x="84986" y="229260"/>
                  <a:pt x="84986" y="229260"/>
                </a:cubicBezTo>
                <a:cubicBezTo>
                  <a:pt x="117362" y="193062"/>
                  <a:pt x="149737" y="160884"/>
                  <a:pt x="182113" y="124685"/>
                </a:cubicBezTo>
                <a:cubicBezTo>
                  <a:pt x="182113" y="124685"/>
                  <a:pt x="182113" y="124685"/>
                  <a:pt x="182113" y="124685"/>
                </a:cubicBezTo>
                <a:cubicBezTo>
                  <a:pt x="198300" y="104574"/>
                  <a:pt x="198300" y="96530"/>
                  <a:pt x="178065" y="84464"/>
                </a:cubicBezTo>
                <a:cubicBezTo>
                  <a:pt x="174019" y="80442"/>
                  <a:pt x="174019" y="80442"/>
                  <a:pt x="174019" y="76420"/>
                </a:cubicBezTo>
                <a:cubicBezTo>
                  <a:pt x="198300" y="80442"/>
                  <a:pt x="222583" y="92508"/>
                  <a:pt x="246864" y="104574"/>
                </a:cubicBezTo>
                <a:cubicBezTo>
                  <a:pt x="242818" y="108596"/>
                  <a:pt x="242818" y="108596"/>
                  <a:pt x="238770" y="108596"/>
                </a:cubicBezTo>
                <a:cubicBezTo>
                  <a:pt x="222583" y="108596"/>
                  <a:pt x="210442" y="116641"/>
                  <a:pt x="198300" y="128707"/>
                </a:cubicBezTo>
                <a:cubicBezTo>
                  <a:pt x="145691" y="185017"/>
                  <a:pt x="93080" y="241327"/>
                  <a:pt x="40470" y="293614"/>
                </a:cubicBezTo>
                <a:cubicBezTo>
                  <a:pt x="36422" y="297636"/>
                  <a:pt x="32376" y="301658"/>
                  <a:pt x="24281" y="309702"/>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8229600" y="2654300"/>
            <a:ext cx="282771" cy="246864"/>
          </a:xfrm>
          <a:custGeom>
            <a:avLst/>
            <a:gdLst/>
            <a:ahLst/>
            <a:cxnLst/>
            <a:rect l="l" t="t" r="r" b="b"/>
            <a:pathLst>
              <a:path w="282771" h="246864">
                <a:moveTo>
                  <a:pt x="0" y="129502"/>
                </a:moveTo>
                <a:cubicBezTo>
                  <a:pt x="0" y="109268"/>
                  <a:pt x="43810" y="16187"/>
                  <a:pt x="59741" y="0"/>
                </a:cubicBezTo>
                <a:cubicBezTo>
                  <a:pt x="55758" y="4047"/>
                  <a:pt x="55758" y="8094"/>
                  <a:pt x="55758" y="12141"/>
                </a:cubicBezTo>
                <a:cubicBezTo>
                  <a:pt x="51775" y="36422"/>
                  <a:pt x="55758" y="44516"/>
                  <a:pt x="75672" y="52610"/>
                </a:cubicBezTo>
                <a:cubicBezTo>
                  <a:pt x="127446" y="80940"/>
                  <a:pt x="179221" y="109268"/>
                  <a:pt x="230996" y="133549"/>
                </a:cubicBezTo>
                <a:cubicBezTo>
                  <a:pt x="250910" y="145691"/>
                  <a:pt x="258874" y="141643"/>
                  <a:pt x="270822" y="125456"/>
                </a:cubicBezTo>
                <a:cubicBezTo>
                  <a:pt x="274805" y="121408"/>
                  <a:pt x="278788" y="117362"/>
                  <a:pt x="282771" y="113314"/>
                </a:cubicBezTo>
                <a:cubicBezTo>
                  <a:pt x="278788" y="129502"/>
                  <a:pt x="238962" y="226629"/>
                  <a:pt x="223031" y="246864"/>
                </a:cubicBezTo>
                <a:cubicBezTo>
                  <a:pt x="223031" y="238770"/>
                  <a:pt x="223031" y="234723"/>
                  <a:pt x="223031" y="230676"/>
                </a:cubicBezTo>
                <a:cubicBezTo>
                  <a:pt x="227014" y="210442"/>
                  <a:pt x="223031" y="202348"/>
                  <a:pt x="207100" y="190207"/>
                </a:cubicBezTo>
                <a:cubicBezTo>
                  <a:pt x="155325" y="165926"/>
                  <a:pt x="103549" y="137597"/>
                  <a:pt x="51775" y="113314"/>
                </a:cubicBezTo>
                <a:cubicBezTo>
                  <a:pt x="27879" y="101173"/>
                  <a:pt x="23896" y="101173"/>
                  <a:pt x="3983" y="121408"/>
                </a:cubicBezTo>
                <a:cubicBezTo>
                  <a:pt x="3983" y="125456"/>
                  <a:pt x="3983" y="125456"/>
                  <a:pt x="0" y="129502"/>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1366500" y="3111500"/>
            <a:ext cx="273794" cy="179537"/>
          </a:xfrm>
          <a:custGeom>
            <a:avLst/>
            <a:gdLst/>
            <a:ahLst/>
            <a:cxnLst/>
            <a:rect l="l" t="t" r="r" b="b"/>
            <a:pathLst>
              <a:path w="273794" h="179537">
                <a:moveTo>
                  <a:pt x="19840" y="179537"/>
                </a:moveTo>
                <a:cubicBezTo>
                  <a:pt x="11904" y="139640"/>
                  <a:pt x="7936" y="95753"/>
                  <a:pt x="0" y="51867"/>
                </a:cubicBezTo>
                <a:cubicBezTo>
                  <a:pt x="0" y="51867"/>
                  <a:pt x="0" y="47876"/>
                  <a:pt x="3967" y="43887"/>
                </a:cubicBezTo>
                <a:cubicBezTo>
                  <a:pt x="7936" y="51867"/>
                  <a:pt x="7936" y="55856"/>
                  <a:pt x="11904" y="59846"/>
                </a:cubicBezTo>
                <a:cubicBezTo>
                  <a:pt x="19840" y="75805"/>
                  <a:pt x="23809" y="79794"/>
                  <a:pt x="43649" y="75805"/>
                </a:cubicBezTo>
                <a:cubicBezTo>
                  <a:pt x="91265" y="67826"/>
                  <a:pt x="138881" y="59846"/>
                  <a:pt x="186497" y="51867"/>
                </a:cubicBezTo>
                <a:cubicBezTo>
                  <a:pt x="198402" y="51867"/>
                  <a:pt x="206337" y="47876"/>
                  <a:pt x="218242" y="47876"/>
                </a:cubicBezTo>
                <a:cubicBezTo>
                  <a:pt x="238082" y="43887"/>
                  <a:pt x="242049" y="35908"/>
                  <a:pt x="246018" y="19949"/>
                </a:cubicBezTo>
                <a:cubicBezTo>
                  <a:pt x="246018" y="15959"/>
                  <a:pt x="246018" y="11970"/>
                  <a:pt x="246018" y="0"/>
                </a:cubicBezTo>
                <a:cubicBezTo>
                  <a:pt x="249986" y="7979"/>
                  <a:pt x="253954" y="11970"/>
                  <a:pt x="253954" y="11970"/>
                </a:cubicBezTo>
                <a:cubicBezTo>
                  <a:pt x="257922" y="55856"/>
                  <a:pt x="265858" y="95753"/>
                  <a:pt x="273794" y="139640"/>
                </a:cubicBezTo>
                <a:cubicBezTo>
                  <a:pt x="269825" y="139640"/>
                  <a:pt x="269825" y="139640"/>
                  <a:pt x="265858" y="139640"/>
                </a:cubicBezTo>
                <a:cubicBezTo>
                  <a:pt x="265858" y="139640"/>
                  <a:pt x="261891" y="135650"/>
                  <a:pt x="261891" y="131661"/>
                </a:cubicBezTo>
                <a:cubicBezTo>
                  <a:pt x="253954" y="111712"/>
                  <a:pt x="246018" y="107723"/>
                  <a:pt x="226178" y="107723"/>
                </a:cubicBezTo>
                <a:cubicBezTo>
                  <a:pt x="170626" y="119691"/>
                  <a:pt x="111105" y="127671"/>
                  <a:pt x="55552" y="139640"/>
                </a:cubicBezTo>
                <a:cubicBezTo>
                  <a:pt x="35712" y="139640"/>
                  <a:pt x="27776" y="147620"/>
                  <a:pt x="27776" y="167568"/>
                </a:cubicBezTo>
                <a:cubicBezTo>
                  <a:pt x="27776" y="171558"/>
                  <a:pt x="23809" y="175547"/>
                  <a:pt x="23809" y="179537"/>
                </a:cubicBezTo>
                <a:cubicBezTo>
                  <a:pt x="23809" y="179537"/>
                  <a:pt x="19840" y="179537"/>
                  <a:pt x="19840" y="179537"/>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096500" y="1676400"/>
            <a:ext cx="166072" cy="278282"/>
          </a:xfrm>
          <a:custGeom>
            <a:avLst/>
            <a:gdLst/>
            <a:ahLst/>
            <a:cxnLst/>
            <a:rect l="l" t="t" r="r" b="b"/>
            <a:pathLst>
              <a:path w="166072" h="278282">
                <a:moveTo>
                  <a:pt x="3954" y="254429"/>
                </a:moveTo>
                <a:cubicBezTo>
                  <a:pt x="7908" y="254429"/>
                  <a:pt x="11862" y="254429"/>
                  <a:pt x="15817" y="254429"/>
                </a:cubicBezTo>
                <a:cubicBezTo>
                  <a:pt x="31633" y="250454"/>
                  <a:pt x="39541" y="246478"/>
                  <a:pt x="39541" y="226601"/>
                </a:cubicBezTo>
                <a:cubicBezTo>
                  <a:pt x="43495" y="206724"/>
                  <a:pt x="47450" y="186846"/>
                  <a:pt x="51403" y="162994"/>
                </a:cubicBezTo>
                <a:cubicBezTo>
                  <a:pt x="55357" y="127215"/>
                  <a:pt x="59312" y="91435"/>
                  <a:pt x="63265" y="55656"/>
                </a:cubicBezTo>
                <a:cubicBezTo>
                  <a:pt x="63265" y="51681"/>
                  <a:pt x="67220" y="47705"/>
                  <a:pt x="67220" y="39755"/>
                </a:cubicBezTo>
                <a:cubicBezTo>
                  <a:pt x="67220" y="19877"/>
                  <a:pt x="63265" y="15902"/>
                  <a:pt x="43495" y="7951"/>
                </a:cubicBezTo>
                <a:cubicBezTo>
                  <a:pt x="39541" y="3975"/>
                  <a:pt x="39541" y="3975"/>
                  <a:pt x="35587" y="0"/>
                </a:cubicBezTo>
                <a:cubicBezTo>
                  <a:pt x="79082" y="3975"/>
                  <a:pt x="122577" y="7951"/>
                  <a:pt x="166072" y="15902"/>
                </a:cubicBezTo>
                <a:cubicBezTo>
                  <a:pt x="166072" y="19877"/>
                  <a:pt x="166072" y="19877"/>
                  <a:pt x="166072" y="19877"/>
                </a:cubicBezTo>
                <a:cubicBezTo>
                  <a:pt x="162118" y="19877"/>
                  <a:pt x="158163" y="23853"/>
                  <a:pt x="154210" y="23853"/>
                </a:cubicBezTo>
                <a:cubicBezTo>
                  <a:pt x="134440" y="23853"/>
                  <a:pt x="126531" y="27828"/>
                  <a:pt x="126531" y="51681"/>
                </a:cubicBezTo>
                <a:cubicBezTo>
                  <a:pt x="118623" y="95411"/>
                  <a:pt x="110715" y="143116"/>
                  <a:pt x="106760" y="186846"/>
                </a:cubicBezTo>
                <a:cubicBezTo>
                  <a:pt x="102806" y="202748"/>
                  <a:pt x="102806" y="218650"/>
                  <a:pt x="98853" y="230576"/>
                </a:cubicBezTo>
                <a:cubicBezTo>
                  <a:pt x="98853" y="254429"/>
                  <a:pt x="102806" y="262381"/>
                  <a:pt x="122577" y="270331"/>
                </a:cubicBezTo>
                <a:cubicBezTo>
                  <a:pt x="126531" y="270331"/>
                  <a:pt x="126531" y="274306"/>
                  <a:pt x="130485" y="274306"/>
                </a:cubicBezTo>
                <a:cubicBezTo>
                  <a:pt x="130485" y="274306"/>
                  <a:pt x="130485" y="274306"/>
                  <a:pt x="130485" y="278282"/>
                </a:cubicBezTo>
                <a:cubicBezTo>
                  <a:pt x="86990" y="274306"/>
                  <a:pt x="43495" y="270331"/>
                  <a:pt x="0" y="262381"/>
                </a:cubicBezTo>
                <a:cubicBezTo>
                  <a:pt x="3954" y="258404"/>
                  <a:pt x="3954" y="258404"/>
                  <a:pt x="3954" y="254429"/>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9080500" y="4800600"/>
            <a:ext cx="206468" cy="269306"/>
          </a:xfrm>
          <a:custGeom>
            <a:avLst/>
            <a:gdLst/>
            <a:ahLst/>
            <a:cxnLst/>
            <a:rect l="l" t="t" r="r" b="b"/>
            <a:pathLst>
              <a:path w="206468" h="269306">
                <a:moveTo>
                  <a:pt x="3970" y="204995"/>
                </a:moveTo>
                <a:cubicBezTo>
                  <a:pt x="7941" y="204995"/>
                  <a:pt x="15883" y="204995"/>
                  <a:pt x="19853" y="209014"/>
                </a:cubicBezTo>
                <a:cubicBezTo>
                  <a:pt x="39705" y="213034"/>
                  <a:pt x="51617" y="209014"/>
                  <a:pt x="63529" y="188916"/>
                </a:cubicBezTo>
                <a:cubicBezTo>
                  <a:pt x="83382" y="140682"/>
                  <a:pt x="107205" y="92448"/>
                  <a:pt x="127057" y="48233"/>
                </a:cubicBezTo>
                <a:cubicBezTo>
                  <a:pt x="131027" y="44215"/>
                  <a:pt x="131027" y="40196"/>
                  <a:pt x="131027" y="36176"/>
                </a:cubicBezTo>
                <a:cubicBezTo>
                  <a:pt x="134998" y="20098"/>
                  <a:pt x="131027" y="12059"/>
                  <a:pt x="115146" y="8039"/>
                </a:cubicBezTo>
                <a:cubicBezTo>
                  <a:pt x="111175" y="8039"/>
                  <a:pt x="103234" y="8039"/>
                  <a:pt x="91322" y="4020"/>
                </a:cubicBezTo>
                <a:cubicBezTo>
                  <a:pt x="107205" y="0"/>
                  <a:pt x="174704" y="0"/>
                  <a:pt x="206468" y="4020"/>
                </a:cubicBezTo>
                <a:cubicBezTo>
                  <a:pt x="206468" y="8039"/>
                  <a:pt x="206468" y="12059"/>
                  <a:pt x="202498" y="16078"/>
                </a:cubicBezTo>
                <a:cubicBezTo>
                  <a:pt x="174704" y="80390"/>
                  <a:pt x="146910" y="144701"/>
                  <a:pt x="115146" y="209014"/>
                </a:cubicBezTo>
                <a:cubicBezTo>
                  <a:pt x="103234" y="237150"/>
                  <a:pt x="103234" y="245189"/>
                  <a:pt x="131027" y="261267"/>
                </a:cubicBezTo>
                <a:cubicBezTo>
                  <a:pt x="131027" y="261267"/>
                  <a:pt x="134998" y="265286"/>
                  <a:pt x="134998" y="265286"/>
                </a:cubicBezTo>
                <a:cubicBezTo>
                  <a:pt x="134998" y="265286"/>
                  <a:pt x="134998" y="269306"/>
                  <a:pt x="134998" y="269306"/>
                </a:cubicBezTo>
                <a:cubicBezTo>
                  <a:pt x="134998" y="269306"/>
                  <a:pt x="131027" y="269306"/>
                  <a:pt x="131027" y="269306"/>
                </a:cubicBezTo>
                <a:cubicBezTo>
                  <a:pt x="91322" y="249208"/>
                  <a:pt x="51617" y="233130"/>
                  <a:pt x="7941" y="213034"/>
                </a:cubicBezTo>
                <a:cubicBezTo>
                  <a:pt x="3970" y="213034"/>
                  <a:pt x="3970" y="209014"/>
                  <a:pt x="0" y="209014"/>
                </a:cubicBezTo>
                <a:cubicBezTo>
                  <a:pt x="3970" y="204995"/>
                  <a:pt x="3970" y="204995"/>
                  <a:pt x="3970" y="204995"/>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8572500" y="2133600"/>
            <a:ext cx="2603292" cy="2598802"/>
          </a:xfrm>
          <a:custGeom>
            <a:avLst/>
            <a:gdLst/>
            <a:ahLst/>
            <a:cxnLst/>
            <a:rect l="l" t="t" r="r" b="b"/>
            <a:pathLst>
              <a:path w="2603292" h="2598802">
                <a:moveTo>
                  <a:pt x="2603292" y="1299400"/>
                </a:moveTo>
                <a:cubicBezTo>
                  <a:pt x="2603292" y="2012876"/>
                  <a:pt x="2020346" y="2598802"/>
                  <a:pt x="1301646" y="2598802"/>
                </a:cubicBezTo>
                <a:cubicBezTo>
                  <a:pt x="586938" y="2598802"/>
                  <a:pt x="0" y="2020848"/>
                  <a:pt x="0" y="1299400"/>
                </a:cubicBezTo>
                <a:cubicBezTo>
                  <a:pt x="0" y="581941"/>
                  <a:pt x="582945" y="0"/>
                  <a:pt x="1301646" y="0"/>
                </a:cubicBezTo>
                <a:cubicBezTo>
                  <a:pt x="2020346" y="0"/>
                  <a:pt x="2603292" y="585926"/>
                  <a:pt x="2603292" y="1299400"/>
                </a:cubicBezTo>
                <a:close/>
                <a:moveTo>
                  <a:pt x="1197834" y="1466808"/>
                </a:moveTo>
                <a:cubicBezTo>
                  <a:pt x="1197834" y="1474780"/>
                  <a:pt x="1197834" y="1478766"/>
                  <a:pt x="1197834" y="1486738"/>
                </a:cubicBezTo>
                <a:cubicBezTo>
                  <a:pt x="1197834" y="1534569"/>
                  <a:pt x="1197834" y="1578413"/>
                  <a:pt x="1197834" y="1626244"/>
                </a:cubicBezTo>
                <a:cubicBezTo>
                  <a:pt x="1197834" y="1630230"/>
                  <a:pt x="1197834" y="1634216"/>
                  <a:pt x="1197834" y="1638202"/>
                </a:cubicBezTo>
                <a:cubicBezTo>
                  <a:pt x="1197834" y="1662118"/>
                  <a:pt x="1185855" y="1682046"/>
                  <a:pt x="1165892" y="1694005"/>
                </a:cubicBezTo>
                <a:cubicBezTo>
                  <a:pt x="1157906" y="1697990"/>
                  <a:pt x="1149920" y="1705962"/>
                  <a:pt x="1137942" y="1709948"/>
                </a:cubicBezTo>
                <a:cubicBezTo>
                  <a:pt x="1066072" y="1757779"/>
                  <a:pt x="1006180" y="1821553"/>
                  <a:pt x="954274" y="1893299"/>
                </a:cubicBezTo>
                <a:cubicBezTo>
                  <a:pt x="898375" y="1977003"/>
                  <a:pt x="862440" y="2072664"/>
                  <a:pt x="838483" y="2168326"/>
                </a:cubicBezTo>
                <a:cubicBezTo>
                  <a:pt x="834490" y="2188254"/>
                  <a:pt x="830497" y="2204198"/>
                  <a:pt x="830497" y="2224128"/>
                </a:cubicBezTo>
                <a:cubicBezTo>
                  <a:pt x="826506" y="2275944"/>
                  <a:pt x="858448" y="2315803"/>
                  <a:pt x="910354" y="2323775"/>
                </a:cubicBezTo>
                <a:cubicBezTo>
                  <a:pt x="954274" y="2331747"/>
                  <a:pt x="1006180" y="2315803"/>
                  <a:pt x="1022152" y="2256015"/>
                </a:cubicBezTo>
                <a:cubicBezTo>
                  <a:pt x="1022152" y="2252029"/>
                  <a:pt x="1026145" y="2244057"/>
                  <a:pt x="1026145" y="2240072"/>
                </a:cubicBezTo>
                <a:cubicBezTo>
                  <a:pt x="1038122" y="2212170"/>
                  <a:pt x="1046108" y="2180283"/>
                  <a:pt x="1054094" y="2152382"/>
                </a:cubicBezTo>
                <a:cubicBezTo>
                  <a:pt x="1078051" y="2084622"/>
                  <a:pt x="1109993" y="2024833"/>
                  <a:pt x="1153913" y="1965046"/>
                </a:cubicBezTo>
                <a:cubicBezTo>
                  <a:pt x="1177870" y="1933158"/>
                  <a:pt x="1209812" y="1905257"/>
                  <a:pt x="1245747" y="1885328"/>
                </a:cubicBezTo>
                <a:cubicBezTo>
                  <a:pt x="1281683" y="1865398"/>
                  <a:pt x="1317617" y="1865398"/>
                  <a:pt x="1353552" y="1885328"/>
                </a:cubicBezTo>
                <a:cubicBezTo>
                  <a:pt x="1361538" y="1889313"/>
                  <a:pt x="1373516" y="1893299"/>
                  <a:pt x="1381502" y="1901271"/>
                </a:cubicBezTo>
                <a:cubicBezTo>
                  <a:pt x="1417437" y="1925187"/>
                  <a:pt x="1445386" y="1957074"/>
                  <a:pt x="1469343" y="1992946"/>
                </a:cubicBezTo>
                <a:cubicBezTo>
                  <a:pt x="1509271" y="2056721"/>
                  <a:pt x="1537219" y="2124481"/>
                  <a:pt x="1557184" y="2192241"/>
                </a:cubicBezTo>
                <a:cubicBezTo>
                  <a:pt x="1565170" y="2216156"/>
                  <a:pt x="1573155" y="2244057"/>
                  <a:pt x="1581141" y="2267972"/>
                </a:cubicBezTo>
                <a:cubicBezTo>
                  <a:pt x="1593118" y="2295874"/>
                  <a:pt x="1609090" y="2311818"/>
                  <a:pt x="1637039" y="2319790"/>
                </a:cubicBezTo>
                <a:cubicBezTo>
                  <a:pt x="1696931" y="2343705"/>
                  <a:pt x="1780780" y="2299860"/>
                  <a:pt x="1768801" y="2212170"/>
                </a:cubicBezTo>
                <a:cubicBezTo>
                  <a:pt x="1764809" y="2184269"/>
                  <a:pt x="1756823" y="2160354"/>
                  <a:pt x="1752830" y="2136438"/>
                </a:cubicBezTo>
                <a:cubicBezTo>
                  <a:pt x="1728874" y="2052735"/>
                  <a:pt x="1700924" y="1977003"/>
                  <a:pt x="1653010" y="1905257"/>
                </a:cubicBezTo>
                <a:cubicBezTo>
                  <a:pt x="1597111" y="1817567"/>
                  <a:pt x="1525242" y="1749807"/>
                  <a:pt x="1437400" y="1694005"/>
                </a:cubicBezTo>
                <a:cubicBezTo>
                  <a:pt x="1413444" y="1682046"/>
                  <a:pt x="1401465" y="1662118"/>
                  <a:pt x="1401465" y="1634216"/>
                </a:cubicBezTo>
                <a:cubicBezTo>
                  <a:pt x="1401465" y="1582400"/>
                  <a:pt x="1401465" y="1534569"/>
                  <a:pt x="1401465" y="1482752"/>
                </a:cubicBezTo>
                <a:cubicBezTo>
                  <a:pt x="1401465" y="1478766"/>
                  <a:pt x="1401465" y="1474780"/>
                  <a:pt x="1405458" y="1466808"/>
                </a:cubicBezTo>
                <a:cubicBezTo>
                  <a:pt x="1413444" y="1466808"/>
                  <a:pt x="1417437" y="1470795"/>
                  <a:pt x="1425423" y="1470795"/>
                </a:cubicBezTo>
                <a:cubicBezTo>
                  <a:pt x="1501285" y="1498695"/>
                  <a:pt x="1565170" y="1538554"/>
                  <a:pt x="1621069" y="1594357"/>
                </a:cubicBezTo>
                <a:cubicBezTo>
                  <a:pt x="1696931" y="1662118"/>
                  <a:pt x="1752830" y="1741835"/>
                  <a:pt x="1808729" y="1829525"/>
                </a:cubicBezTo>
                <a:cubicBezTo>
                  <a:pt x="1844664" y="1893299"/>
                  <a:pt x="1880599" y="1961059"/>
                  <a:pt x="1912541" y="2028820"/>
                </a:cubicBezTo>
                <a:cubicBezTo>
                  <a:pt x="1920527" y="2048749"/>
                  <a:pt x="1932506" y="2064692"/>
                  <a:pt x="1952469" y="2080636"/>
                </a:cubicBezTo>
                <a:cubicBezTo>
                  <a:pt x="1972433" y="2096580"/>
                  <a:pt x="2000382" y="2108538"/>
                  <a:pt x="2028332" y="2100566"/>
                </a:cubicBezTo>
                <a:cubicBezTo>
                  <a:pt x="2068260" y="2088608"/>
                  <a:pt x="2092216" y="2064692"/>
                  <a:pt x="2100202" y="2024833"/>
                </a:cubicBezTo>
                <a:cubicBezTo>
                  <a:pt x="2108187" y="1992946"/>
                  <a:pt x="2104194" y="1965046"/>
                  <a:pt x="2092216" y="1937144"/>
                </a:cubicBezTo>
                <a:cubicBezTo>
                  <a:pt x="2076246" y="1901271"/>
                  <a:pt x="2060274" y="1869384"/>
                  <a:pt x="2044302" y="1833510"/>
                </a:cubicBezTo>
                <a:cubicBezTo>
                  <a:pt x="1988403" y="1709948"/>
                  <a:pt x="1916534" y="1594357"/>
                  <a:pt x="1820708" y="1494710"/>
                </a:cubicBezTo>
                <a:cubicBezTo>
                  <a:pt x="1724881" y="1399049"/>
                  <a:pt x="1617076" y="1327302"/>
                  <a:pt x="1489306" y="1283457"/>
                </a:cubicBezTo>
                <a:cubicBezTo>
                  <a:pt x="1461357" y="1275485"/>
                  <a:pt x="1433407" y="1267513"/>
                  <a:pt x="1401465" y="1259542"/>
                </a:cubicBezTo>
                <a:cubicBezTo>
                  <a:pt x="1401465" y="1243598"/>
                  <a:pt x="1401465" y="1227654"/>
                  <a:pt x="1401465" y="1211711"/>
                </a:cubicBezTo>
                <a:cubicBezTo>
                  <a:pt x="1397472" y="1187795"/>
                  <a:pt x="1393480" y="1159895"/>
                  <a:pt x="1377509" y="1139965"/>
                </a:cubicBezTo>
                <a:cubicBezTo>
                  <a:pt x="1337581" y="1080177"/>
                  <a:pt x="1261718" y="1080177"/>
                  <a:pt x="1221791" y="1139965"/>
                </a:cubicBezTo>
                <a:cubicBezTo>
                  <a:pt x="1205819" y="1163880"/>
                  <a:pt x="1201826" y="1191782"/>
                  <a:pt x="1201826" y="1215697"/>
                </a:cubicBezTo>
                <a:cubicBezTo>
                  <a:pt x="1197834" y="1231641"/>
                  <a:pt x="1197834" y="1243598"/>
                  <a:pt x="1197834" y="1259542"/>
                </a:cubicBezTo>
                <a:cubicBezTo>
                  <a:pt x="1193841" y="1263528"/>
                  <a:pt x="1189848" y="1263528"/>
                  <a:pt x="1181862" y="1263528"/>
                </a:cubicBezTo>
                <a:cubicBezTo>
                  <a:pt x="1054094" y="1295415"/>
                  <a:pt x="938303" y="1351218"/>
                  <a:pt x="838483" y="1438907"/>
                </a:cubicBezTo>
                <a:cubicBezTo>
                  <a:pt x="762621" y="1506667"/>
                  <a:pt x="698736" y="1586385"/>
                  <a:pt x="642837" y="1674075"/>
                </a:cubicBezTo>
                <a:cubicBezTo>
                  <a:pt x="590931" y="1753793"/>
                  <a:pt x="551003" y="1841482"/>
                  <a:pt x="511076" y="1925187"/>
                </a:cubicBezTo>
                <a:cubicBezTo>
                  <a:pt x="503090" y="1953087"/>
                  <a:pt x="495104" y="1980989"/>
                  <a:pt x="499097" y="2008890"/>
                </a:cubicBezTo>
                <a:cubicBezTo>
                  <a:pt x="503090" y="2052735"/>
                  <a:pt x="519062" y="2080636"/>
                  <a:pt x="558989" y="2096580"/>
                </a:cubicBezTo>
                <a:cubicBezTo>
                  <a:pt x="598917" y="2112523"/>
                  <a:pt x="634851" y="2096580"/>
                  <a:pt x="658809" y="2068679"/>
                </a:cubicBezTo>
                <a:cubicBezTo>
                  <a:pt x="670787" y="2056721"/>
                  <a:pt x="678772" y="2040777"/>
                  <a:pt x="686758" y="2028820"/>
                </a:cubicBezTo>
                <a:cubicBezTo>
                  <a:pt x="722694" y="1965046"/>
                  <a:pt x="754635" y="1897285"/>
                  <a:pt x="790570" y="1837497"/>
                </a:cubicBezTo>
                <a:cubicBezTo>
                  <a:pt x="842476" y="1745821"/>
                  <a:pt x="906361" y="1662118"/>
                  <a:pt x="982223" y="1590371"/>
                </a:cubicBezTo>
                <a:cubicBezTo>
                  <a:pt x="1038122" y="1538554"/>
                  <a:pt x="1102007" y="1498695"/>
                  <a:pt x="1173878" y="1474780"/>
                </a:cubicBezTo>
                <a:cubicBezTo>
                  <a:pt x="1181862" y="1470795"/>
                  <a:pt x="1189848" y="1466808"/>
                  <a:pt x="1197834" y="1466808"/>
                </a:cubicBezTo>
                <a:close/>
                <a:moveTo>
                  <a:pt x="1010173" y="446420"/>
                </a:moveTo>
                <a:cubicBezTo>
                  <a:pt x="1006180" y="450406"/>
                  <a:pt x="998195" y="450406"/>
                  <a:pt x="994202" y="454392"/>
                </a:cubicBezTo>
                <a:cubicBezTo>
                  <a:pt x="958267" y="466349"/>
                  <a:pt x="922332" y="474321"/>
                  <a:pt x="886396" y="486279"/>
                </a:cubicBezTo>
                <a:cubicBezTo>
                  <a:pt x="746650" y="534110"/>
                  <a:pt x="614888" y="593898"/>
                  <a:pt x="491112" y="673616"/>
                </a:cubicBezTo>
                <a:cubicBezTo>
                  <a:pt x="439205" y="709489"/>
                  <a:pt x="387299" y="749348"/>
                  <a:pt x="339386" y="797179"/>
                </a:cubicBezTo>
                <a:cubicBezTo>
                  <a:pt x="323416" y="813123"/>
                  <a:pt x="307444" y="829066"/>
                  <a:pt x="299458" y="852982"/>
                </a:cubicBezTo>
                <a:cubicBezTo>
                  <a:pt x="283487" y="896826"/>
                  <a:pt x="303451" y="944656"/>
                  <a:pt x="347372" y="960600"/>
                </a:cubicBezTo>
                <a:cubicBezTo>
                  <a:pt x="375322" y="972558"/>
                  <a:pt x="403271" y="972558"/>
                  <a:pt x="431220" y="964587"/>
                </a:cubicBezTo>
                <a:cubicBezTo>
                  <a:pt x="455177" y="956615"/>
                  <a:pt x="471148" y="944656"/>
                  <a:pt x="491112" y="932699"/>
                </a:cubicBezTo>
                <a:cubicBezTo>
                  <a:pt x="535032" y="900812"/>
                  <a:pt x="582945" y="864939"/>
                  <a:pt x="630859" y="837038"/>
                </a:cubicBezTo>
                <a:cubicBezTo>
                  <a:pt x="742657" y="761305"/>
                  <a:pt x="862440" y="701518"/>
                  <a:pt x="994202" y="657672"/>
                </a:cubicBezTo>
                <a:cubicBezTo>
                  <a:pt x="998195" y="657672"/>
                  <a:pt x="1006180" y="653687"/>
                  <a:pt x="1010173" y="653687"/>
                </a:cubicBezTo>
                <a:cubicBezTo>
                  <a:pt x="1010173" y="729418"/>
                  <a:pt x="1010173" y="805151"/>
                  <a:pt x="1010173" y="876897"/>
                </a:cubicBezTo>
                <a:cubicBezTo>
                  <a:pt x="1006180" y="880882"/>
                  <a:pt x="1002187" y="880882"/>
                  <a:pt x="998195" y="884869"/>
                </a:cubicBezTo>
                <a:cubicBezTo>
                  <a:pt x="738664" y="984515"/>
                  <a:pt x="523055" y="1147936"/>
                  <a:pt x="359350" y="1375133"/>
                </a:cubicBezTo>
                <a:cubicBezTo>
                  <a:pt x="323416" y="1422964"/>
                  <a:pt x="291473" y="1474780"/>
                  <a:pt x="259531" y="1526597"/>
                </a:cubicBezTo>
                <a:cubicBezTo>
                  <a:pt x="247552" y="1542541"/>
                  <a:pt x="239566" y="1558484"/>
                  <a:pt x="239566" y="1574428"/>
                </a:cubicBezTo>
                <a:cubicBezTo>
                  <a:pt x="239566" y="1626244"/>
                  <a:pt x="271509" y="1670089"/>
                  <a:pt x="319423" y="1682046"/>
                </a:cubicBezTo>
                <a:cubicBezTo>
                  <a:pt x="359350" y="1694005"/>
                  <a:pt x="391292" y="1682046"/>
                  <a:pt x="415249" y="1646174"/>
                </a:cubicBezTo>
                <a:cubicBezTo>
                  <a:pt x="427228" y="1630230"/>
                  <a:pt x="439205" y="1610300"/>
                  <a:pt x="451184" y="1594357"/>
                </a:cubicBezTo>
                <a:cubicBezTo>
                  <a:pt x="507083" y="1514639"/>
                  <a:pt x="570968" y="1438907"/>
                  <a:pt x="638844" y="1367161"/>
                </a:cubicBezTo>
                <a:cubicBezTo>
                  <a:pt x="706722" y="1295415"/>
                  <a:pt x="778593" y="1231641"/>
                  <a:pt x="858448" y="1179824"/>
                </a:cubicBezTo>
                <a:cubicBezTo>
                  <a:pt x="946288" y="1124021"/>
                  <a:pt x="1042115" y="1080177"/>
                  <a:pt x="1141934" y="1052276"/>
                </a:cubicBezTo>
                <a:cubicBezTo>
                  <a:pt x="1197834" y="1036333"/>
                  <a:pt x="1213805" y="1008431"/>
                  <a:pt x="1213805" y="956615"/>
                </a:cubicBezTo>
                <a:cubicBezTo>
                  <a:pt x="1213805" y="753334"/>
                  <a:pt x="1213805" y="550054"/>
                  <a:pt x="1213805" y="350759"/>
                </a:cubicBezTo>
                <a:cubicBezTo>
                  <a:pt x="1213805" y="334815"/>
                  <a:pt x="1213805" y="322857"/>
                  <a:pt x="1209812" y="310900"/>
                </a:cubicBezTo>
                <a:cubicBezTo>
                  <a:pt x="1209812" y="294956"/>
                  <a:pt x="1205819" y="275026"/>
                  <a:pt x="1193841" y="259083"/>
                </a:cubicBezTo>
                <a:cubicBezTo>
                  <a:pt x="1169885" y="219224"/>
                  <a:pt x="1117978" y="203280"/>
                  <a:pt x="1074058" y="223210"/>
                </a:cubicBezTo>
                <a:cubicBezTo>
                  <a:pt x="1042115" y="243139"/>
                  <a:pt x="1022152" y="271041"/>
                  <a:pt x="1014166" y="306913"/>
                </a:cubicBezTo>
                <a:cubicBezTo>
                  <a:pt x="1014166" y="322857"/>
                  <a:pt x="1014166" y="338800"/>
                  <a:pt x="1010173" y="358731"/>
                </a:cubicBezTo>
                <a:cubicBezTo>
                  <a:pt x="1010173" y="386631"/>
                  <a:pt x="1010173" y="418518"/>
                  <a:pt x="1010173" y="446420"/>
                </a:cubicBezTo>
                <a:close/>
                <a:moveTo>
                  <a:pt x="1589126" y="446420"/>
                </a:moveTo>
                <a:cubicBezTo>
                  <a:pt x="1589126" y="438448"/>
                  <a:pt x="1589126" y="430477"/>
                  <a:pt x="1589126" y="422505"/>
                </a:cubicBezTo>
                <a:cubicBezTo>
                  <a:pt x="1589126" y="390618"/>
                  <a:pt x="1589126" y="358731"/>
                  <a:pt x="1589126" y="326843"/>
                </a:cubicBezTo>
                <a:cubicBezTo>
                  <a:pt x="1585133" y="302928"/>
                  <a:pt x="1581141" y="279013"/>
                  <a:pt x="1565170" y="259083"/>
                </a:cubicBezTo>
                <a:cubicBezTo>
                  <a:pt x="1541212" y="227195"/>
                  <a:pt x="1509271" y="211252"/>
                  <a:pt x="1469343" y="215238"/>
                </a:cubicBezTo>
                <a:cubicBezTo>
                  <a:pt x="1429415" y="223210"/>
                  <a:pt x="1405458" y="247125"/>
                  <a:pt x="1393480" y="282998"/>
                </a:cubicBezTo>
                <a:cubicBezTo>
                  <a:pt x="1389487" y="298941"/>
                  <a:pt x="1385494" y="318872"/>
                  <a:pt x="1385494" y="338800"/>
                </a:cubicBezTo>
                <a:cubicBezTo>
                  <a:pt x="1385494" y="546067"/>
                  <a:pt x="1385494" y="753334"/>
                  <a:pt x="1385494" y="964587"/>
                </a:cubicBezTo>
                <a:cubicBezTo>
                  <a:pt x="1385494" y="964587"/>
                  <a:pt x="1385494" y="968572"/>
                  <a:pt x="1385494" y="968572"/>
                </a:cubicBezTo>
                <a:cubicBezTo>
                  <a:pt x="1385494" y="1000459"/>
                  <a:pt x="1401465" y="1024374"/>
                  <a:pt x="1429415" y="1036333"/>
                </a:cubicBezTo>
                <a:cubicBezTo>
                  <a:pt x="1441393" y="1044304"/>
                  <a:pt x="1457364" y="1048290"/>
                  <a:pt x="1473336" y="1052276"/>
                </a:cubicBezTo>
                <a:cubicBezTo>
                  <a:pt x="1545205" y="1076190"/>
                  <a:pt x="1617076" y="1104092"/>
                  <a:pt x="1680961" y="1139965"/>
                </a:cubicBezTo>
                <a:cubicBezTo>
                  <a:pt x="1792757" y="1199754"/>
                  <a:pt x="1888584" y="1279472"/>
                  <a:pt x="1968440" y="1371147"/>
                </a:cubicBezTo>
                <a:cubicBezTo>
                  <a:pt x="2048295" y="1454851"/>
                  <a:pt x="2116173" y="1546526"/>
                  <a:pt x="2180058" y="1642187"/>
                </a:cubicBezTo>
                <a:cubicBezTo>
                  <a:pt x="2184051" y="1646174"/>
                  <a:pt x="2188042" y="1654146"/>
                  <a:pt x="2192035" y="1658131"/>
                </a:cubicBezTo>
                <a:cubicBezTo>
                  <a:pt x="2208007" y="1678061"/>
                  <a:pt x="2227971" y="1686033"/>
                  <a:pt x="2251927" y="1686033"/>
                </a:cubicBezTo>
                <a:cubicBezTo>
                  <a:pt x="2331784" y="1686033"/>
                  <a:pt x="2387683" y="1602329"/>
                  <a:pt x="2343761" y="1530582"/>
                </a:cubicBezTo>
                <a:cubicBezTo>
                  <a:pt x="2319805" y="1490723"/>
                  <a:pt x="2299840" y="1454851"/>
                  <a:pt x="2271892" y="1414992"/>
                </a:cubicBezTo>
                <a:cubicBezTo>
                  <a:pt x="2108187" y="1179824"/>
                  <a:pt x="1892577" y="1000459"/>
                  <a:pt x="1625062" y="892840"/>
                </a:cubicBezTo>
                <a:cubicBezTo>
                  <a:pt x="1613083" y="888854"/>
                  <a:pt x="1601104" y="884869"/>
                  <a:pt x="1589126" y="876897"/>
                </a:cubicBezTo>
                <a:cubicBezTo>
                  <a:pt x="1589126" y="801164"/>
                  <a:pt x="1589126" y="729418"/>
                  <a:pt x="1589126" y="653687"/>
                </a:cubicBezTo>
                <a:cubicBezTo>
                  <a:pt x="1593118" y="653687"/>
                  <a:pt x="1593118" y="653687"/>
                  <a:pt x="1593118" y="653687"/>
                </a:cubicBezTo>
                <a:cubicBezTo>
                  <a:pt x="1601104" y="657672"/>
                  <a:pt x="1605097" y="657672"/>
                  <a:pt x="1609090" y="657672"/>
                </a:cubicBezTo>
                <a:cubicBezTo>
                  <a:pt x="1752830" y="705503"/>
                  <a:pt x="1888584" y="777249"/>
                  <a:pt x="2012361" y="864939"/>
                </a:cubicBezTo>
                <a:cubicBezTo>
                  <a:pt x="2048295" y="888854"/>
                  <a:pt x="2084231" y="916756"/>
                  <a:pt x="2124159" y="940671"/>
                </a:cubicBezTo>
                <a:cubicBezTo>
                  <a:pt x="2152108" y="964587"/>
                  <a:pt x="2184051" y="972558"/>
                  <a:pt x="2219985" y="968572"/>
                </a:cubicBezTo>
                <a:cubicBezTo>
                  <a:pt x="2287862" y="964587"/>
                  <a:pt x="2323798" y="900812"/>
                  <a:pt x="2295848" y="841023"/>
                </a:cubicBezTo>
                <a:cubicBezTo>
                  <a:pt x="2283870" y="821094"/>
                  <a:pt x="2271892" y="805151"/>
                  <a:pt x="2259913" y="793192"/>
                </a:cubicBezTo>
                <a:cubicBezTo>
                  <a:pt x="2192035" y="725433"/>
                  <a:pt x="2112180" y="673616"/>
                  <a:pt x="2032325" y="625785"/>
                </a:cubicBezTo>
                <a:cubicBezTo>
                  <a:pt x="1916534" y="562011"/>
                  <a:pt x="1796750" y="514180"/>
                  <a:pt x="1668982" y="474321"/>
                </a:cubicBezTo>
                <a:cubicBezTo>
                  <a:pt x="1645025" y="462364"/>
                  <a:pt x="1617076" y="454392"/>
                  <a:pt x="1589126" y="446420"/>
                </a:cubicBezTo>
                <a:close/>
              </a:path>
            </a:pathLst>
          </a:custGeom>
          <a:solidFill>
            <a:srgbClr val="FFFFFF">
              <a:alpha val="2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6388100"/>
            <a:ext cx="19050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808080"/>
                </a:solidFill>
                <a:latin typeface="微软雅黑" charset="0"/>
                <a:ea typeface="微软雅黑" charset="0"/>
                <a:cs typeface="微软雅黑" charset="0"/>
                <a:sym typeface="微软雅黑" panose="020B0503020204020204" charset="-122"/>
              </a:rPr>
              <a:t>投资策略 | 价值发现</a:t>
            </a:r>
            <a:endParaRPr lang="en-US" sz="1200" b="0" i="0" u="none" strike="noStrike">
              <a:solidFill>
                <a:srgbClr val="808080"/>
              </a:solidFill>
              <a:latin typeface="微软雅黑" charset="0"/>
              <a:ea typeface="微软雅黑" charset="0"/>
              <a:cs typeface="微软雅黑" charset="0"/>
              <a:sym typeface="微软雅黑" panose="020B0503020204020204" charset="-122"/>
            </a:endParaRPr>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800" b="1" i="0" u="none" strike="noStrike">
                <a:solidFill>
                  <a:srgbClr val="9A0001"/>
                </a:solidFill>
                <a:latin typeface="微软雅黑" charset="0"/>
                <a:ea typeface="微软雅黑" charset="0"/>
                <a:cs typeface="微软雅黑" panose="020B0503020204020204" charset="-122"/>
                <a:sym typeface="微软雅黑" panose="020B0503020204020204" charset="-122"/>
              </a:rPr>
              <a:t>策略核心：预期差</a:t>
            </a:r>
            <a:r>
              <a:rPr lang="zh-CN" altLang="en-US" sz="2800" b="1" i="0" u="none" strike="noStrike">
                <a:solidFill>
                  <a:srgbClr val="9A0001"/>
                </a:solidFill>
                <a:latin typeface="微软雅黑" charset="0"/>
                <a:ea typeface="微软雅黑" charset="0"/>
                <a:cs typeface="微软雅黑" panose="020B0503020204020204" charset="-122"/>
                <a:sym typeface="微软雅黑" panose="020B0503020204020204" charset="-122"/>
              </a:rPr>
              <a:t>理论</a:t>
            </a:r>
            <a:endParaRPr lang="zh-CN" altLang="en-US" sz="2800" b="1" i="0" u="none" strike="noStrike">
              <a:solidFill>
                <a:srgbClr val="9A0001"/>
              </a:solidFill>
              <a:latin typeface="微软雅黑" charset="0"/>
              <a:ea typeface="微软雅黑" charset="0"/>
              <a:cs typeface="微软雅黑" panose="020B0503020204020204" charset="-122"/>
              <a:sym typeface="微软雅黑" panose="020B0503020204020204" charset="-122"/>
            </a:endParaRPr>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808080"/>
                </a:solidFill>
                <a:latin typeface="微软雅黑" charset="0"/>
                <a:ea typeface="微软雅黑" charset="0"/>
                <a:cs typeface="Arial" panose="020B0604020202090204"/>
                <a:sym typeface="Arial" panose="020B0604020202090204"/>
              </a:rPr>
              <a:t>01 / 05</a:t>
            </a:r>
            <a:endParaRPr lang="en-US" sz="1200" b="0" i="0" u="none" strike="noStrike">
              <a:solidFill>
                <a:srgbClr val="808080"/>
              </a:solidFill>
              <a:latin typeface="微软雅黑" charset="0"/>
              <a:ea typeface="微软雅黑" charset="0"/>
              <a:cs typeface="Arial" panose="020B0604020202090204"/>
              <a:sym typeface="Arial" panose="020B0604020202090204"/>
            </a:endParaRPr>
          </a:p>
        </p:txBody>
      </p:sp>
      <p:sp>
        <p:nvSpPr>
          <p:cNvPr id="58" name="AutoShape 58"/>
          <p:cNvSpPr/>
          <p:nvPr/>
        </p:nvSpPr>
        <p:spPr>
          <a:xfrm>
            <a:off x="1054100" y="1917700"/>
            <a:ext cx="4546600" cy="3568700"/>
          </a:xfrm>
          <a:prstGeom prst="roundRect">
            <a:avLst>
              <a:gd name="adj" fmla="val 0"/>
            </a:avLst>
          </a:prstGeom>
          <a:solidFill>
            <a:srgbClr val="2C3E50">
              <a:alpha val="100000"/>
            </a:srgbClr>
          </a:solidFill>
          <a:ln w="25400" cap="flat" cmpd="sng">
            <a:noFill/>
            <a:prstDash val="solid"/>
            <a:round/>
          </a:ln>
          <a:effectLst>
            <a:outerShdw blurRad="152400" dist="50800" dir="8100000" algn="tl" rotWithShape="0">
              <a:srgbClr val="000000">
                <a:alpha val="40000"/>
              </a:srgbClr>
            </a:outerShdw>
          </a:effectLst>
        </p:spPr>
        <p:txBody>
          <a:bodyPr vert="horz" wrap="square" lIns="63500" tIns="63500" rIns="63500" bIns="63500" rtlCol="0" anchor="ctr"/>
          <a:lstStyle/>
          <a:p>
            <a:pPr algn="ctr">
              <a:defRPr/>
            </a:pPr>
            <a:endParaRPr>
              <a:latin typeface="微软雅黑" charset="0"/>
              <a:ea typeface="微软雅黑" charset="0"/>
            </a:endParaRPr>
          </a:p>
        </p:txBody>
      </p:sp>
      <p:sp>
        <p:nvSpPr>
          <p:cNvPr id="59" name="AutoShape 59"/>
          <p:cNvSpPr/>
          <p:nvPr/>
        </p:nvSpPr>
        <p:spPr>
          <a:xfrm>
            <a:off x="1244600" y="2159000"/>
            <a:ext cx="4165600" cy="3048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2000" b="1" i="0" u="none" strike="noStrike">
                <a:solidFill>
                  <a:srgbClr val="FFFFFF"/>
                </a:solidFill>
                <a:latin typeface="微软雅黑" charset="0"/>
                <a:ea typeface="微软雅黑" charset="0"/>
                <a:cs typeface="微软雅黑" charset="0"/>
                <a:sym typeface="微软雅黑" panose="020B0503020204020204" charset="-122"/>
              </a:rPr>
              <a:t>盈利的核心公式</a:t>
            </a:r>
            <a:endParaRPr lang="en-US" sz="1100">
              <a:latin typeface="微软雅黑" charset="0"/>
              <a:ea typeface="微软雅黑" charset="0"/>
              <a:cs typeface="微软雅黑" charset="0"/>
            </a:endParaRPr>
          </a:p>
          <a:p>
            <a:pPr marL="0" indent="0" algn="ctr">
              <a:lnSpc>
                <a:spcPct val="133000"/>
              </a:lnSpc>
              <a:spcBef>
                <a:spcPts val="1600"/>
              </a:spcBef>
            </a:pPr>
            <a:r>
              <a:rPr lang="en-US" sz="2600" b="1">
                <a:solidFill>
                  <a:srgbClr val="F1C40F"/>
                </a:solidFill>
                <a:sym typeface="Arial" panose="020B0604020202090204"/>
              </a:rPr>
              <a:t>预期差 = 事件实际结果</a:t>
            </a:r>
            <a:br>
              <a:rPr lang="en-US" sz="2600">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600" b="1">
                <a:solidFill>
                  <a:srgbClr val="F1C40F"/>
                </a:solidFill>
                <a:sym typeface="Arial" panose="020B0604020202090204"/>
              </a:rPr>
              <a:t>- 市场当前普遍预期</a:t>
            </a:r>
            <a:endParaRPr lang="en-US" sz="2600" b="1" i="0" u="none" strike="noStrike">
              <a:solidFill>
                <a:srgbClr val="F1C40F"/>
              </a:solidFill>
              <a:latin typeface="Arial" panose="020B0604020202090204"/>
              <a:ea typeface="Arial" panose="020B0604020202090204"/>
              <a:cs typeface="Arial" panose="020B0604020202090204"/>
              <a:sym typeface="Arial" panose="020B0604020202090204"/>
            </a:endParaRPr>
          </a:p>
          <a:p>
            <a:pPr marL="0" indent="0" algn="ctr">
              <a:lnSpc>
                <a:spcPct val="133000"/>
              </a:lnSpc>
              <a:spcBef>
                <a:spcPts val="1600"/>
              </a:spcBef>
            </a:pPr>
            <a:r>
              <a:rPr lang="en-US">
                <a:solidFill>
                  <a:srgbClr val="ECF0F1">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投资获利并非</a:t>
            </a:r>
            <a:r>
              <a:rPr lang="zh-CN" altLang="en-US">
                <a:solidFill>
                  <a:srgbClr val="ECF0F1">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是</a:t>
            </a:r>
            <a:r>
              <a:rPr lang="en-US">
                <a:solidFill>
                  <a:srgbClr val="ECF0F1">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赌事件本身好坏</a:t>
            </a:r>
            <a:br>
              <a:rPr lang="en-US">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a:solidFill>
                  <a:srgbClr val="ECF0F1">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而是捕捉“预期”与“现实”的差异</a:t>
            </a:r>
            <a:endParaRPr lang="en-US" sz="1400" b="0" i="0" u="none" strike="noStrike">
              <a:solidFill>
                <a:srgbClr val="ECF0F1">
                  <a:alpha val="80000"/>
                </a:srgbClr>
              </a:solidFill>
              <a:latin typeface="微软雅黑" charset="0"/>
              <a:ea typeface="微软雅黑" charset="0"/>
              <a:cs typeface="微软雅黑" charset="0"/>
              <a:sym typeface="微软雅黑" panose="020B0503020204020204" charset="-122"/>
            </a:endParaRPr>
          </a:p>
        </p:txBody>
      </p:sp>
      <p:sp>
        <p:nvSpPr>
          <p:cNvPr id="60" name="AutoShape 60"/>
          <p:cNvSpPr/>
          <p:nvPr/>
        </p:nvSpPr>
        <p:spPr>
          <a:xfrm>
            <a:off x="6032500" y="20193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9A0001"/>
                </a:solidFill>
                <a:latin typeface="微软雅黑" charset="0"/>
                <a:ea typeface="微软雅黑" charset="0"/>
                <a:cs typeface="微软雅黑" charset="0"/>
                <a:sym typeface="微软雅黑" panose="020B0503020204020204" charset="-122"/>
              </a:rPr>
              <a:t>盈利的本质是“预期差”</a:t>
            </a:r>
            <a:endParaRPr lang="en-US" sz="2400" b="1" i="0" u="none" strike="noStrike">
              <a:solidFill>
                <a:srgbClr val="9A0001"/>
              </a:solidFill>
              <a:latin typeface="微软雅黑" charset="0"/>
              <a:ea typeface="微软雅黑" charset="0"/>
              <a:cs typeface="微软雅黑" charset="0"/>
              <a:sym typeface="微软雅黑" panose="020B0503020204020204" charset="-122"/>
            </a:endParaRPr>
          </a:p>
        </p:txBody>
      </p:sp>
      <p:sp>
        <p:nvSpPr>
          <p:cNvPr id="61" name="AutoShape 61"/>
          <p:cNvSpPr/>
          <p:nvPr/>
        </p:nvSpPr>
        <p:spPr>
          <a:xfrm>
            <a:off x="6032500" y="2730500"/>
            <a:ext cx="5080000" cy="25400"/>
          </a:xfrm>
          <a:prstGeom prst="roundRect">
            <a:avLst>
              <a:gd name="adj" fmla="val 0"/>
            </a:avLst>
          </a:prstGeom>
          <a:solidFill>
            <a:srgbClr val="9A0001">
              <a:alpha val="70000"/>
            </a:srgbClr>
          </a:solidFill>
          <a:ln w="25400" cap="flat" cmpd="sng">
            <a:no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62" name="AutoShape 62"/>
          <p:cNvSpPr/>
          <p:nvPr/>
        </p:nvSpPr>
        <p:spPr>
          <a:xfrm>
            <a:off x="6032500" y="30480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投资获利的核心逻辑在于准确预判并捕捉“市场普遍共识”与“事件实际发展”之间的偏离程度，而非简单判断事件本身的绝对好坏。</a:t>
            </a:r>
            <a:endParaRPr lang="en-US" sz="1400" b="0" i="0" u="none" strike="noStrike">
              <a:solidFill>
                <a:srgbClr val="333333"/>
              </a:solidFill>
              <a:latin typeface="微软雅黑" charset="0"/>
              <a:ea typeface="微软雅黑" charset="0"/>
              <a:cs typeface="微软雅黑" panose="020B0503020204020204" charset="-122"/>
              <a:sym typeface="微软雅黑" panose="020B0503020204020204" charset="-122"/>
            </a:endParaRPr>
          </a:p>
        </p:txBody>
      </p:sp>
      <p:sp>
        <p:nvSpPr>
          <p:cNvPr id="63" name="AutoShape 63"/>
          <p:cNvSpPr/>
          <p:nvPr/>
        </p:nvSpPr>
        <p:spPr>
          <a:xfrm>
            <a:off x="6032500" y="3892550"/>
            <a:ext cx="5207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400"/>
              </a:spcBef>
              <a:defRPr/>
            </a:pPr>
            <a:r>
              <a:rPr lang="en-US" b="1" i="0" u="none" strike="noStrike">
                <a:solidFill>
                  <a:srgbClr val="27AE60"/>
                </a:solidFill>
                <a:latin typeface="微软雅黑" charset="0"/>
                <a:ea typeface="微软雅黑" charset="0"/>
                <a:cs typeface="微软雅黑" charset="0"/>
                <a:sym typeface="Arial" panose="020B0604020202090204"/>
              </a:rPr>
              <a:t>● 正向预期差：</a:t>
            </a:r>
            <a:r>
              <a:rPr lang="zh-CN" altLang="en-US">
                <a:solidFill>
                  <a:srgbClr val="555555"/>
                </a:solidFill>
                <a:latin typeface="微软雅黑" charset="0"/>
                <a:ea typeface="微软雅黑" charset="0"/>
                <a:cs typeface="微软雅黑" charset="0"/>
              </a:rPr>
              <a:t>市场还没有充分意识到赛事会带来的关注度和产业链机会，相关股票可能提前上涨。</a:t>
            </a:r>
            <a:endParaRPr lang="zh-CN" altLang="en-US">
              <a:latin typeface="微软雅黑" charset="0"/>
              <a:ea typeface="微软雅黑" charset="0"/>
              <a:cs typeface="微软雅黑" charset="0"/>
            </a:endParaRPr>
          </a:p>
          <a:p>
            <a:pPr marL="0" indent="0" algn="l">
              <a:lnSpc>
                <a:spcPct val="125000"/>
              </a:lnSpc>
              <a:spcBef>
                <a:spcPts val="800"/>
              </a:spcBef>
            </a:pPr>
            <a:r>
              <a:rPr lang="en-US" b="1" i="0" u="none" strike="noStrike">
                <a:solidFill>
                  <a:srgbClr val="E74C3C"/>
                </a:solidFill>
                <a:latin typeface="微软雅黑" charset="0"/>
                <a:ea typeface="微软雅黑" charset="0"/>
                <a:cs typeface="微软雅黑" charset="0"/>
                <a:sym typeface="Arial" panose="020B0604020202090204"/>
              </a:rPr>
              <a:t>● 负向预期差：</a:t>
            </a:r>
            <a:r>
              <a:rPr lang="zh-CN" altLang="en-US" b="0" i="0" u="none" strike="noStrike">
                <a:solidFill>
                  <a:srgbClr val="555555"/>
                </a:solidFill>
                <a:latin typeface="微软雅黑" charset="0"/>
                <a:ea typeface="微软雅黑" charset="0"/>
                <a:cs typeface="微软雅黑" charset="0"/>
                <a:sym typeface="微软雅黑" panose="020B0503020204020204" charset="-122"/>
              </a:rPr>
              <a:t>如果市场已经过度炒作，或赛事实际带来的影响不如预期，相关股票可能回落。</a:t>
            </a:r>
            <a:endParaRPr lang="zh-CN" altLang="en-US" b="0" i="0" u="none" strike="noStrike">
              <a:solidFill>
                <a:srgbClr val="555555"/>
              </a:solidFill>
              <a:latin typeface="微软雅黑" charset="0"/>
              <a:ea typeface="微软雅黑" charset="0"/>
              <a:cs typeface="微软雅黑" charset="0"/>
              <a:sym typeface="微软雅黑" panose="020B0503020204020204" charset="-122"/>
            </a:endParaRPr>
          </a:p>
        </p:txBody>
      </p:sp>
      <p:sp>
        <p:nvSpPr>
          <p:cNvPr id="64" name="AutoShape 64"/>
          <p:cNvSpPr/>
          <p:nvPr/>
        </p:nvSpPr>
        <p:spPr>
          <a:xfrm>
            <a:off x="6032500" y="5334000"/>
            <a:ext cx="5207000" cy="1016000"/>
          </a:xfrm>
          <a:prstGeom prst="roundRect">
            <a:avLst>
              <a:gd name="adj" fmla="val 7500"/>
            </a:avLst>
          </a:prstGeom>
          <a:solidFill>
            <a:srgbClr val="FDF2E9">
              <a:alpha val="100000"/>
            </a:srgbClr>
          </a:solidFill>
          <a:ln w="12700" cap="flat" cmpd="sng">
            <a:solidFill>
              <a:srgbClr val="E67E22">
                <a:alpha val="40000"/>
              </a:srgbClr>
            </a:solidFill>
            <a:prstDash val="solid"/>
            <a:round/>
          </a:ln>
        </p:spPr>
        <p:txBody>
          <a:bodyPr vert="horz" wrap="square" lIns="63500" tIns="63500" rIns="63500" bIns="63500" rtlCol="0" anchor="ctr"/>
          <a:lstStyle/>
          <a:p>
            <a:pPr algn="ctr">
              <a:defRPr/>
            </a:pPr>
            <a:endParaRPr>
              <a:latin typeface="微软雅黑" charset="0"/>
              <a:ea typeface="微软雅黑" charset="0"/>
            </a:endParaRPr>
          </a:p>
        </p:txBody>
      </p:sp>
      <p:sp>
        <p:nvSpPr>
          <p:cNvPr id="65" name="AutoShape 65"/>
          <p:cNvSpPr/>
          <p:nvPr/>
        </p:nvSpPr>
        <p:spPr>
          <a:xfrm>
            <a:off x="6115685" y="5403850"/>
            <a:ext cx="495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C0392B"/>
                </a:solidFill>
                <a:latin typeface="微软雅黑" charset="0"/>
                <a:ea typeface="微软雅黑" charset="0"/>
                <a:cs typeface="微软雅黑" charset="0"/>
                <a:sym typeface="微软雅黑" panose="020B0503020204020204" charset="-122"/>
              </a:rPr>
              <a:t>🎯 策略目标：</a:t>
            </a:r>
            <a:r>
              <a:rPr lang="en-US" sz="1300" b="0" i="0" u="none" strike="noStrike">
                <a:solidFill>
                  <a:srgbClr val="2C3E50"/>
                </a:solidFill>
                <a:latin typeface="微软雅黑" charset="0"/>
                <a:ea typeface="微软雅黑" charset="0"/>
                <a:cs typeface="微软雅黑" charset="0"/>
                <a:sym typeface="微软雅黑" panose="020B0503020204020204" charset="-122"/>
              </a:rPr>
              <a:t>在事件确定、热度启动、产业链相关、风险可控的阶段参与，并在市场充分兑现前退出。</a:t>
            </a:r>
            <a:endParaRPr lang="en-US" sz="1100">
              <a:latin typeface="微软雅黑" charset="0"/>
              <a:ea typeface="微软雅黑" charset="0"/>
              <a:cs typeface="微软雅黑"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思想自由兼容并包</a:t>
            </a:r>
            <a:endParaRPr lang="en-US" sz="1100"/>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400" b="1">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宏观背景：体育产业的巨大潜力</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808080"/>
                </a:solidFill>
                <a:latin typeface="Arial" panose="020B0604020202090204"/>
                <a:ea typeface="Arial" panose="020B0604020202090204"/>
                <a:cs typeface="Arial" panose="020B0604020202090204"/>
                <a:sym typeface="Arial" panose="020B0604020202090204"/>
              </a:rPr>
              <a:t>&lt; &gt;</a:t>
            </a:r>
            <a:endParaRPr lang="en-US" sz="1100"/>
          </a:p>
        </p:txBody>
      </p:sp>
      <p:pic>
        <p:nvPicPr>
          <p:cNvPr id="58" name="Picture 58"/>
          <p:cNvPicPr>
            <a:picLocks noChangeAspect="1"/>
          </p:cNvPicPr>
          <p:nvPr/>
        </p:nvPicPr>
        <p:blipFill>
          <a:blip r:embed="rId1"/>
          <a:srcRect t="23879" b="23879"/>
          <a:stretch>
            <a:fillRect/>
          </a:stretch>
        </p:blipFill>
        <p:spPr>
          <a:xfrm>
            <a:off x="0" y="1193800"/>
            <a:ext cx="12192000" cy="3124200"/>
          </a:xfrm>
          <a:prstGeom prst="rect">
            <a:avLst/>
          </a:prstGeom>
          <a:noFill/>
          <a:ln w="25400" cap="flat" cmpd="sng">
            <a:noFill/>
            <a:prstDash val="solid"/>
            <a:round/>
          </a:ln>
        </p:spPr>
      </p:pic>
      <p:sp>
        <p:nvSpPr>
          <p:cNvPr id="64" name="AutoShape 64"/>
          <p:cNvSpPr/>
          <p:nvPr/>
        </p:nvSpPr>
        <p:spPr>
          <a:xfrm>
            <a:off x="1371600" y="4660900"/>
            <a:ext cx="2438400" cy="457200"/>
          </a:xfrm>
          <a:prstGeom prst="roundRect">
            <a:avLst>
              <a:gd name="adj" fmla="val 0"/>
            </a:avLst>
          </a:prstGeom>
          <a:solidFill>
            <a:srgbClr val="9A0001">
              <a:alpha val="100000"/>
            </a:srgbClr>
          </a:solidFill>
          <a:ln w="25400" cap="flat" cmpd="sng">
            <a:noFill/>
            <a:prstDash val="solid"/>
            <a:round/>
          </a:ln>
        </p:spPr>
        <p:txBody>
          <a:bodyPr vert="horz" wrap="square" lIns="63500" tIns="38100" rIns="63500" bIns="38100" rtlCol="0" anchor="ctr" anchorCtr="0"/>
          <a:lstStyle/>
          <a:p>
            <a:pPr marL="0" indent="0" algn="ctr">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策略启示</a:t>
            </a:r>
            <a:endParaRPr lang="en-US" sz="1100"/>
          </a:p>
        </p:txBody>
      </p:sp>
      <p:sp>
        <p:nvSpPr>
          <p:cNvPr id="65" name="AutoShape 65"/>
          <p:cNvSpPr/>
          <p:nvPr/>
        </p:nvSpPr>
        <p:spPr>
          <a:xfrm>
            <a:off x="1371600" y="5257800"/>
            <a:ext cx="9613900" cy="469900"/>
          </a:xfrm>
          <a:prstGeom prst="roundRect">
            <a:avLst>
              <a:gd name="adj" fmla="val 0"/>
            </a:avLst>
          </a:prstGeom>
          <a:noFill/>
          <a:ln w="25400" cap="flat" cmpd="sng">
            <a:noFill/>
            <a:prstDash val="solid"/>
            <a:round/>
          </a:ln>
        </p:spPr>
        <p:txBody>
          <a:bodyPr vert="horz" wrap="square" lIns="0" tIns="0" rIns="0" bIns="0" rtlCol="0" anchor="t" anchorCtr="0"/>
          <a:lstStyle/>
          <a:p>
            <a:pPr marL="0" indent="0" algn="l">
              <a:lnSpc>
                <a:spcPct val="117000"/>
              </a:lnSpc>
              <a:defRPr/>
            </a:pPr>
            <a:r>
              <a:rPr lang="en-US" sz="1600">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体育产业兼具长期的市场规模扩张潜力与短期的大型赛事业绩爆发力，其强大的经济拉动能力为“事件驱动”投资策略提供了肥沃的土壤。在这一赛道中，我们可以充分利用赛事周期，精准捕捉相关龙头公司的业绩增长确定性。</a:t>
            </a:r>
            <a:endParaRPr lang="en-US" sz="1600"/>
          </a:p>
        </p:txBody>
      </p:sp>
      <p:sp>
        <p:nvSpPr>
          <p:cNvPr id="66" name="AutoShape 59"/>
          <p:cNvSpPr/>
          <p:nvPr/>
        </p:nvSpPr>
        <p:spPr>
          <a:xfrm>
            <a:off x="6654800" y="1193800"/>
            <a:ext cx="3556000" cy="3124200"/>
          </a:xfrm>
          <a:prstGeom prst="roundRect">
            <a:avLst>
              <a:gd name="adj" fmla="val 0"/>
            </a:avLst>
          </a:prstGeom>
          <a:solidFill>
            <a:srgbClr val="9A0001">
              <a:alpha val="75000"/>
            </a:srgbClr>
          </a:solidFill>
          <a:ln w="25400" cap="flat" cmpd="sng">
            <a:noFill/>
            <a:prstDash val="solid"/>
            <a:round/>
          </a:ln>
        </p:spPr>
        <p:txBody>
          <a:bodyPr vert="horz" wrap="square" lIns="63500" tIns="63500" rIns="63500" bIns="63500" rtlCol="0" anchor="ctr"/>
          <a:lstStyle/>
          <a:p>
            <a:pPr algn="ctr">
              <a:defRPr/>
            </a:pPr>
          </a:p>
        </p:txBody>
      </p:sp>
      <p:sp>
        <p:nvSpPr>
          <p:cNvPr id="67" name="AutoShape 60"/>
          <p:cNvSpPr/>
          <p:nvPr/>
        </p:nvSpPr>
        <p:spPr>
          <a:xfrm>
            <a:off x="6908800" y="1460500"/>
            <a:ext cx="3048000" cy="254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市场规模持续增长</a:t>
            </a:r>
            <a:endParaRPr lang="en-US" sz="1100"/>
          </a:p>
        </p:txBody>
      </p:sp>
      <p:sp>
        <p:nvSpPr>
          <p:cNvPr id="68" name="AutoShape 61"/>
          <p:cNvSpPr/>
          <p:nvPr/>
        </p:nvSpPr>
        <p:spPr>
          <a:xfrm>
            <a:off x="6908800" y="1968500"/>
            <a:ext cx="3048000" cy="7366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200" b="1" i="0" u="none" strike="noStrike">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全球市场：</a:t>
            </a:r>
            <a:r>
              <a:rPr lang="en-US" sz="1200" b="0" i="0" u="none" strike="noStrike">
                <a:solidFill>
                  <a:srgbClr val="FFFFFF">
                    <a:alpha val="85098"/>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2024年规模已超4630亿美元，预计2033年突破8000亿美元。</a:t>
            </a:r>
            <a:endParaRPr lang="en-US" sz="1200"/>
          </a:p>
          <a:p>
            <a:pPr marL="0" indent="0" algn="l">
              <a:lnSpc>
                <a:spcPct val="108000"/>
              </a:lnSpc>
            </a:pPr>
            <a:r>
              <a:rPr lang="en-US" sz="1200" b="1" i="0" u="none" strike="noStrike">
                <a:solidFill>
                  <a:srgbClr val="FFFFFF">
                    <a:alpha val="90196"/>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中国市场：</a:t>
            </a:r>
            <a:r>
              <a:rPr lang="en-US" sz="1200" b="0" i="0" u="none" strike="noStrike">
                <a:solidFill>
                  <a:srgbClr val="FFFFFF">
                    <a:alpha val="85098"/>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政策目标2030年体育产业总规模达到7万亿元。</a:t>
            </a:r>
            <a:endParaRPr lang="en-US" sz="1200" b="0" i="0" u="none" strike="noStrike">
              <a:solidFill>
                <a:srgbClr val="FFFFFF">
                  <a:alpha val="85098"/>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9" name="AutoShape 62"/>
          <p:cNvSpPr/>
          <p:nvPr/>
        </p:nvSpPr>
        <p:spPr>
          <a:xfrm>
            <a:off x="6908800" y="3048000"/>
            <a:ext cx="3048000" cy="254000"/>
          </a:xfrm>
          <a:prstGeom prst="rect">
            <a:avLst/>
          </a:prstGeom>
          <a:noFill/>
          <a:ln w="12700" cap="flat" cmpd="sng">
            <a:noFill/>
            <a:prstDash val="solid"/>
            <a:round/>
          </a:ln>
        </p:spPr>
        <p:txBody>
          <a:bodyPr vert="horz" wrap="square" lIns="0" tIns="0" rIns="0" bIns="0" rtlCol="0" anchor="t" anchorCtr="0"/>
          <a:lstStyle/>
          <a:p>
            <a:pPr marL="0" indent="0" algn="l">
              <a:lnSpc>
                <a:spcPct val="100000"/>
              </a:lnSpc>
              <a:defRPr/>
            </a:pPr>
            <a:r>
              <a:rPr lang="en-US" sz="16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 强大的经济乘数效应</a:t>
            </a:r>
            <a:endParaRPr lang="en-US" sz="1100"/>
          </a:p>
        </p:txBody>
      </p:sp>
      <p:sp>
        <p:nvSpPr>
          <p:cNvPr id="70" name="AutoShape 63"/>
          <p:cNvSpPr/>
          <p:nvPr/>
        </p:nvSpPr>
        <p:spPr>
          <a:xfrm>
            <a:off x="6908800" y="3556000"/>
            <a:ext cx="3048000" cy="546100"/>
          </a:xfrm>
          <a:prstGeom prst="rect">
            <a:avLst/>
          </a:prstGeom>
          <a:noFill/>
          <a:ln w="12700" cap="flat" cmpd="sng">
            <a:noFill/>
            <a:prstDash val="solid"/>
            <a:round/>
          </a:ln>
        </p:spPr>
        <p:txBody>
          <a:bodyPr vert="horz" wrap="square" lIns="0" tIns="0" rIns="0" bIns="0" rtlCol="0" anchor="t" anchorCtr="0"/>
          <a:lstStyle/>
          <a:p>
            <a:pPr marL="0" indent="0" algn="l">
              <a:lnSpc>
                <a:spcPct val="108000"/>
              </a:lnSpc>
              <a:defRPr/>
            </a:pPr>
            <a:r>
              <a:rPr lang="en-US" sz="1200" b="0" i="0" u="none" strike="noStrike">
                <a:solidFill>
                  <a:srgbClr val="FFFFFF">
                    <a:alpha val="85098"/>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欧盟数据显示每投入1欧元可产生1.62欧元GDP。以世界杯为代表的顶级赛事具备强劲的业绩拉动能力，为企业增长提供坚实基础。</a:t>
            </a:r>
            <a:endParaRPr lang="en-US" sz="12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lg" len="lg"/>
            <a:tailEnd type="none" w="lg" len="lg"/>
          </a:ln>
        </p:spPr>
      </p:cxnSp>
      <p:sp>
        <p:nvSpPr>
          <p:cNvPr id="55" name="AutoShape 55"/>
          <p:cNvSpPr/>
          <p:nvPr/>
        </p:nvSpPr>
        <p:spPr>
          <a:xfrm>
            <a:off x="444500" y="6388100"/>
            <a:ext cx="19050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投资策略 | 理论检验</a:t>
            </a:r>
            <a:endParaRPr lang="en-US" sz="1100"/>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可检验假设</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808080"/>
                </a:solidFill>
                <a:latin typeface="Arial" panose="020B0604020202090204"/>
                <a:ea typeface="Arial" panose="020B0604020202090204"/>
                <a:cs typeface="Arial" panose="020B0604020202090204"/>
                <a:sym typeface="Arial" panose="020B0604020202090204"/>
              </a:rPr>
              <a:t>02 / 05</a:t>
            </a:r>
            <a:endParaRPr lang="en-US" sz="1100"/>
          </a:p>
        </p:txBody>
      </p:sp>
      <p:sp>
        <p:nvSpPr>
          <p:cNvPr id="58" name="AutoShape 58"/>
          <p:cNvSpPr/>
          <p:nvPr/>
        </p:nvSpPr>
        <p:spPr>
          <a:xfrm>
            <a:off x="1054100" y="1917700"/>
            <a:ext cx="4546600" cy="3568700"/>
          </a:xfrm>
          <a:prstGeom prst="roundRect">
            <a:avLst>
              <a:gd name="adj" fmla="val 0"/>
            </a:avLst>
          </a:prstGeom>
          <a:solidFill>
            <a:srgbClr val="2C3E50">
              <a:alpha val="100000"/>
            </a:srgbClr>
          </a:solidFill>
          <a:ln w="25400" cap="flat" cmpd="sng">
            <a:noFill/>
            <a:prstDash val="solid"/>
            <a:round/>
          </a:ln>
          <a:effectLst>
            <a:outerShdw blurRad="152400" dist="50800" dir="8100000" algn="tl" rotWithShape="0">
              <a:srgbClr val="000000">
                <a:alpha val="40000"/>
              </a:srgbClr>
            </a:outerShdw>
          </a:effectLst>
        </p:spPr>
        <p:txBody>
          <a:bodyPr vert="horz" wrap="square" lIns="63500" tIns="63500" rIns="63500" bIns="63500" rtlCol="0" anchor="ctr"/>
          <a:lstStyle/>
          <a:p>
            <a:pPr algn="ctr">
              <a:defRPr/>
            </a:pPr>
          </a:p>
        </p:txBody>
      </p:sp>
      <p:sp>
        <p:nvSpPr>
          <p:cNvPr id="59" name="AutoShape 59"/>
          <p:cNvSpPr/>
          <p:nvPr/>
        </p:nvSpPr>
        <p:spPr>
          <a:xfrm>
            <a:off x="1244600" y="2159000"/>
            <a:ext cx="4165600" cy="3048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2000" b="1" i="0" u="none" strike="noStrike">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从“故事”到“检验”</a:t>
            </a:r>
            <a:endParaRPr lang="en-US" sz="1100"/>
          </a:p>
          <a:p>
            <a:pPr marL="0" indent="0" algn="ctr">
              <a:lnSpc>
                <a:spcPct val="150000"/>
              </a:lnSpc>
            </a:pPr>
            <a:r>
              <a:rPr lang="en-US" sz="2600" b="1" i="0" u="none" strike="noStrike">
                <a:solidFill>
                  <a:srgbClr val="F1C40F"/>
                </a:solidFill>
                <a:latin typeface="Arial" panose="020B0604020202090204"/>
                <a:ea typeface="Arial" panose="020B0604020202090204"/>
                <a:cs typeface="Arial" panose="020B0604020202090204"/>
                <a:sym typeface="Arial" panose="020B0604020202090204"/>
              </a:rPr>
              <a:t>假设必须能被回测否证</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600" b="1" i="0" u="none" strike="noStrike">
                <a:solidFill>
                  <a:srgbClr val="F1C40F"/>
                </a:solidFill>
                <a:latin typeface="Arial" panose="020B0604020202090204"/>
                <a:ea typeface="Arial" panose="020B0604020202090204"/>
                <a:cs typeface="Arial" panose="020B0604020202090204"/>
                <a:sym typeface="Arial" panose="020B0604020202090204"/>
              </a:rPr>
              <a:t>而不是事后解释</a:t>
            </a:r>
            <a:endParaRPr lang="en-US" sz="2600" b="1" i="0" u="none" strike="noStrike">
              <a:solidFill>
                <a:srgbClr val="F1C40F"/>
              </a:solidFill>
              <a:latin typeface="Arial" panose="020B0604020202090204"/>
              <a:ea typeface="Arial" panose="020B0604020202090204"/>
              <a:cs typeface="Arial" panose="020B0604020202090204"/>
              <a:sym typeface="Arial" panose="020B0604020202090204"/>
            </a:endParaRPr>
          </a:p>
          <a:p>
            <a:pPr marL="0" indent="0" algn="ctr">
              <a:lnSpc>
                <a:spcPct val="133000"/>
              </a:lnSpc>
              <a:spcBef>
                <a:spcPts val="1600"/>
              </a:spcBef>
            </a:pPr>
            <a:r>
              <a:rPr lang="en-US" sz="1400" b="0" i="0" u="none" strike="noStrike">
                <a:solidFill>
                  <a:srgbClr val="ECF0F1">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H1：赛前存在异常收益</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ECF0F1">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Pr>
              <a:t>用事件研究法计算CAAR检验</a:t>
            </a:r>
            <a:endParaRPr lang="en-US" sz="1400" b="0" i="0" u="none" strike="noStrike">
              <a:solidFill>
                <a:srgbClr val="ECF0F1">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0" name="AutoShape 60"/>
          <p:cNvSpPr/>
          <p:nvPr/>
        </p:nvSpPr>
        <p:spPr>
          <a:xfrm>
            <a:off x="6032500" y="2019300"/>
            <a:ext cx="5080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H2：事件适配度决定是否交易</a:t>
            </a:r>
            <a:endParaRPr lang="en-US" sz="1100"/>
          </a:p>
        </p:txBody>
      </p:sp>
      <p:sp>
        <p:nvSpPr>
          <p:cNvPr id="61" name="AutoShape 61"/>
          <p:cNvSpPr/>
          <p:nvPr/>
        </p:nvSpPr>
        <p:spPr>
          <a:xfrm>
            <a:off x="6032500" y="2730500"/>
            <a:ext cx="5080000" cy="25400"/>
          </a:xfrm>
          <a:prstGeom prst="roundRect">
            <a:avLst>
              <a:gd name="adj" fmla="val 0"/>
            </a:avLst>
          </a:prstGeom>
          <a:solidFill>
            <a:srgbClr val="9A0001">
              <a:alpha val="70000"/>
            </a:srgbClr>
          </a:solidFill>
          <a:ln w="25400" cap="flat" cmpd="sng">
            <a:noFill/>
            <a:prstDash val="solid"/>
            <a:round/>
          </a:ln>
        </p:spPr>
        <p:txBody>
          <a:bodyPr vert="horz" wrap="square" lIns="63500" tIns="63500" rIns="63500" bIns="63500" rtlCol="0" anchor="ctr"/>
          <a:lstStyle/>
          <a:p>
            <a:pPr algn="ctr">
              <a:defRPr/>
            </a:pPr>
          </a:p>
        </p:txBody>
      </p:sp>
      <p:sp>
        <p:nvSpPr>
          <p:cNvPr id="62" name="AutoShape 62"/>
          <p:cNvSpPr/>
          <p:nvPr/>
        </p:nvSpPr>
        <p:spPr>
          <a:xfrm>
            <a:off x="6032500" y="3048000"/>
            <a:ext cx="5207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不是所有体育赛事都能映射到A股标的。巴黎奥运会样本显示，低适配事件不应强行参与。</a:t>
            </a:r>
            <a:endParaRPr lang="en-US" sz="1100"/>
          </a:p>
        </p:txBody>
      </p:sp>
      <p:sp>
        <p:nvSpPr>
          <p:cNvPr id="63" name="AutoShape 63"/>
          <p:cNvSpPr/>
          <p:nvPr/>
        </p:nvSpPr>
        <p:spPr>
          <a:xfrm>
            <a:off x="6032500" y="4064000"/>
            <a:ext cx="5207000" cy="139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spcBef>
                <a:spcPts val="400"/>
              </a:spcBef>
              <a:defRPr/>
            </a:pPr>
            <a:r>
              <a:rPr lang="en-US" sz="1400" b="1" i="0" u="none" strike="noStrike">
                <a:solidFill>
                  <a:srgbClr val="27AE60"/>
                </a:solidFill>
                <a:latin typeface="Arial" panose="020B0604020202090204"/>
                <a:ea typeface="Arial" panose="020B0604020202090204"/>
                <a:cs typeface="Arial" panose="020B0604020202090204"/>
                <a:sym typeface="Arial" panose="020B0604020202090204"/>
              </a:rPr>
              <a:t>● H3：注意力与价格动量共同影响收益：</a:t>
            </a:r>
            <a:r>
              <a:rPr lang="en-US" sz="13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成交额冲击代表关注度升温，价格动量代表市场反应不足后的延续。</a:t>
            </a:r>
            <a:endParaRPr lang="en-US" sz="1100"/>
          </a:p>
          <a:p>
            <a:pPr marL="0" indent="0" algn="l">
              <a:lnSpc>
                <a:spcPct val="125000"/>
              </a:lnSpc>
              <a:spcBef>
                <a:spcPts val="800"/>
              </a:spcBef>
            </a:pPr>
            <a:r>
              <a:rPr lang="en-US" sz="1400" b="1" i="0" u="none" strike="noStrike">
                <a:solidFill>
                  <a:srgbClr val="E74C3C"/>
                </a:solidFill>
                <a:latin typeface="Arial" panose="020B0604020202090204"/>
                <a:ea typeface="Arial" panose="020B0604020202090204"/>
                <a:cs typeface="Arial" panose="020B0604020202090204"/>
                <a:sym typeface="Arial" panose="020B0604020202090204"/>
              </a:rPr>
              <a:t>● 风控假设：</a:t>
            </a:r>
            <a:r>
              <a:rPr lang="en-US" sz="13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rPr>
              <a:t>先过滤低质量事件，再使用动态止损，优于机械固定止损。</a:t>
            </a:r>
            <a:endParaRPr lang="en-US" sz="1300" b="0" i="0" u="none" strike="noStrike">
              <a:solidFill>
                <a:srgbClr val="5555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4" name="AutoShape 64"/>
          <p:cNvSpPr/>
          <p:nvPr/>
        </p:nvSpPr>
        <p:spPr>
          <a:xfrm>
            <a:off x="6032500" y="5334000"/>
            <a:ext cx="5207000" cy="1016000"/>
          </a:xfrm>
          <a:prstGeom prst="roundRect">
            <a:avLst>
              <a:gd name="adj" fmla="val 7500"/>
            </a:avLst>
          </a:prstGeom>
          <a:solidFill>
            <a:srgbClr val="FDF2E9">
              <a:alpha val="100000"/>
            </a:srgbClr>
          </a:solidFill>
          <a:ln w="12700" cap="flat" cmpd="sng">
            <a:solidFill>
              <a:srgbClr val="E67E22">
                <a:alpha val="40000"/>
              </a:srgbClr>
            </a:solidFill>
            <a:prstDash val="solid"/>
            <a:round/>
          </a:ln>
        </p:spPr>
        <p:txBody>
          <a:bodyPr vert="horz" wrap="square" lIns="63500" tIns="63500" rIns="63500" bIns="63500" rtlCol="0" anchor="ctr"/>
          <a:lstStyle/>
          <a:p>
            <a:pPr algn="ctr">
              <a:defRPr/>
            </a:pPr>
          </a:p>
        </p:txBody>
      </p:sp>
      <p:sp>
        <p:nvSpPr>
          <p:cNvPr id="65" name="AutoShape 65"/>
          <p:cNvSpPr/>
          <p:nvPr/>
        </p:nvSpPr>
        <p:spPr>
          <a:xfrm>
            <a:off x="6159500" y="5461000"/>
            <a:ext cx="4953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C0392B"/>
                </a:solidFill>
                <a:latin typeface="微软雅黑" panose="020B0503020204020204" charset="-122"/>
                <a:ea typeface="微软雅黑" panose="020B0503020204020204" charset="-122"/>
                <a:cs typeface="微软雅黑" panose="020B0503020204020204" charset="-122"/>
                <a:sym typeface="微软雅黑" panose="020B0503020204020204" charset="-122"/>
              </a:rPr>
              <a:t>🎯 研究方法：</a:t>
            </a:r>
            <a:r>
              <a:rPr lang="en-US" sz="1300" b="0" i="0" u="none" strike="noStrike">
                <a:solidFill>
                  <a:srgbClr val="2C3E50"/>
                </a:solidFill>
                <a:latin typeface="微软雅黑" panose="020B0503020204020204" charset="-122"/>
                <a:ea typeface="微软雅黑" panose="020B0503020204020204" charset="-122"/>
                <a:cs typeface="微软雅黑" panose="020B0503020204020204" charset="-122"/>
                <a:sym typeface="微软雅黑" panose="020B0503020204020204" charset="-122"/>
              </a:rPr>
              <a:t>使用事件研究、RankIC因子权重、超参数搜索和走步验证共同检验。</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4953000" cy="68580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00100" y="2755900"/>
            <a:ext cx="32639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5400" b="0" i="0" u="none" strike="noStrike" spc="100">
                <a:solidFill>
                  <a:srgbClr val="FFFFFF"/>
                </a:solidFill>
                <a:latin typeface="Arial" panose="020B0604020202090204"/>
                <a:ea typeface="Arial" panose="020B0604020202090204"/>
                <a:cs typeface="Arial" panose="020B0604020202090204"/>
                <a:sym typeface="Arial" panose="020B0604020202090204"/>
              </a:rPr>
              <a:t>PART 02</a:t>
            </a:r>
            <a:endParaRPr lang="en-US" sz="1100"/>
          </a:p>
        </p:txBody>
      </p:sp>
      <p:sp>
        <p:nvSpPr>
          <p:cNvPr id="5" name="AutoShape 5"/>
          <p:cNvSpPr/>
          <p:nvPr/>
        </p:nvSpPr>
        <p:spPr>
          <a:xfrm rot="5400000">
            <a:off x="4076700" y="3124200"/>
            <a:ext cx="190500" cy="1651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769100" y="2654300"/>
            <a:ext cx="3530600" cy="8255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4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核心流程</a:t>
            </a:r>
            <a:endParaRPr lang="en-US" sz="1100"/>
          </a:p>
        </p:txBody>
      </p:sp>
      <p:sp>
        <p:nvSpPr>
          <p:cNvPr id="7" name="AutoShape 7"/>
          <p:cNvSpPr/>
          <p:nvPr/>
        </p:nvSpPr>
        <p:spPr>
          <a:xfrm>
            <a:off x="6769100" y="3454400"/>
            <a:ext cx="3530600" cy="304800"/>
          </a:xfrm>
          <a:prstGeom prst="rect">
            <a:avLst/>
          </a:prstGeom>
          <a:noFill/>
          <a:ln w="12700" cap="flat" cmpd="sng">
            <a:noFill/>
            <a:prstDash val="solid"/>
            <a:round/>
          </a:ln>
        </p:spPr>
        <p:txBody>
          <a:bodyPr vert="horz" wrap="square" lIns="88900" tIns="50800" rIns="88900" bIns="50800" rtlCol="0" anchor="t" anchorCtr="0"/>
          <a:lstStyle/>
          <a:p>
            <a:pPr marL="0" indent="0" algn="dist">
              <a:lnSpc>
                <a:spcPct val="100000"/>
              </a:lnSpc>
              <a:defRPr/>
            </a:pPr>
            <a:r>
              <a:rPr lang="en-US" sz="1400" b="0" i="0" u="none" strike="noStrike" spc="100">
                <a:solidFill>
                  <a:srgbClr val="A6A6A6"/>
                </a:solidFill>
                <a:latin typeface="Arial" panose="020B0604020202090204"/>
                <a:ea typeface="Arial" panose="020B0604020202090204"/>
                <a:cs typeface="Arial" panose="020B0604020202090204"/>
                <a:sym typeface="Arial" panose="020B0604020202090204"/>
              </a:rPr>
              <a:t>System Design</a:t>
            </a:r>
            <a:endParaRPr lang="en-US" sz="1100"/>
          </a:p>
        </p:txBody>
      </p:sp>
      <p:sp>
        <p:nvSpPr>
          <p:cNvPr id="8" name="Freeform 8"/>
          <p:cNvSpPr/>
          <p:nvPr/>
        </p:nvSpPr>
        <p:spPr>
          <a:xfrm>
            <a:off x="11328400" y="6477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0744200" y="6477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1087100" y="6477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252200" y="6477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0668000" y="6477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0833100" y="6477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0909300" y="6477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1391900" y="6477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617200" y="6477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010900" y="6477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188700" y="6477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544300" y="6477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1480800" y="6477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07700" y="6477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455400" y="6477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150600" y="6477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442700" y="3302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137900" y="3556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604500" y="3683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0744200" y="3937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0922000" y="4572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417300" y="5080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960100" y="3937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985500" y="3175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430000" y="3810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036300" y="5207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1303000" y="5080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1430000" y="4445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096500" y="2921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147300" y="3556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452100" y="3810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109200" y="4699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414000" y="3429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09200" y="5207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274300" y="6858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121900" y="5715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147300" y="3810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375900" y="6731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185400" y="3429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299700" y="3048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325100" y="6858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236200" y="3175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77500" y="4318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477500" y="5715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490200" y="5207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388600" y="3175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121900" y="4191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0490200" y="4826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0337800" y="3048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0223500" y="6731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0160000" y="3683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693400" y="444500"/>
            <a:ext cx="127000" cy="1270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947400" y="444500"/>
            <a:ext cx="127000" cy="1270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1201400" y="444500"/>
            <a:ext cx="127000" cy="1270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1455400" y="444500"/>
            <a:ext cx="127000" cy="1270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693400" y="698500"/>
            <a:ext cx="127000" cy="127000"/>
          </a:xfrm>
          <a:prstGeom prst="roundRect">
            <a:avLst>
              <a:gd name="adj" fmla="val 0"/>
            </a:avLst>
          </a:prstGeom>
          <a:solidFill>
            <a:srgbClr val="9A0001">
              <a:alpha val="4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947400" y="698500"/>
            <a:ext cx="127000" cy="127000"/>
          </a:xfrm>
          <a:prstGeom prst="roundRect">
            <a:avLst>
              <a:gd name="adj" fmla="val 0"/>
            </a:avLst>
          </a:prstGeom>
          <a:solidFill>
            <a:srgbClr val="9A0001">
              <a:alpha val="4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201400" y="698500"/>
            <a:ext cx="127000" cy="127000"/>
          </a:xfrm>
          <a:prstGeom prst="roundRect">
            <a:avLst>
              <a:gd name="adj" fmla="val 0"/>
            </a:avLst>
          </a:prstGeom>
          <a:solidFill>
            <a:srgbClr val="9A0001">
              <a:alpha val="4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55400" y="698500"/>
            <a:ext cx="127000" cy="127000"/>
          </a:xfrm>
          <a:prstGeom prst="roundRect">
            <a:avLst>
              <a:gd name="adj" fmla="val 0"/>
            </a:avLst>
          </a:prstGeom>
          <a:solidFill>
            <a:srgbClr val="9A0001">
              <a:alpha val="40000"/>
            </a:srgbClr>
          </a:solidFill>
          <a:ln w="25400" cap="flat" cmpd="sng">
            <a:noFill/>
            <a:prstDash val="solid"/>
            <a:round/>
          </a:ln>
        </p:spPr>
        <p:txBody>
          <a:bodyPr vert="horz" wrap="square" lIns="63500" tIns="63500" rIns="63500" bIns="63500" rtlCol="0" anchor="ctr"/>
          <a:lstStyle/>
          <a:p>
            <a:pPr algn="ctr">
              <a:defRPr/>
            </a:pPr>
          </a:p>
        </p:txBody>
      </p:sp>
      <p:cxnSp>
        <p:nvCxnSpPr>
          <p:cNvPr id="10" name="Connector 10"/>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round/>
            <a:headEnd type="none" w="med" len="med"/>
            <a:tailEnd type="none" w="med" len="med"/>
          </a:ln>
        </p:spPr>
      </p:cxnSp>
      <p:cxnSp>
        <p:nvCxnSpPr>
          <p:cNvPr id="11" name="Connector 11"/>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round/>
            <a:headEnd type="none" w="lg" len="lg"/>
            <a:tailEnd type="none" w="lg" len="lg"/>
          </a:ln>
        </p:spPr>
      </p:cxnSp>
      <p:sp>
        <p:nvSpPr>
          <p:cNvPr id="12" name="AutoShape 12"/>
          <p:cNvSpPr/>
          <p:nvPr/>
        </p:nvSpPr>
        <p:spPr>
          <a:xfrm>
            <a:off x="444500" y="6388100"/>
            <a:ext cx="190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策略核心流程</a:t>
            </a:r>
            <a:endParaRPr lang="en-US" sz="1100"/>
          </a:p>
        </p:txBody>
      </p:sp>
      <p:sp>
        <p:nvSpPr>
          <p:cNvPr id="13" name="AutoShape 13"/>
          <p:cNvSpPr/>
          <p:nvPr/>
        </p:nvSpPr>
        <p:spPr>
          <a:xfrm>
            <a:off x="9525000" y="6388100"/>
            <a:ext cx="1905000" cy="3175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200" b="0" i="0" u="none" strike="noStrike">
                <a:solidFill>
                  <a:srgbClr val="808080"/>
                </a:solidFill>
                <a:latin typeface="Arial" panose="020B0604020202090204"/>
                <a:ea typeface="Arial" panose="020B0604020202090204"/>
                <a:cs typeface="Arial" panose="020B0604020202090204"/>
                <a:sym typeface="Arial" panose="020B0604020202090204"/>
              </a:rPr>
              <a:t>PAGE 02</a:t>
            </a:r>
            <a:endParaRPr lang="en-US" sz="1100"/>
          </a:p>
        </p:txBody>
      </p:sp>
      <p:sp>
        <p:nvSpPr>
          <p:cNvPr id="14" name="AutoShape 14"/>
          <p:cNvSpPr/>
          <p:nvPr/>
        </p:nvSpPr>
        <p:spPr>
          <a:xfrm>
            <a:off x="444500" y="241300"/>
            <a:ext cx="9525000" cy="6223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自动化系统：事件到订单</a:t>
            </a:r>
            <a:endParaRPr lang="en-US" sz="1100"/>
          </a:p>
        </p:txBody>
      </p:sp>
      <p:sp>
        <p:nvSpPr>
          <p:cNvPr id="15" name="AutoShape 15"/>
          <p:cNvSpPr/>
          <p:nvPr/>
        </p:nvSpPr>
        <p:spPr>
          <a:xfrm>
            <a:off x="635000" y="1397000"/>
            <a:ext cx="2603500" cy="4572000"/>
          </a:xfrm>
          <a:prstGeom prst="roundRect">
            <a:avLst>
              <a:gd name="adj" fmla="val 390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60500" y="1651000"/>
            <a:ext cx="889000" cy="889000"/>
          </a:xfrm>
          <a:prstGeom prst="rect">
            <a:avLst/>
          </a:prstGeom>
        </p:spPr>
      </p:pic>
      <p:sp>
        <p:nvSpPr>
          <p:cNvPr id="17" name="AutoShape 17"/>
          <p:cNvSpPr/>
          <p:nvPr/>
        </p:nvSpPr>
        <p:spPr>
          <a:xfrm>
            <a:off x="762000" y="2667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步骤一：事件输入</a:t>
            </a:r>
            <a:endParaRPr lang="en-US" sz="1100"/>
          </a:p>
        </p:txBody>
      </p:sp>
      <p:sp>
        <p:nvSpPr>
          <p:cNvPr id="18" name="AutoShape 18"/>
          <p:cNvSpPr/>
          <p:nvPr/>
        </p:nvSpPr>
        <p:spPr>
          <a:xfrm>
            <a:off x="762000" y="3429000"/>
            <a:ext cx="23495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事件库：</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世界杯、欧洲杯、奥运会、赛程公布等进入事件雷达。</a:t>
            </a:r>
            <a:endParaRPr lang="en-US" sz="1100"/>
          </a:p>
          <a:p>
            <a:pPr marL="0" indent="0" algn="l">
              <a:lnSpc>
                <a:spcPct val="117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股票池：</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显示设备、体育设施、体育运营、传媒彩票等候选标的。</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17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数据快照：</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冻结决策日行情，防止超前信息。</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17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输出：</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形成候选事件与股票关系。</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AutoShape 19"/>
          <p:cNvSpPr/>
          <p:nvPr/>
        </p:nvSpPr>
        <p:spPr>
          <a:xfrm>
            <a:off x="3492500" y="1397000"/>
            <a:ext cx="2603500" cy="4572000"/>
          </a:xfrm>
          <a:prstGeom prst="roundRect">
            <a:avLst>
              <a:gd name="adj" fmla="val 390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18000" y="1651000"/>
            <a:ext cx="889000" cy="889000"/>
          </a:xfrm>
          <a:prstGeom prst="rect">
            <a:avLst/>
          </a:prstGeom>
        </p:spPr>
      </p:pic>
      <p:sp>
        <p:nvSpPr>
          <p:cNvPr id="21" name="AutoShape 21"/>
          <p:cNvSpPr/>
          <p:nvPr/>
        </p:nvSpPr>
        <p:spPr>
          <a:xfrm>
            <a:off x="3619500" y="2667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步骤二：证据闭环</a:t>
            </a:r>
            <a:endParaRPr lang="en-US" sz="1100"/>
          </a:p>
        </p:txBody>
      </p:sp>
      <p:sp>
        <p:nvSpPr>
          <p:cNvPr id="22" name="AutoShape 22"/>
          <p:cNvSpPr/>
          <p:nvPr/>
        </p:nvSpPr>
        <p:spPr>
          <a:xfrm>
            <a:off x="3619500" y="3429000"/>
            <a:ext cx="23495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来源与时间：</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证据不得晚于决策日。</a:t>
            </a:r>
            <a:endParaRPr lang="en-US" sz="1100"/>
          </a:p>
          <a:p>
            <a:pPr marL="0" indent="0" algn="l">
              <a:lnSpc>
                <a:spcPct val="125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实体匹配：</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股票代码、公司名与股票池一致。</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25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Schema校验：</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字段完整、类型合法。</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3" name="AutoShape 23"/>
          <p:cNvSpPr/>
          <p:nvPr/>
        </p:nvSpPr>
        <p:spPr>
          <a:xfrm>
            <a:off x="6350000" y="1397000"/>
            <a:ext cx="2603500" cy="4572000"/>
          </a:xfrm>
          <a:prstGeom prst="roundRect">
            <a:avLst>
              <a:gd name="adj" fmla="val 3902"/>
            </a:avLst>
          </a:prstGeom>
          <a:solidFill>
            <a:srgbClr val="FFF8F8">
              <a:alpha val="100000"/>
            </a:srgbClr>
          </a:solidFill>
          <a:ln w="12700" cap="flat" cmpd="sng">
            <a:solidFill>
              <a:srgbClr val="9A0001">
                <a:alpha val="2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75500" y="1651000"/>
            <a:ext cx="889000" cy="889000"/>
          </a:xfrm>
          <a:prstGeom prst="rect">
            <a:avLst/>
          </a:prstGeom>
        </p:spPr>
      </p:pic>
      <p:sp>
        <p:nvSpPr>
          <p:cNvPr id="25" name="AutoShape 25"/>
          <p:cNvSpPr/>
          <p:nvPr/>
        </p:nvSpPr>
        <p:spPr>
          <a:xfrm>
            <a:off x="6477000" y="2667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闭环检验结论</a:t>
            </a:r>
            <a:endParaRPr lang="en-US" sz="1100"/>
          </a:p>
        </p:txBody>
      </p:sp>
      <p:sp>
        <p:nvSpPr>
          <p:cNvPr id="26" name="AutoShape 26"/>
          <p:cNvSpPr/>
          <p:nvPr/>
        </p:nvSpPr>
        <p:spPr>
          <a:xfrm>
            <a:off x="6477000" y="3556000"/>
            <a:ext cx="2349500" cy="2032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候选关系10条</a:t>
            </a:r>
            <a:endParaRPr lang="en-US" sz="1100"/>
          </a:p>
          <a:p>
            <a:pPr marL="0" indent="0" algn="ctr">
              <a:lnSpc>
                <a:spcPct val="133000"/>
              </a:lnSpc>
            </a:pP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通过10条</a:t>
            </a:r>
            <a:b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幻觉代理率0%</a:t>
            </a:r>
            <a:endPar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ctr">
              <a:lnSpc>
                <a:spcPct val="133000"/>
              </a:lnSpc>
            </a:pPr>
            <a:r>
              <a:rPr lang="en-US" sz="1200" b="0" i="0" u="none" strike="noStrike">
                <a:solidFill>
                  <a:srgbClr val="757575"/>
                </a:solidFill>
                <a:latin typeface="微软雅黑" panose="020B0503020204020204" charset="-122"/>
                <a:ea typeface="微软雅黑" panose="020B0503020204020204" charset="-122"/>
                <a:cs typeface="微软雅黑" panose="020B0503020204020204" charset="-122"/>
                <a:sym typeface="微软雅黑" panose="020B0503020204020204" charset="-122"/>
              </a:rPr>
              <a:t>规则Agent保证可复现</a:t>
            </a:r>
            <a:endParaRPr lang="en-US" sz="1200" b="0" i="0" u="none" strike="noStrike">
              <a:solidFill>
                <a:srgbClr val="75757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7" name="AutoShape 27"/>
          <p:cNvSpPr/>
          <p:nvPr/>
        </p:nvSpPr>
        <p:spPr>
          <a:xfrm>
            <a:off x="9207500" y="1397000"/>
            <a:ext cx="2603500" cy="4572000"/>
          </a:xfrm>
          <a:prstGeom prst="roundRect">
            <a:avLst>
              <a:gd name="adj" fmla="val 390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33000" y="1651000"/>
            <a:ext cx="889000" cy="889000"/>
          </a:xfrm>
          <a:prstGeom prst="rect">
            <a:avLst/>
          </a:prstGeom>
        </p:spPr>
      </p:pic>
      <p:sp>
        <p:nvSpPr>
          <p:cNvPr id="29" name="AutoShape 29"/>
          <p:cNvSpPr/>
          <p:nvPr/>
        </p:nvSpPr>
        <p:spPr>
          <a:xfrm>
            <a:off x="9334500" y="2667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交易输出</a:t>
            </a:r>
            <a:endParaRPr lang="en-US" sz="1100"/>
          </a:p>
        </p:txBody>
      </p:sp>
      <p:sp>
        <p:nvSpPr>
          <p:cNvPr id="30" name="AutoShape 30"/>
          <p:cNvSpPr/>
          <p:nvPr/>
        </p:nvSpPr>
        <p:spPr>
          <a:xfrm>
            <a:off x="9334500" y="3556000"/>
            <a:ext cx="2349500" cy="2032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因子评分生成目标权重，再按100股整数手取整。</a:t>
            </a:r>
            <a:endParaRPr lang="en-US" sz="1100"/>
          </a:p>
          <a:p>
            <a:pPr marL="0" indent="0" algn="ctr">
              <a:lnSpc>
                <a:spcPct val="133000"/>
              </a:lnSpc>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单股12%、行业25%、成本和涨跌停约束订单前检查。</a:t>
            </a:r>
            <a:endPar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ctr">
              <a:lnSpc>
                <a:spcPct val="133000"/>
              </a:lnSpc>
            </a:pPr>
            <a:r>
              <a:rPr lang="en-US" sz="12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 可审计、可复盘</a:t>
            </a:r>
            <a:endParaRPr lang="en-US" sz="12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693400" y="444500"/>
            <a:ext cx="127000" cy="1270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947400" y="444500"/>
            <a:ext cx="127000" cy="1270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1201400" y="444500"/>
            <a:ext cx="127000" cy="1270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11455400" y="444500"/>
            <a:ext cx="127000" cy="127000"/>
          </a:xfrm>
          <a:prstGeom prst="roundRect">
            <a:avLst>
              <a:gd name="adj" fmla="val 0"/>
            </a:avLst>
          </a:prstGeom>
          <a:solidFill>
            <a:srgbClr val="9A0001">
              <a:alpha val="6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693400" y="698500"/>
            <a:ext cx="127000" cy="127000"/>
          </a:xfrm>
          <a:prstGeom prst="roundRect">
            <a:avLst>
              <a:gd name="adj" fmla="val 0"/>
            </a:avLst>
          </a:prstGeom>
          <a:solidFill>
            <a:srgbClr val="9A0001">
              <a:alpha val="4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947400" y="698500"/>
            <a:ext cx="127000" cy="127000"/>
          </a:xfrm>
          <a:prstGeom prst="roundRect">
            <a:avLst>
              <a:gd name="adj" fmla="val 0"/>
            </a:avLst>
          </a:prstGeom>
          <a:solidFill>
            <a:srgbClr val="9A0001">
              <a:alpha val="4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1201400" y="698500"/>
            <a:ext cx="127000" cy="127000"/>
          </a:xfrm>
          <a:prstGeom prst="roundRect">
            <a:avLst>
              <a:gd name="adj" fmla="val 0"/>
            </a:avLst>
          </a:prstGeom>
          <a:solidFill>
            <a:srgbClr val="9A0001">
              <a:alpha val="4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1455400" y="698500"/>
            <a:ext cx="127000" cy="127000"/>
          </a:xfrm>
          <a:prstGeom prst="roundRect">
            <a:avLst>
              <a:gd name="adj" fmla="val 0"/>
            </a:avLst>
          </a:prstGeom>
          <a:solidFill>
            <a:srgbClr val="9A0001">
              <a:alpha val="40000"/>
            </a:srgbClr>
          </a:solidFill>
          <a:ln w="25400" cap="flat" cmpd="sng">
            <a:noFill/>
            <a:prstDash val="solid"/>
            <a:round/>
          </a:ln>
        </p:spPr>
        <p:txBody>
          <a:bodyPr vert="horz" wrap="square" lIns="63500" tIns="63500" rIns="63500" bIns="63500" rtlCol="0" anchor="ctr"/>
          <a:lstStyle/>
          <a:p>
            <a:pPr algn="ctr">
              <a:defRPr/>
            </a:pPr>
          </a:p>
        </p:txBody>
      </p:sp>
      <p:cxnSp>
        <p:nvCxnSpPr>
          <p:cNvPr id="10" name="Connector 10"/>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round/>
            <a:headEnd type="none" w="med" len="med"/>
            <a:tailEnd type="none" w="med" len="med"/>
          </a:ln>
        </p:spPr>
      </p:cxnSp>
      <p:cxnSp>
        <p:nvCxnSpPr>
          <p:cNvPr id="11" name="Connector 11"/>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round/>
            <a:headEnd type="none" w="lg" len="lg"/>
            <a:tailEnd type="none" w="lg" len="lg"/>
          </a:ln>
        </p:spPr>
      </p:cxnSp>
      <p:sp>
        <p:nvSpPr>
          <p:cNvPr id="12" name="AutoShape 12"/>
          <p:cNvSpPr/>
          <p:nvPr/>
        </p:nvSpPr>
        <p:spPr>
          <a:xfrm>
            <a:off x="444500" y="6388100"/>
            <a:ext cx="1905000" cy="317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0" i="0" u="none" strike="noStrike">
                <a:solidFill>
                  <a:srgbClr val="808080"/>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策略评分流程</a:t>
            </a:r>
            <a:endParaRPr lang="en-US" sz="1100"/>
          </a:p>
        </p:txBody>
      </p:sp>
      <p:sp>
        <p:nvSpPr>
          <p:cNvPr id="13" name="AutoShape 13"/>
          <p:cNvSpPr/>
          <p:nvPr/>
        </p:nvSpPr>
        <p:spPr>
          <a:xfrm>
            <a:off x="9525000" y="6388100"/>
            <a:ext cx="1905000" cy="317500"/>
          </a:xfrm>
          <a:prstGeom prst="rect">
            <a:avLst/>
          </a:prstGeom>
          <a:noFill/>
          <a:ln w="12700" cap="flat" cmpd="sng">
            <a:noFill/>
            <a:prstDash val="solid"/>
            <a:round/>
          </a:ln>
        </p:spPr>
        <p:txBody>
          <a:bodyPr vert="horz" wrap="square" lIns="0" tIns="0" rIns="0" bIns="0" rtlCol="0" anchor="ctr" anchorCtr="0"/>
          <a:lstStyle/>
          <a:p>
            <a:pPr marL="0" indent="0" algn="r">
              <a:lnSpc>
                <a:spcPct val="125000"/>
              </a:lnSpc>
              <a:defRPr/>
            </a:pPr>
            <a:r>
              <a:rPr lang="en-US" sz="1200" b="0" i="0" u="none" strike="noStrike">
                <a:solidFill>
                  <a:srgbClr val="808080"/>
                </a:solidFill>
                <a:latin typeface="Arial" panose="020B0604020202090204"/>
                <a:ea typeface="Arial" panose="020B0604020202090204"/>
                <a:cs typeface="Arial" panose="020B0604020202090204"/>
                <a:sym typeface="Arial" panose="020B0604020202090204"/>
              </a:rPr>
              <a:t>PAGE 03</a:t>
            </a:r>
            <a:endParaRPr lang="en-US" sz="1100"/>
          </a:p>
        </p:txBody>
      </p:sp>
      <p:sp>
        <p:nvSpPr>
          <p:cNvPr id="14" name="AutoShape 14"/>
          <p:cNvSpPr/>
          <p:nvPr/>
        </p:nvSpPr>
        <p:spPr>
          <a:xfrm>
            <a:off x="444500" y="241300"/>
            <a:ext cx="9525000" cy="6223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因子评分：用金融含义解释模型</a:t>
            </a:r>
            <a:endParaRPr lang="en-US" sz="1100"/>
          </a:p>
        </p:txBody>
      </p:sp>
      <p:sp>
        <p:nvSpPr>
          <p:cNvPr id="15" name="AutoShape 15"/>
          <p:cNvSpPr/>
          <p:nvPr/>
        </p:nvSpPr>
        <p:spPr>
          <a:xfrm>
            <a:off x="635000" y="1397000"/>
            <a:ext cx="2603500" cy="4572000"/>
          </a:xfrm>
          <a:prstGeom prst="roundRect">
            <a:avLst>
              <a:gd name="adj" fmla="val 390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460500" y="1651000"/>
            <a:ext cx="889000" cy="889000"/>
          </a:xfrm>
          <a:prstGeom prst="rect">
            <a:avLst/>
          </a:prstGeom>
        </p:spPr>
      </p:pic>
      <p:sp>
        <p:nvSpPr>
          <p:cNvPr id="17" name="AutoShape 17"/>
          <p:cNvSpPr/>
          <p:nvPr/>
        </p:nvSpPr>
        <p:spPr>
          <a:xfrm>
            <a:off x="762000" y="2667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步骤三：标的筛选</a:t>
            </a:r>
            <a:endParaRPr lang="en-US" sz="1100"/>
          </a:p>
        </p:txBody>
      </p:sp>
      <p:sp>
        <p:nvSpPr>
          <p:cNvPr id="18" name="AutoShape 18"/>
          <p:cNvSpPr/>
          <p:nvPr/>
        </p:nvSpPr>
        <p:spPr>
          <a:xfrm>
            <a:off x="762000" y="3429000"/>
            <a:ext cx="23495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低波动：</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40.69%，控制事件交易中的下行波动。</a:t>
            </a:r>
            <a:endParaRPr lang="en-US" sz="1100"/>
          </a:p>
          <a:p>
            <a:pPr marL="0" indent="0" algn="l">
              <a:lnSpc>
                <a:spcPct val="117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注意力：</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25.75%，用成交额冲击代理关注度。</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17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事件暴露：</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16.50%，衡量公司与赛事链条关系。</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17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动量/流动性：</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刻画反应不足和成交可行性。</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AutoShape 19"/>
          <p:cNvSpPr/>
          <p:nvPr/>
        </p:nvSpPr>
        <p:spPr>
          <a:xfrm>
            <a:off x="3492500" y="1397000"/>
            <a:ext cx="2603500" cy="4572000"/>
          </a:xfrm>
          <a:prstGeom prst="roundRect">
            <a:avLst>
              <a:gd name="adj" fmla="val 390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318000" y="1651000"/>
            <a:ext cx="889000" cy="889000"/>
          </a:xfrm>
          <a:prstGeom prst="rect">
            <a:avLst/>
          </a:prstGeom>
        </p:spPr>
      </p:pic>
      <p:sp>
        <p:nvSpPr>
          <p:cNvPr id="21" name="AutoShape 21"/>
          <p:cNvSpPr/>
          <p:nvPr/>
        </p:nvSpPr>
        <p:spPr>
          <a:xfrm>
            <a:off x="3619500" y="2667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步骤四：权重生成</a:t>
            </a:r>
            <a:endParaRPr lang="en-US" sz="1100"/>
          </a:p>
        </p:txBody>
      </p:sp>
      <p:sp>
        <p:nvSpPr>
          <p:cNvPr id="22" name="AutoShape 22"/>
          <p:cNvSpPr/>
          <p:nvPr/>
        </p:nvSpPr>
        <p:spPr>
          <a:xfrm>
            <a:off x="3619500" y="3429000"/>
            <a:ext cx="2349500" cy="228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RankIC估计：</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由训练样本计算因子方向与强弱。</a:t>
            </a:r>
            <a:endParaRPr lang="en-US" sz="1100"/>
          </a:p>
          <a:p>
            <a:pPr marL="0" indent="0" algn="l">
              <a:lnSpc>
                <a:spcPct val="125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理论约束：</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保留金融上合理的方向。</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l">
              <a:lnSpc>
                <a:spcPct val="125000"/>
              </a:lnSpc>
            </a:pPr>
            <a:r>
              <a:rPr lang="en-US" sz="12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 成本约束：</a:t>
            </a:r>
            <a:r>
              <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rPr>
              <a:t>成交额、滑点和佣金进入订单。</a:t>
            </a:r>
            <a:endParaRPr lang="en-US" sz="1200" b="0" i="0" u="none" strike="noStrike">
              <a:solidFill>
                <a:srgbClr val="64646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3" name="AutoShape 23"/>
          <p:cNvSpPr/>
          <p:nvPr/>
        </p:nvSpPr>
        <p:spPr>
          <a:xfrm>
            <a:off x="6350000" y="1397000"/>
            <a:ext cx="2603500" cy="4572000"/>
          </a:xfrm>
          <a:prstGeom prst="roundRect">
            <a:avLst>
              <a:gd name="adj" fmla="val 3902"/>
            </a:avLst>
          </a:prstGeom>
          <a:solidFill>
            <a:srgbClr val="FFF8F8">
              <a:alpha val="100000"/>
            </a:srgbClr>
          </a:solidFill>
          <a:ln w="12700" cap="flat" cmpd="sng">
            <a:solidFill>
              <a:srgbClr val="9A0001">
                <a:alpha val="20000"/>
              </a:srgbClr>
            </a:solidFill>
            <a:prstDash val="solid"/>
            <a:round/>
          </a:ln>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175500" y="1651000"/>
            <a:ext cx="889000" cy="889000"/>
          </a:xfrm>
          <a:prstGeom prst="rect">
            <a:avLst/>
          </a:prstGeom>
        </p:spPr>
      </p:pic>
      <p:sp>
        <p:nvSpPr>
          <p:cNvPr id="25" name="AutoShape 25"/>
          <p:cNvSpPr/>
          <p:nvPr/>
        </p:nvSpPr>
        <p:spPr>
          <a:xfrm>
            <a:off x="6477000" y="2667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核心评分结论</a:t>
            </a:r>
            <a:endParaRPr lang="en-US" sz="1100"/>
          </a:p>
        </p:txBody>
      </p:sp>
      <p:sp>
        <p:nvSpPr>
          <p:cNvPr id="26" name="AutoShape 26"/>
          <p:cNvSpPr/>
          <p:nvPr/>
        </p:nvSpPr>
        <p:spPr>
          <a:xfrm>
            <a:off x="6477000" y="3556000"/>
            <a:ext cx="2349500" cy="2032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低波动权重最高</a:t>
            </a:r>
            <a:endParaRPr lang="en-US" sz="1100"/>
          </a:p>
          <a:p>
            <a:pPr marL="0" indent="0" algn="ctr">
              <a:lnSpc>
                <a:spcPct val="133000"/>
              </a:lnSpc>
            </a:pP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说明事件主题股需先控风险</a:t>
            </a:r>
            <a:br>
              <a:rPr lang="en-US" sz="16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注意力与暴露决定能否入选</a:t>
            </a:r>
            <a:endPar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ctr">
              <a:lnSpc>
                <a:spcPct val="133000"/>
              </a:lnSpc>
            </a:pPr>
            <a:r>
              <a:rPr lang="en-US" sz="1200" b="0" i="0" u="none" strike="noStrike">
                <a:solidFill>
                  <a:srgbClr val="757575"/>
                </a:solidFill>
                <a:latin typeface="微软雅黑" panose="020B0503020204020204" charset="-122"/>
                <a:ea typeface="微软雅黑" panose="020B0503020204020204" charset="-122"/>
                <a:cs typeface="微软雅黑" panose="020B0503020204020204" charset="-122"/>
                <a:sym typeface="微软雅黑" panose="020B0503020204020204" charset="-122"/>
              </a:rPr>
              <a:t>动量和流动性决定交易可行</a:t>
            </a:r>
            <a:endParaRPr lang="en-US" sz="1200" b="0" i="0" u="none" strike="noStrike">
              <a:solidFill>
                <a:srgbClr val="75757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7" name="AutoShape 27"/>
          <p:cNvSpPr/>
          <p:nvPr/>
        </p:nvSpPr>
        <p:spPr>
          <a:xfrm>
            <a:off x="9207500" y="1397000"/>
            <a:ext cx="2603500" cy="4572000"/>
          </a:xfrm>
          <a:prstGeom prst="roundRect">
            <a:avLst>
              <a:gd name="adj" fmla="val 3902"/>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33000" y="1651000"/>
            <a:ext cx="889000" cy="889000"/>
          </a:xfrm>
          <a:prstGeom prst="rect">
            <a:avLst/>
          </a:prstGeom>
        </p:spPr>
      </p:pic>
      <p:sp>
        <p:nvSpPr>
          <p:cNvPr id="29" name="AutoShape 29"/>
          <p:cNvSpPr/>
          <p:nvPr/>
        </p:nvSpPr>
        <p:spPr>
          <a:xfrm>
            <a:off x="9334500" y="2667000"/>
            <a:ext cx="23495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组合输出</a:t>
            </a:r>
            <a:endParaRPr lang="en-US" sz="1100"/>
          </a:p>
        </p:txBody>
      </p:sp>
      <p:sp>
        <p:nvSpPr>
          <p:cNvPr id="30" name="AutoShape 30"/>
          <p:cNvSpPr/>
          <p:nvPr/>
        </p:nvSpPr>
        <p:spPr>
          <a:xfrm>
            <a:off x="9334500" y="3556000"/>
            <a:ext cx="2349500" cy="2032000"/>
          </a:xfrm>
          <a:prstGeom prst="rect">
            <a:avLst/>
          </a:prstGeom>
          <a:noFill/>
          <a:ln w="12700" cap="flat" cmpd="sng">
            <a:noFill/>
            <a:prstDash val="solid"/>
            <a:round/>
          </a:ln>
        </p:spPr>
        <p:txBody>
          <a:bodyPr vert="horz" wrap="square" lIns="0" tIns="0" rIns="0" bIns="0" rtlCol="0" anchor="ctr" anchorCtr="0"/>
          <a:lstStyle/>
          <a:p>
            <a:pPr marL="0" indent="0" algn="ctr">
              <a:lnSpc>
                <a:spcPct val="133000"/>
              </a:lnSpc>
              <a:defRPr/>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Alpha评分 → 目标权重 → 模拟盘订单</a:t>
            </a:r>
            <a:endParaRPr lang="en-US" sz="1100"/>
          </a:p>
          <a:p>
            <a:pPr marL="0" indent="0" algn="ctr">
              <a:lnSpc>
                <a:spcPct val="133000"/>
              </a:lnSpc>
            </a:pPr>
            <a:r>
              <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rPr>
              <a:t>海信12.00%、共创3.50%、中体2.59%</a:t>
            </a:r>
            <a:endParaRPr lang="en-US" sz="1300" b="0" i="0" u="none" strike="noStrike">
              <a:solidFill>
                <a:srgbClr val="333333"/>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0" indent="0" algn="ctr">
              <a:lnSpc>
                <a:spcPct val="133000"/>
              </a:lnSpc>
            </a:pPr>
            <a:r>
              <a:rPr lang="en-US" sz="12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 金融含义 + 数据计算</a:t>
            </a:r>
            <a:endParaRPr lang="en-US" sz="12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4953000" cy="68580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00100" y="2755900"/>
            <a:ext cx="32639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5400" b="0" i="0" u="none" strike="noStrike" spc="100">
                <a:solidFill>
                  <a:srgbClr val="FFFFFF"/>
                </a:solidFill>
                <a:latin typeface="Arial" panose="020B0604020202090204"/>
                <a:ea typeface="Arial" panose="020B0604020202090204"/>
                <a:cs typeface="Arial" panose="020B0604020202090204"/>
                <a:sym typeface="Arial" panose="020B0604020202090204"/>
              </a:rPr>
              <a:t>PART 03</a:t>
            </a:r>
            <a:endParaRPr lang="en-US" sz="1100"/>
          </a:p>
        </p:txBody>
      </p:sp>
      <p:sp>
        <p:nvSpPr>
          <p:cNvPr id="5" name="AutoShape 5"/>
          <p:cNvSpPr/>
          <p:nvPr/>
        </p:nvSpPr>
        <p:spPr>
          <a:xfrm rot="5400000">
            <a:off x="4076700" y="3124200"/>
            <a:ext cx="190500" cy="1651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769100" y="2654300"/>
            <a:ext cx="4717415" cy="1016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4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回测及结果分析</a:t>
            </a:r>
            <a:endParaRPr lang="en-US" sz="1100"/>
          </a:p>
        </p:txBody>
      </p:sp>
      <p:sp>
        <p:nvSpPr>
          <p:cNvPr id="7" name="AutoShape 7"/>
          <p:cNvSpPr/>
          <p:nvPr/>
        </p:nvSpPr>
        <p:spPr>
          <a:xfrm>
            <a:off x="6769100" y="3937000"/>
            <a:ext cx="3530600" cy="381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600" b="0" i="0" u="none" strike="noStrike" spc="100">
                <a:solidFill>
                  <a:srgbClr val="A6A6A6"/>
                </a:solidFill>
                <a:latin typeface="Arial" panose="020B0604020202090204"/>
                <a:ea typeface="Arial" panose="020B0604020202090204"/>
                <a:cs typeface="Arial" panose="020B0604020202090204"/>
                <a:sym typeface="Arial" panose="020B0604020202090204"/>
              </a:rPr>
              <a:t>Backtesting Analysis</a:t>
            </a:r>
            <a:endParaRPr lang="en-US" sz="1100"/>
          </a:p>
        </p:txBody>
      </p:sp>
      <p:sp>
        <p:nvSpPr>
          <p:cNvPr id="8" name="Freeform 8"/>
          <p:cNvSpPr/>
          <p:nvPr/>
        </p:nvSpPr>
        <p:spPr>
          <a:xfrm>
            <a:off x="11328400" y="6477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0744200" y="6477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1087100" y="6477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252200" y="6477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0668000" y="6477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0833100" y="6477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0909300" y="6477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1391900" y="6477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617200" y="6477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010900" y="6477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188700" y="6477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544300" y="6477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1480800" y="6477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07700" y="6477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455400" y="6477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150600" y="6477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442700" y="3302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137900" y="3556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604500" y="3683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0744200" y="3937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0922000" y="4572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417300" y="5080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960100" y="3937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985500" y="3175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430000" y="3810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036300" y="5207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1303000" y="5080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1430000" y="4445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096500" y="2921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147300" y="3556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452100" y="3810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109200" y="4699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414000" y="3429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09200" y="5207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274300" y="6858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121900" y="5715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147300" y="3810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375900" y="6731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185400" y="3429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299700" y="3048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325100" y="6858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236200" y="3175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77500" y="4318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477500" y="5715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490200" y="5207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388600" y="3175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121900" y="4191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0490200" y="4826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0337800" y="3048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0223500" y="6731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0160000" y="3683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5" name="AutoShape 5"/>
          <p:cNvSpPr/>
          <p:nvPr/>
        </p:nvSpPr>
        <p:spPr>
          <a:xfrm>
            <a:off x="1129665" y="1725295"/>
            <a:ext cx="889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回测设定与实验规则</a:t>
            </a:r>
            <a:endParaRPr lang="en-US" sz="1100"/>
          </a:p>
        </p:txBody>
      </p:sp>
      <p:sp>
        <p:nvSpPr>
          <p:cNvPr id="6" name="AutoShape 6"/>
          <p:cNvSpPr/>
          <p:nvPr/>
        </p:nvSpPr>
        <p:spPr>
          <a:xfrm>
            <a:off x="1091565" y="2995295"/>
            <a:ext cx="5080000" cy="2286000"/>
          </a:xfrm>
          <a:prstGeom prst="roundRect">
            <a:avLst>
              <a:gd name="adj" fmla="val 0"/>
            </a:avLst>
          </a:prstGeom>
          <a:solidFill>
            <a:srgbClr val="FFFFFF">
              <a:alpha val="95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345565" y="3185795"/>
            <a:ext cx="4572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 回测设定</a:t>
            </a:r>
            <a:endParaRPr lang="en-US" sz="1100"/>
          </a:p>
          <a:p>
            <a:pPr marL="0" indent="0" algn="l">
              <a:lnSpc>
                <a:spcPct val="117000"/>
              </a:lnSpc>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回测事件：2022世界杯、2024欧洲杯、2024巴黎奥运会</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股票池：10只A股体育事件候选标的</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交易窗口：赛前60天进入，赛前10天退出</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成本约束：佣金、印花税、滑点、100股整数手</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系统规则</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事件库 → 证据核验 → 因子评分 → 参数搜索 → 组合约束 → 回测日志</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311265" y="2995295"/>
            <a:ext cx="4953000" cy="2286000"/>
          </a:xfrm>
          <a:prstGeom prst="roundRect">
            <a:avLst>
              <a:gd name="adj" fmla="val 0"/>
            </a:avLst>
          </a:prstGeom>
          <a:solidFill>
            <a:srgbClr val="232830">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6501765" y="3122295"/>
            <a:ext cx="4572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400" b="1" i="0" u="none" strike="noStrike">
                <a:solidFill>
                  <a:srgbClr val="FFC60B"/>
                </a:solidFill>
                <a:latin typeface="Arial" panose="020B0604020202090204"/>
                <a:ea typeface="Arial" panose="020B0604020202090204"/>
                <a:cs typeface="Arial" panose="020B0604020202090204"/>
                <a:sym typeface="Arial" panose="020B0604020202090204"/>
              </a:rPr>
              <a:t>参数不是凭空设定，而是通过历史事件和走步验证选择。</a:t>
            </a:r>
            <a:endParaRPr lang="en-US" sz="1100"/>
          </a:p>
          <a:p>
            <a:pPr marL="0" indent="0" algn="l">
              <a:lnSpc>
                <a:spcPct val="100000"/>
              </a:lnSpc>
            </a:pP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r>
              <a:rPr lang="en-US" sz="1100" b="0" i="0" u="none" strike="noStrike">
                <a:solidFill>
                  <a:srgbClr val="C8C8C8"/>
                </a:solidFill>
                <a:latin typeface="Arial" panose="020B0604020202090204"/>
                <a:ea typeface="Arial" panose="020B0604020202090204"/>
                <a:cs typeface="Arial" panose="020B0604020202090204"/>
                <a:sym typeface="Arial" panose="020B0604020202090204"/>
              </a:rPr>
              <a:t>▍ 成本设置</a:t>
            </a: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r>
              <a:rPr lang="en-US" sz="1100" b="0" i="0" u="none" strike="noStrike">
                <a:solidFill>
                  <a:srgbClr val="C8C8C8"/>
                </a:solidFill>
                <a:latin typeface="Arial" panose="020B0604020202090204"/>
                <a:ea typeface="Arial" panose="020B0604020202090204"/>
                <a:cs typeface="Arial" panose="020B0604020202090204"/>
                <a:sym typeface="Arial" panose="020B0604020202090204"/>
              </a:rPr>
              <a:t>佣金0.03%，最低5元；卖出印花税0.05%；滑点按流动性分层估计。</a:t>
            </a: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r>
              <a:rPr lang="en-US" sz="1100" b="0" i="0" u="none" strike="noStrike">
                <a:solidFill>
                  <a:srgbClr val="C8C8C8"/>
                </a:solidFill>
                <a:latin typeface="Arial" panose="020B0604020202090204"/>
                <a:ea typeface="Arial" panose="020B0604020202090204"/>
                <a:cs typeface="Arial" panose="020B0604020202090204"/>
                <a:sym typeface="Arial" panose="020B0604020202090204"/>
              </a:rPr>
              <a:t>▍ 市场限制</a:t>
            </a: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r>
              <a:rPr lang="en-US" sz="1100" b="0" i="0" u="none" strike="noStrike">
                <a:solidFill>
                  <a:srgbClr val="C8C8C8"/>
                </a:solidFill>
                <a:latin typeface="Arial" panose="020B0604020202090204"/>
                <a:ea typeface="Arial" panose="020B0604020202090204"/>
                <a:cs typeface="Arial" panose="020B0604020202090204"/>
                <a:sym typeface="Arial" panose="020B0604020202090204"/>
              </a:rPr>
              <a:t>仅做多、A股T+1、涨跌停、停牌过滤、单股与行业仓位上限。</a:t>
            </a:r>
            <a:br>
              <a:rPr lang="en-US" sz="1600" b="0" i="0" u="none" strike="noStrike">
                <a:solidFill>
                  <a:srgbClr val="1F2329"/>
                </a:solidFill>
                <a:latin typeface="Arial" panose="020B0604020202090204"/>
                <a:ea typeface="Arial" panose="020B0604020202090204"/>
                <a:cs typeface="Arial" panose="020B0604020202090204"/>
                <a:sym typeface="Arial" panose="020B0604020202090204"/>
              </a:rPr>
            </a:br>
            <a:endParaRPr lang="en-US" sz="1100" b="0" i="0" u="none" strike="noStrike">
              <a:solidFill>
                <a:srgbClr val="C8C8C8"/>
              </a:solidFill>
              <a:latin typeface="Arial" panose="020B0604020202090204"/>
              <a:ea typeface="Arial" panose="020B0604020202090204"/>
              <a:cs typeface="Arial" panose="020B0604020202090204"/>
              <a:sym typeface="Arial" panose="020B060402020209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事件研究</a:t>
            </a:r>
            <a:r>
              <a:rPr lang="en-US" sz="1200" b="0" i="0" u="none" strike="noStrike">
                <a:solidFill>
                  <a:srgbClr val="808080"/>
                </a:solidFill>
                <a:latin typeface="Arial" panose="020B0604020202090204"/>
                <a:ea typeface="Arial" panose="020B0604020202090204"/>
                <a:cs typeface="Arial" panose="020B0604020202090204"/>
                <a:sym typeface="Arial" panose="020B0604020202090204"/>
              </a:rPr>
              <a:t>|</a:t>
            </a: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CAAR检验</a:t>
            </a:r>
            <a:endParaRPr lang="en-US" sz="1100"/>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400" b="1" i="0" u="none" strike="noStrike">
                <a:solidFill>
                  <a:srgbClr val="9A0001"/>
                </a:solidFill>
                <a:latin typeface="Arial" panose="020B0604020202090204"/>
                <a:ea typeface="Arial" panose="020B0604020202090204"/>
                <a:cs typeface="Arial" panose="020B0604020202090204"/>
                <a:sym typeface="Arial" panose="020B0604020202090204"/>
              </a:rPr>
              <a:t>3.1</a:t>
            </a: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事件研究结果</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808080"/>
                </a:solidFill>
                <a:latin typeface="Arial" panose="020B0604020202090204"/>
                <a:ea typeface="Arial" panose="020B0604020202090204"/>
                <a:cs typeface="Arial" panose="020B0604020202090204"/>
                <a:sym typeface="Arial" panose="020B0604020202090204"/>
              </a:rPr>
              <a:t>PAGE 09 / 24</a:t>
            </a:r>
            <a:endParaRPr lang="en-US" sz="1100"/>
          </a:p>
        </p:txBody>
      </p:sp>
      <p:pic>
        <p:nvPicPr>
          <p:cNvPr id="58" name="Picture 58"/>
          <p:cNvPicPr>
            <a:picLocks noChangeAspect="1"/>
          </p:cNvPicPr>
          <p:nvPr/>
        </p:nvPicPr>
        <p:blipFill>
          <a:blip r:embed="rId2"/>
          <a:srcRect t="1240" b="1240"/>
          <a:stretch>
            <a:fillRect/>
          </a:stretch>
        </p:blipFill>
        <p:spPr>
          <a:xfrm>
            <a:off x="1054100" y="1917700"/>
            <a:ext cx="4546600" cy="3568700"/>
          </a:xfrm>
          <a:prstGeom prst="rect">
            <a:avLst/>
          </a:prstGeom>
          <a:noFill/>
          <a:ln w="25400" cap="flat" cmpd="sng">
            <a:noFill/>
            <a:prstDash val="solid"/>
            <a:round/>
          </a:ln>
          <a:effectLst>
            <a:outerShdw blurRad="190500" algn="tl" rotWithShape="0">
              <a:srgbClr val="000000">
                <a:alpha val="70000"/>
              </a:srgbClr>
            </a:outerShdw>
          </a:effectLst>
        </p:spPr>
      </p:pic>
      <p:sp>
        <p:nvSpPr>
          <p:cNvPr id="59" name="AutoShape 59"/>
          <p:cNvSpPr/>
          <p:nvPr/>
        </p:nvSpPr>
        <p:spPr>
          <a:xfrm>
            <a:off x="5969000" y="1905000"/>
            <a:ext cx="4953000" cy="5715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25000"/>
              </a:lnSpc>
              <a:defRPr/>
            </a:pPr>
            <a:r>
              <a:rPr lang="en-US" sz="22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关键指标表现 (Key Metrics)</a:t>
            </a:r>
            <a:endParaRPr lang="en-US" sz="1100"/>
          </a:p>
        </p:txBody>
      </p:sp>
      <p:sp>
        <p:nvSpPr>
          <p:cNvPr id="60" name="AutoShape 60"/>
          <p:cNvSpPr/>
          <p:nvPr/>
        </p:nvSpPr>
        <p:spPr>
          <a:xfrm>
            <a:off x="5969000" y="266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1" name="AutoShape 61"/>
          <p:cNvSpPr/>
          <p:nvPr/>
        </p:nvSpPr>
        <p:spPr>
          <a:xfrm>
            <a:off x="8509000" y="266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2" name="AutoShape 62"/>
          <p:cNvSpPr/>
          <p:nvPr/>
        </p:nvSpPr>
        <p:spPr>
          <a:xfrm>
            <a:off x="5969000" y="393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3" name="AutoShape 63"/>
          <p:cNvSpPr/>
          <p:nvPr/>
        </p:nvSpPr>
        <p:spPr>
          <a:xfrm>
            <a:off x="8509000" y="393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4" name="AutoShape 64"/>
          <p:cNvSpPr/>
          <p:nvPr/>
        </p:nvSpPr>
        <p:spPr>
          <a:xfrm>
            <a:off x="6096000" y="279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2022世界杯赛前</a:t>
            </a:r>
            <a:endParaRPr lang="en-US" sz="1100"/>
          </a:p>
          <a:p>
            <a:pPr marL="0" indent="0" algn="ctr">
              <a:lnSpc>
                <a:spcPct val="100000"/>
              </a:lnSpc>
            </a:pPr>
            <a:r>
              <a:rPr lang="en-US" sz="2400" b="1" i="0" u="none" strike="noStrike">
                <a:solidFill>
                  <a:srgbClr val="D93025"/>
                </a:solidFill>
                <a:latin typeface="Arial" panose="020B0604020202090204"/>
                <a:ea typeface="Arial" panose="020B0604020202090204"/>
                <a:cs typeface="Arial" panose="020B0604020202090204"/>
                <a:sym typeface="Arial" panose="020B0604020202090204"/>
              </a:rPr>
              <a:t>+26.54%</a:t>
            </a:r>
            <a:endParaRPr lang="en-US" sz="2400" b="1" i="0" u="none" strike="noStrike">
              <a:solidFill>
                <a:srgbClr val="D93025"/>
              </a:solidFill>
              <a:latin typeface="Arial" panose="020B0604020202090204"/>
              <a:ea typeface="Arial" panose="020B0604020202090204"/>
              <a:cs typeface="Arial" panose="020B0604020202090204"/>
              <a:sym typeface="Arial" panose="020B0604020202090204"/>
            </a:endParaRPr>
          </a:p>
        </p:txBody>
      </p:sp>
      <p:sp>
        <p:nvSpPr>
          <p:cNvPr id="65" name="AutoShape 65"/>
          <p:cNvSpPr/>
          <p:nvPr/>
        </p:nvSpPr>
        <p:spPr>
          <a:xfrm>
            <a:off x="8636000" y="279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2022世界杯开幕前后</a:t>
            </a:r>
            <a:endParaRPr lang="en-US" sz="1100"/>
          </a:p>
          <a:p>
            <a:pPr marL="0" indent="0" algn="ctr">
              <a:lnSpc>
                <a:spcPct val="100000"/>
              </a:lnSpc>
            </a:pPr>
            <a:r>
              <a:rPr lang="en-US" sz="2400" b="1" i="0" u="none" strike="noStrike">
                <a:solidFill>
                  <a:srgbClr val="D93025"/>
                </a:solidFill>
                <a:latin typeface="Arial" panose="020B0604020202090204"/>
                <a:ea typeface="Arial" panose="020B0604020202090204"/>
                <a:cs typeface="Arial" panose="020B0604020202090204"/>
                <a:sym typeface="Arial" panose="020B0604020202090204"/>
              </a:rPr>
              <a:t>-8.45%</a:t>
            </a:r>
            <a:endParaRPr lang="en-US" sz="2400" b="1" i="0" u="none" strike="noStrike">
              <a:solidFill>
                <a:srgbClr val="D93025"/>
              </a:solidFill>
              <a:latin typeface="Arial" panose="020B0604020202090204"/>
              <a:ea typeface="Arial" panose="020B0604020202090204"/>
              <a:cs typeface="Arial" panose="020B0604020202090204"/>
              <a:sym typeface="Arial" panose="020B0604020202090204"/>
            </a:endParaRPr>
          </a:p>
        </p:txBody>
      </p:sp>
      <p:sp>
        <p:nvSpPr>
          <p:cNvPr id="66" name="AutoShape 66"/>
          <p:cNvSpPr/>
          <p:nvPr/>
        </p:nvSpPr>
        <p:spPr>
          <a:xfrm>
            <a:off x="6096000" y="406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欧洲杯赛前</a:t>
            </a:r>
            <a:endParaRPr lang="en-US" sz="1100"/>
          </a:p>
          <a:p>
            <a:pPr marL="0" indent="0" algn="ctr">
              <a:lnSpc>
                <a:spcPct val="100000"/>
              </a:lnSpc>
            </a:pPr>
            <a:r>
              <a:rPr lang="en-US" sz="2400" b="1" i="0" u="none" strike="noStrike">
                <a:solidFill>
                  <a:srgbClr val="10B981"/>
                </a:solidFill>
                <a:latin typeface="Arial" panose="020B0604020202090204"/>
                <a:ea typeface="Arial" panose="020B0604020202090204"/>
                <a:cs typeface="Arial" panose="020B0604020202090204"/>
                <a:sym typeface="Arial" panose="020B0604020202090204"/>
              </a:rPr>
              <a:t>+3.18%</a:t>
            </a:r>
            <a:endParaRPr lang="en-US" sz="2400" b="1" i="0" u="none" strike="noStrike">
              <a:solidFill>
                <a:srgbClr val="10B981"/>
              </a:solidFill>
              <a:latin typeface="Arial" panose="020B0604020202090204"/>
              <a:ea typeface="Arial" panose="020B0604020202090204"/>
              <a:cs typeface="Arial" panose="020B0604020202090204"/>
              <a:sym typeface="Arial" panose="020B0604020202090204"/>
            </a:endParaRPr>
          </a:p>
        </p:txBody>
      </p:sp>
      <p:sp>
        <p:nvSpPr>
          <p:cNvPr id="67" name="AutoShape 67"/>
          <p:cNvSpPr/>
          <p:nvPr/>
        </p:nvSpPr>
        <p:spPr>
          <a:xfrm>
            <a:off x="8636000" y="406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巴黎奥运赛前</a:t>
            </a:r>
            <a:endParaRPr lang="en-US" sz="1100"/>
          </a:p>
          <a:p>
            <a:pPr marL="0" indent="0" algn="ctr">
              <a:lnSpc>
                <a:spcPct val="100000"/>
              </a:lnSpc>
            </a:pPr>
            <a:r>
              <a:rPr lang="en-US" sz="2400" b="1" i="0" u="none" strike="noStrike">
                <a:solidFill>
                  <a:srgbClr val="3B82F6"/>
                </a:solidFill>
                <a:latin typeface="Arial" panose="020B0604020202090204"/>
                <a:ea typeface="Arial" panose="020B0604020202090204"/>
                <a:cs typeface="Arial" panose="020B0604020202090204"/>
                <a:sym typeface="Arial" panose="020B0604020202090204"/>
              </a:rPr>
              <a:t>-5.00%</a:t>
            </a:r>
            <a:endParaRPr lang="en-US" sz="2400" b="1" i="0" u="none" strike="noStrike">
              <a:solidFill>
                <a:srgbClr val="3B82F6"/>
              </a:solidFill>
              <a:latin typeface="Arial" panose="020B0604020202090204"/>
              <a:ea typeface="Arial" panose="020B0604020202090204"/>
              <a:cs typeface="Arial" panose="020B0604020202090204"/>
              <a:sym typeface="Arial" panose="020B0604020202090204"/>
            </a:endParaRPr>
          </a:p>
        </p:txBody>
      </p:sp>
      <p:sp>
        <p:nvSpPr>
          <p:cNvPr id="68" name="AutoShape 68"/>
          <p:cNvSpPr/>
          <p:nvPr/>
        </p:nvSpPr>
        <p:spPr>
          <a:xfrm>
            <a:off x="5969000" y="5207000"/>
            <a:ext cx="4953000" cy="1143000"/>
          </a:xfrm>
          <a:prstGeom prst="roundRect">
            <a:avLst>
              <a:gd name="adj" fmla="val 11111"/>
            </a:avLst>
          </a:prstGeom>
          <a:solidFill>
            <a:srgbClr val="FEF2F2">
              <a:alpha val="100000"/>
            </a:srgbClr>
          </a:solidFill>
          <a:ln w="12700" cap="flat" cmpd="sng">
            <a:solidFill>
              <a:srgbClr val="FCA5A5">
                <a:alpha val="100000"/>
              </a:srgbClr>
            </a:solidFill>
            <a:prstDash val="solid"/>
            <a:round/>
          </a:ln>
        </p:spPr>
        <p:txBody>
          <a:bodyPr vert="horz" wrap="square" lIns="63500" tIns="63500" rIns="63500" bIns="63500" rtlCol="0" anchor="ctr"/>
          <a:lstStyle/>
          <a:p>
            <a:pPr algn="ctr">
              <a:defRPr/>
            </a:pPr>
          </a:p>
        </p:txBody>
      </p:sp>
      <p:sp>
        <p:nvSpPr>
          <p:cNvPr id="69" name="AutoShape 69"/>
          <p:cNvSpPr/>
          <p:nvPr/>
        </p:nvSpPr>
        <p:spPr>
          <a:xfrm>
            <a:off x="6096000" y="5334000"/>
            <a:ext cx="4699000" cy="889000"/>
          </a:xfrm>
          <a:prstGeom prst="rect">
            <a:avLst/>
          </a:prstGeom>
          <a:noFill/>
          <a:ln w="12700" cap="flat" cmpd="sng">
            <a:noFill/>
            <a:prstDash val="solid"/>
            <a:round/>
          </a:ln>
        </p:spPr>
        <p:txBody>
          <a:bodyPr vert="horz" wrap="square" lIns="127000" tIns="101600" rIns="127000" bIns="0" rtlCol="0" anchor="t" anchorCtr="0"/>
          <a:lstStyle/>
          <a:p>
            <a:pPr marL="0" indent="0" algn="l">
              <a:lnSpc>
                <a:spcPct val="108000"/>
              </a:lnSpc>
              <a:defRPr/>
            </a:pPr>
            <a:r>
              <a:rPr lang="en-US" sz="1400" b="1" i="0" u="none" strike="noStrike">
                <a:solidFill>
                  <a:srgbClr val="B91C1C"/>
                </a:solidFill>
                <a:latin typeface="微软雅黑" panose="020B0503020204020204" charset="-122"/>
                <a:ea typeface="微软雅黑" panose="020B0503020204020204" charset="-122"/>
                <a:cs typeface="微软雅黑" panose="020B0503020204020204" charset="-122"/>
                <a:sym typeface="微软雅黑" panose="020B0503020204020204" charset="-122"/>
              </a:rPr>
              <a:t>💡 分析结论：</a:t>
            </a: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世界杯赛前窗口异常收益最明显，欧洲杯提供弱正向扩展验证；巴黎奥运会在当前A股候选池中适配度不足。事件研究支持“赛前布局、赛前退出”，而不是开幕后追高。</a:t>
            </a:r>
            <a:endParaRPr lang="en-US" sz="1100"/>
          </a:p>
        </p:txBody>
      </p:sp>
      <p:pic>
        <p:nvPicPr>
          <p:cNvPr id="1001" name="chart_event.png"/>
          <p:cNvPicPr>
            <a:picLocks noChangeAspect="1"/>
          </p:cNvPicPr>
          <p:nvPr/>
        </p:nvPicPr>
        <p:blipFill>
          <a:blip r:embed="rId3"/>
          <a:stretch>
            <a:fillRect/>
          </a:stretch>
        </p:blipFill>
        <p:spPr>
          <a:xfrm>
            <a:off x="666750" y="1381125"/>
            <a:ext cx="5143500" cy="40957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策略复盘</a:t>
            </a:r>
            <a:r>
              <a:rPr lang="en-US" sz="1200" b="0" i="0" u="none" strike="noStrike">
                <a:solidFill>
                  <a:srgbClr val="808080"/>
                </a:solidFill>
                <a:latin typeface="Arial" panose="020B0604020202090204"/>
                <a:ea typeface="Arial" panose="020B0604020202090204"/>
                <a:cs typeface="Arial" panose="020B0604020202090204"/>
                <a:sym typeface="Arial" panose="020B0604020202090204"/>
              </a:rPr>
              <a:t>|</a:t>
            </a: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数据回测</a:t>
            </a:r>
            <a:endParaRPr lang="en-US" sz="1100"/>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400" b="1" i="0" u="none" strike="noStrike">
                <a:solidFill>
                  <a:srgbClr val="9A0001"/>
                </a:solidFill>
                <a:latin typeface="Arial" panose="020B0604020202090204"/>
                <a:ea typeface="Arial" panose="020B0604020202090204"/>
                <a:cs typeface="Arial" panose="020B0604020202090204"/>
                <a:sym typeface="Arial" panose="020B0604020202090204"/>
              </a:rPr>
              <a:t>3.2</a:t>
            </a: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回测收益与成本</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808080"/>
                </a:solidFill>
                <a:latin typeface="Arial" panose="020B0604020202090204"/>
                <a:ea typeface="Arial" panose="020B0604020202090204"/>
                <a:cs typeface="Arial" panose="020B0604020202090204"/>
                <a:sym typeface="Arial" panose="020B0604020202090204"/>
              </a:rPr>
              <a:t>PAGE 10 / 24</a:t>
            </a:r>
            <a:endParaRPr lang="en-US" sz="1100"/>
          </a:p>
        </p:txBody>
      </p:sp>
      <p:pic>
        <p:nvPicPr>
          <p:cNvPr id="58" name="Picture 58"/>
          <p:cNvPicPr>
            <a:picLocks noChangeAspect="1"/>
          </p:cNvPicPr>
          <p:nvPr/>
        </p:nvPicPr>
        <p:blipFill>
          <a:blip r:embed="rId2"/>
          <a:srcRect t="1240" b="1240"/>
          <a:stretch>
            <a:fillRect/>
          </a:stretch>
        </p:blipFill>
        <p:spPr>
          <a:xfrm>
            <a:off x="1054100" y="1917700"/>
            <a:ext cx="4546600" cy="3568700"/>
          </a:xfrm>
          <a:prstGeom prst="rect">
            <a:avLst/>
          </a:prstGeom>
          <a:noFill/>
          <a:ln w="25400" cap="flat" cmpd="sng">
            <a:noFill/>
            <a:prstDash val="solid"/>
            <a:round/>
          </a:ln>
          <a:effectLst>
            <a:outerShdw blurRad="190500" algn="tl" rotWithShape="0">
              <a:srgbClr val="000000">
                <a:alpha val="70000"/>
              </a:srgbClr>
            </a:outerShdw>
          </a:effectLst>
        </p:spPr>
      </p:pic>
      <p:sp>
        <p:nvSpPr>
          <p:cNvPr id="59" name="AutoShape 59"/>
          <p:cNvSpPr/>
          <p:nvPr/>
        </p:nvSpPr>
        <p:spPr>
          <a:xfrm>
            <a:off x="5969000" y="1905000"/>
            <a:ext cx="4953000" cy="5715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25000"/>
              </a:lnSpc>
              <a:defRPr/>
            </a:pPr>
            <a:r>
              <a:rPr lang="en-US" sz="22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关键指标表现 (Key Metrics)</a:t>
            </a:r>
            <a:endParaRPr lang="en-US" sz="1100"/>
          </a:p>
        </p:txBody>
      </p:sp>
      <p:sp>
        <p:nvSpPr>
          <p:cNvPr id="60" name="AutoShape 60"/>
          <p:cNvSpPr/>
          <p:nvPr/>
        </p:nvSpPr>
        <p:spPr>
          <a:xfrm>
            <a:off x="5969000" y="266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1" name="AutoShape 61"/>
          <p:cNvSpPr/>
          <p:nvPr/>
        </p:nvSpPr>
        <p:spPr>
          <a:xfrm>
            <a:off x="8509000" y="266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2" name="AutoShape 62"/>
          <p:cNvSpPr/>
          <p:nvPr/>
        </p:nvSpPr>
        <p:spPr>
          <a:xfrm>
            <a:off x="5969000" y="393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3" name="AutoShape 63"/>
          <p:cNvSpPr/>
          <p:nvPr/>
        </p:nvSpPr>
        <p:spPr>
          <a:xfrm>
            <a:off x="8509000" y="393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4" name="AutoShape 64"/>
          <p:cNvSpPr/>
          <p:nvPr/>
        </p:nvSpPr>
        <p:spPr>
          <a:xfrm>
            <a:off x="6096000" y="279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回测净收益率</a:t>
            </a:r>
            <a:endParaRPr lang="en-US" sz="1100"/>
          </a:p>
          <a:p>
            <a:pPr marL="0" indent="0" algn="ctr">
              <a:lnSpc>
                <a:spcPct val="100000"/>
              </a:lnSpc>
            </a:pPr>
            <a:r>
              <a:rPr lang="en-US" sz="2400" b="1" i="0" u="none" strike="noStrike">
                <a:solidFill>
                  <a:srgbClr val="D93025"/>
                </a:solidFill>
                <a:latin typeface="Arial" panose="020B0604020202090204"/>
                <a:ea typeface="Arial" panose="020B0604020202090204"/>
                <a:cs typeface="Arial" panose="020B0604020202090204"/>
                <a:sym typeface="Arial" panose="020B0604020202090204"/>
              </a:rPr>
              <a:t>11.04%</a:t>
            </a:r>
            <a:endParaRPr lang="en-US" sz="2400" b="1" i="0" u="none" strike="noStrike">
              <a:solidFill>
                <a:srgbClr val="D93025"/>
              </a:solidFill>
              <a:latin typeface="Arial" panose="020B0604020202090204"/>
              <a:ea typeface="Arial" panose="020B0604020202090204"/>
              <a:cs typeface="Arial" panose="020B0604020202090204"/>
              <a:sym typeface="Arial" panose="020B0604020202090204"/>
            </a:endParaRPr>
          </a:p>
        </p:txBody>
      </p:sp>
      <p:sp>
        <p:nvSpPr>
          <p:cNvPr id="65" name="AutoShape 65"/>
          <p:cNvSpPr/>
          <p:nvPr/>
        </p:nvSpPr>
        <p:spPr>
          <a:xfrm>
            <a:off x="8636000" y="279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交易笔数</a:t>
            </a:r>
            <a:endParaRPr lang="en-US" sz="1100"/>
          </a:p>
          <a:p>
            <a:pPr marL="0" indent="0" algn="ctr">
              <a:lnSpc>
                <a:spcPct val="100000"/>
              </a:lnSpc>
            </a:pPr>
            <a:r>
              <a:rPr lang="en-US" sz="2400" b="1" i="0" u="none" strike="noStrike">
                <a:solidFill>
                  <a:srgbClr val="D93025"/>
                </a:solidFill>
                <a:latin typeface="Arial" panose="020B0604020202090204"/>
                <a:ea typeface="Arial" panose="020B0604020202090204"/>
                <a:cs typeface="Arial" panose="020B0604020202090204"/>
                <a:sym typeface="Arial" panose="020B0604020202090204"/>
              </a:rPr>
              <a:t>6笔</a:t>
            </a:r>
            <a:endParaRPr lang="en-US" sz="2400" b="1" i="0" u="none" strike="noStrike">
              <a:solidFill>
                <a:srgbClr val="D93025"/>
              </a:solidFill>
              <a:latin typeface="Arial" panose="020B0604020202090204"/>
              <a:ea typeface="Arial" panose="020B0604020202090204"/>
              <a:cs typeface="Arial" panose="020B0604020202090204"/>
              <a:sym typeface="Arial" panose="020B0604020202090204"/>
            </a:endParaRPr>
          </a:p>
        </p:txBody>
      </p:sp>
      <p:sp>
        <p:nvSpPr>
          <p:cNvPr id="66" name="AutoShape 66"/>
          <p:cNvSpPr/>
          <p:nvPr/>
        </p:nvSpPr>
        <p:spPr>
          <a:xfrm>
            <a:off x="6096000" y="406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单笔平均毛收益</a:t>
            </a:r>
            <a:endParaRPr lang="en-US" sz="1100"/>
          </a:p>
          <a:p>
            <a:pPr marL="0" indent="0" algn="ctr">
              <a:lnSpc>
                <a:spcPct val="100000"/>
              </a:lnSpc>
            </a:pPr>
            <a:r>
              <a:rPr lang="en-US" sz="2400" b="1" i="0" u="none" strike="noStrike">
                <a:solidFill>
                  <a:srgbClr val="10B981"/>
                </a:solidFill>
                <a:latin typeface="Arial" panose="020B0604020202090204"/>
                <a:ea typeface="Arial" panose="020B0604020202090204"/>
                <a:cs typeface="Arial" panose="020B0604020202090204"/>
                <a:sym typeface="Arial" panose="020B0604020202090204"/>
              </a:rPr>
              <a:t>18.26%</a:t>
            </a:r>
            <a:endParaRPr lang="en-US" sz="2400" b="1" i="0" u="none" strike="noStrike">
              <a:solidFill>
                <a:srgbClr val="10B981"/>
              </a:solidFill>
              <a:latin typeface="Arial" panose="020B0604020202090204"/>
              <a:ea typeface="Arial" panose="020B0604020202090204"/>
              <a:cs typeface="Arial" panose="020B0604020202090204"/>
              <a:sym typeface="Arial" panose="020B0604020202090204"/>
            </a:endParaRPr>
          </a:p>
        </p:txBody>
      </p:sp>
      <p:sp>
        <p:nvSpPr>
          <p:cNvPr id="67" name="AutoShape 67"/>
          <p:cNvSpPr/>
          <p:nvPr/>
        </p:nvSpPr>
        <p:spPr>
          <a:xfrm>
            <a:off x="8636000" y="406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交易成本</a:t>
            </a:r>
            <a:endParaRPr lang="en-US" sz="1100"/>
          </a:p>
          <a:p>
            <a:pPr marL="0" indent="0" algn="ctr">
              <a:lnSpc>
                <a:spcPct val="100000"/>
              </a:lnSpc>
            </a:pPr>
            <a:r>
              <a:rPr lang="en-US" sz="2400" b="1" i="0" u="none" strike="noStrike">
                <a:solidFill>
                  <a:srgbClr val="3B82F6"/>
                </a:solidFill>
                <a:latin typeface="Arial" panose="020B0604020202090204"/>
                <a:ea typeface="Arial" panose="020B0604020202090204"/>
                <a:cs typeface="Arial" panose="020B0604020202090204"/>
                <a:sym typeface="Arial" panose="020B0604020202090204"/>
              </a:rPr>
              <a:t>2,530元</a:t>
            </a:r>
            <a:endParaRPr lang="en-US" sz="2400" b="1" i="0" u="none" strike="noStrike">
              <a:solidFill>
                <a:srgbClr val="3B82F6"/>
              </a:solidFill>
              <a:latin typeface="Arial" panose="020B0604020202090204"/>
              <a:ea typeface="Arial" panose="020B0604020202090204"/>
              <a:cs typeface="Arial" panose="020B0604020202090204"/>
              <a:sym typeface="Arial" panose="020B0604020202090204"/>
            </a:endParaRPr>
          </a:p>
        </p:txBody>
      </p:sp>
      <p:sp>
        <p:nvSpPr>
          <p:cNvPr id="68" name="AutoShape 68"/>
          <p:cNvSpPr/>
          <p:nvPr/>
        </p:nvSpPr>
        <p:spPr>
          <a:xfrm>
            <a:off x="5969000" y="5207000"/>
            <a:ext cx="4953000" cy="1143000"/>
          </a:xfrm>
          <a:prstGeom prst="roundRect">
            <a:avLst>
              <a:gd name="adj" fmla="val 11111"/>
            </a:avLst>
          </a:prstGeom>
          <a:solidFill>
            <a:srgbClr val="FEF2F2">
              <a:alpha val="100000"/>
            </a:srgbClr>
          </a:solidFill>
          <a:ln w="12700" cap="flat" cmpd="sng">
            <a:solidFill>
              <a:srgbClr val="FCA5A5">
                <a:alpha val="100000"/>
              </a:srgbClr>
            </a:solidFill>
            <a:prstDash val="solid"/>
            <a:round/>
          </a:ln>
        </p:spPr>
        <p:txBody>
          <a:bodyPr vert="horz" wrap="square" lIns="63500" tIns="63500" rIns="63500" bIns="63500" rtlCol="0" anchor="ctr"/>
          <a:lstStyle/>
          <a:p>
            <a:pPr algn="ctr">
              <a:defRPr/>
            </a:pPr>
          </a:p>
        </p:txBody>
      </p:sp>
      <p:sp>
        <p:nvSpPr>
          <p:cNvPr id="69" name="AutoShape 69"/>
          <p:cNvSpPr/>
          <p:nvPr/>
        </p:nvSpPr>
        <p:spPr>
          <a:xfrm>
            <a:off x="6096000" y="5334000"/>
            <a:ext cx="4699000" cy="889000"/>
          </a:xfrm>
          <a:prstGeom prst="rect">
            <a:avLst/>
          </a:prstGeom>
          <a:noFill/>
          <a:ln w="12700" cap="flat" cmpd="sng">
            <a:noFill/>
            <a:prstDash val="solid"/>
            <a:round/>
          </a:ln>
        </p:spPr>
        <p:txBody>
          <a:bodyPr vert="horz" wrap="square" lIns="127000" tIns="101600" rIns="127000" bIns="0" rtlCol="0" anchor="t" anchorCtr="0"/>
          <a:lstStyle/>
          <a:p>
            <a:pPr marL="0" indent="0" algn="l">
              <a:lnSpc>
                <a:spcPct val="108000"/>
              </a:lnSpc>
              <a:defRPr/>
            </a:pPr>
            <a:r>
              <a:rPr lang="en-US" sz="1400" b="1" i="0" u="none" strike="noStrike">
                <a:solidFill>
                  <a:srgbClr val="B91C1C"/>
                </a:solidFill>
                <a:latin typeface="微软雅黑" panose="020B0503020204020204" charset="-122"/>
                <a:ea typeface="微软雅黑" panose="020B0503020204020204" charset="-122"/>
                <a:cs typeface="微软雅黑" panose="020B0503020204020204" charset="-122"/>
                <a:sym typeface="微软雅黑" panose="020B0503020204020204" charset="-122"/>
              </a:rPr>
              <a:t>💡 分析结论：</a:t>
            </a: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在扣除佣金、印花税和滑点后，系统回测净收益为11.04%。收益主要来自2022世界杯强预热期，2024欧洲杯贡献较小但仍为正；样本仍有限，不夸大年化收益。</a:t>
            </a:r>
            <a:endParaRPr lang="en-US" sz="1100"/>
          </a:p>
        </p:txBody>
      </p:sp>
      <p:pic>
        <p:nvPicPr>
          <p:cNvPr id="1001" name="chart_backtest.png"/>
          <p:cNvPicPr>
            <a:picLocks noChangeAspect="1"/>
          </p:cNvPicPr>
          <p:nvPr/>
        </p:nvPicPr>
        <p:blipFill>
          <a:blip r:embed="rId3"/>
          <a:stretch>
            <a:fillRect/>
          </a:stretch>
        </p:blipFill>
        <p:spPr>
          <a:xfrm>
            <a:off x="666750" y="1381125"/>
            <a:ext cx="5143500" cy="40957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92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风险复盘</a:t>
            </a:r>
            <a:r>
              <a:rPr lang="en-US" sz="1200" b="0" i="0" u="none" strike="noStrike">
                <a:solidFill>
                  <a:srgbClr val="808080"/>
                </a:solidFill>
                <a:latin typeface="Arial" panose="020B0604020202090204"/>
                <a:ea typeface="Arial" panose="020B0604020202090204"/>
                <a:cs typeface="Arial" panose="020B0604020202090204"/>
                <a:sym typeface="Arial" panose="020B0604020202090204"/>
              </a:rPr>
              <a:t>|</a:t>
            </a: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止损诊断</a:t>
            </a:r>
            <a:endParaRPr lang="en-US" sz="1100"/>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400" b="1" i="0" u="none" strike="noStrike">
                <a:solidFill>
                  <a:srgbClr val="9A0001"/>
                </a:solidFill>
                <a:latin typeface="Arial" panose="020B0604020202090204"/>
                <a:ea typeface="Arial" panose="020B0604020202090204"/>
                <a:cs typeface="Arial" panose="020B0604020202090204"/>
                <a:sym typeface="Arial" panose="020B0604020202090204"/>
              </a:rPr>
              <a:t>3.3</a:t>
            </a: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止损触发原因分析</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808080"/>
                </a:solidFill>
                <a:latin typeface="Arial" panose="020B0604020202090204"/>
                <a:ea typeface="Arial" panose="020B0604020202090204"/>
                <a:cs typeface="Arial" panose="020B0604020202090204"/>
                <a:sym typeface="Arial" panose="020B0604020202090204"/>
              </a:rPr>
              <a:t>PAGE 11 / 24</a:t>
            </a:r>
            <a:endParaRPr lang="en-US" sz="1100"/>
          </a:p>
        </p:txBody>
      </p:sp>
      <p:pic>
        <p:nvPicPr>
          <p:cNvPr id="58" name="Picture 58"/>
          <p:cNvPicPr>
            <a:picLocks noChangeAspect="1"/>
          </p:cNvPicPr>
          <p:nvPr/>
        </p:nvPicPr>
        <p:blipFill>
          <a:blip r:embed="rId2"/>
          <a:srcRect t="1240" b="1240"/>
          <a:stretch>
            <a:fillRect/>
          </a:stretch>
        </p:blipFill>
        <p:spPr>
          <a:xfrm>
            <a:off x="1054100" y="1917700"/>
            <a:ext cx="4546600" cy="3568700"/>
          </a:xfrm>
          <a:prstGeom prst="rect">
            <a:avLst/>
          </a:prstGeom>
          <a:noFill/>
          <a:ln w="25400" cap="flat" cmpd="sng">
            <a:noFill/>
            <a:prstDash val="solid"/>
            <a:round/>
          </a:ln>
          <a:effectLst>
            <a:outerShdw blurRad="190500" algn="tl" rotWithShape="0">
              <a:srgbClr val="000000">
                <a:alpha val="70000"/>
              </a:srgbClr>
            </a:outerShdw>
          </a:effectLst>
        </p:spPr>
      </p:pic>
      <p:sp>
        <p:nvSpPr>
          <p:cNvPr id="59" name="AutoShape 59"/>
          <p:cNvSpPr/>
          <p:nvPr/>
        </p:nvSpPr>
        <p:spPr>
          <a:xfrm>
            <a:off x="5969000" y="1905000"/>
            <a:ext cx="4953000" cy="5715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25000"/>
              </a:lnSpc>
              <a:defRPr/>
            </a:pPr>
            <a:r>
              <a:rPr lang="en-US" sz="2200" b="1"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关键指标表现 (Key Metrics)</a:t>
            </a:r>
            <a:endParaRPr lang="en-US" sz="1100"/>
          </a:p>
        </p:txBody>
      </p:sp>
      <p:sp>
        <p:nvSpPr>
          <p:cNvPr id="60" name="AutoShape 60"/>
          <p:cNvSpPr/>
          <p:nvPr/>
        </p:nvSpPr>
        <p:spPr>
          <a:xfrm>
            <a:off x="5969000" y="266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1" name="AutoShape 61"/>
          <p:cNvSpPr/>
          <p:nvPr/>
        </p:nvSpPr>
        <p:spPr>
          <a:xfrm>
            <a:off x="8509000" y="266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2" name="AutoShape 62"/>
          <p:cNvSpPr/>
          <p:nvPr/>
        </p:nvSpPr>
        <p:spPr>
          <a:xfrm>
            <a:off x="5969000" y="393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3" name="AutoShape 63"/>
          <p:cNvSpPr/>
          <p:nvPr/>
        </p:nvSpPr>
        <p:spPr>
          <a:xfrm>
            <a:off x="8509000" y="3937000"/>
            <a:ext cx="2413000" cy="1079500"/>
          </a:xfrm>
          <a:prstGeom prst="roundRect">
            <a:avLst>
              <a:gd name="adj" fmla="val 11764"/>
            </a:avLst>
          </a:prstGeom>
          <a:solidFill>
            <a:srgbClr val="FFFFFF">
              <a:alpha val="85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64" name="AutoShape 64"/>
          <p:cNvSpPr/>
          <p:nvPr/>
        </p:nvSpPr>
        <p:spPr>
          <a:xfrm>
            <a:off x="6096000" y="279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固定日历止损率</a:t>
            </a:r>
            <a:endParaRPr lang="en-US" sz="1100"/>
          </a:p>
          <a:p>
            <a:pPr marL="0" indent="0" algn="ctr">
              <a:lnSpc>
                <a:spcPct val="100000"/>
              </a:lnSpc>
            </a:pPr>
            <a:r>
              <a:rPr lang="en-US" sz="2400" b="1" i="0" u="none" strike="noStrike">
                <a:solidFill>
                  <a:srgbClr val="D93025"/>
                </a:solidFill>
                <a:latin typeface="Arial" panose="020B0604020202090204"/>
                <a:ea typeface="Arial" panose="020B0604020202090204"/>
                <a:cs typeface="Arial" panose="020B0604020202090204"/>
                <a:sym typeface="Arial" panose="020B0604020202090204"/>
              </a:rPr>
              <a:t>55.56%</a:t>
            </a:r>
            <a:endParaRPr lang="en-US" sz="2400" b="1" i="0" u="none" strike="noStrike">
              <a:solidFill>
                <a:srgbClr val="D93025"/>
              </a:solidFill>
              <a:latin typeface="Arial" panose="020B0604020202090204"/>
              <a:ea typeface="Arial" panose="020B0604020202090204"/>
              <a:cs typeface="Arial" panose="020B0604020202090204"/>
              <a:sym typeface="Arial" panose="020B0604020202090204"/>
            </a:endParaRPr>
          </a:p>
        </p:txBody>
      </p:sp>
      <p:sp>
        <p:nvSpPr>
          <p:cNvPr id="65" name="AutoShape 65"/>
          <p:cNvSpPr/>
          <p:nvPr/>
        </p:nvSpPr>
        <p:spPr>
          <a:xfrm>
            <a:off x="8636000" y="279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当前系统止损率</a:t>
            </a:r>
            <a:endParaRPr lang="en-US" sz="1100"/>
          </a:p>
          <a:p>
            <a:pPr marL="0" indent="0" algn="ctr">
              <a:lnSpc>
                <a:spcPct val="100000"/>
              </a:lnSpc>
            </a:pPr>
            <a:r>
              <a:rPr lang="en-US" sz="2400" b="1" i="0" u="none" strike="noStrike">
                <a:solidFill>
                  <a:srgbClr val="D93025"/>
                </a:solidFill>
                <a:latin typeface="Arial" panose="020B0604020202090204"/>
                <a:ea typeface="Arial" panose="020B0604020202090204"/>
                <a:cs typeface="Arial" panose="020B0604020202090204"/>
                <a:sym typeface="Arial" panose="020B0604020202090204"/>
              </a:rPr>
              <a:t>0.00%</a:t>
            </a:r>
            <a:endParaRPr lang="en-US" sz="2400" b="1" i="0" u="none" strike="noStrike">
              <a:solidFill>
                <a:srgbClr val="D93025"/>
              </a:solidFill>
              <a:latin typeface="Arial" panose="020B0604020202090204"/>
              <a:ea typeface="Arial" panose="020B0604020202090204"/>
              <a:cs typeface="Arial" panose="020B0604020202090204"/>
              <a:sym typeface="Arial" panose="020B0604020202090204"/>
            </a:endParaRPr>
          </a:p>
        </p:txBody>
      </p:sp>
      <p:sp>
        <p:nvSpPr>
          <p:cNvPr id="66" name="AutoShape 66"/>
          <p:cNvSpPr/>
          <p:nvPr/>
        </p:nvSpPr>
        <p:spPr>
          <a:xfrm>
            <a:off x="6096000" y="406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压力测试净收益</a:t>
            </a:r>
            <a:endParaRPr lang="en-US" sz="1100"/>
          </a:p>
          <a:p>
            <a:pPr marL="0" indent="0" algn="ctr">
              <a:lnSpc>
                <a:spcPct val="100000"/>
              </a:lnSpc>
            </a:pPr>
            <a:r>
              <a:rPr lang="en-US" sz="2400" b="1" i="0" u="none" strike="noStrike">
                <a:solidFill>
                  <a:srgbClr val="10B981"/>
                </a:solidFill>
                <a:latin typeface="Arial" panose="020B0604020202090204"/>
                <a:ea typeface="Arial" panose="020B0604020202090204"/>
                <a:cs typeface="Arial" panose="020B0604020202090204"/>
                <a:sym typeface="Arial" panose="020B0604020202090204"/>
              </a:rPr>
              <a:t>+2.70%</a:t>
            </a:r>
            <a:endParaRPr lang="en-US" sz="2400" b="1" i="0" u="none" strike="noStrike">
              <a:solidFill>
                <a:srgbClr val="10B981"/>
              </a:solidFill>
              <a:latin typeface="Arial" panose="020B0604020202090204"/>
              <a:ea typeface="Arial" panose="020B0604020202090204"/>
              <a:cs typeface="Arial" panose="020B0604020202090204"/>
              <a:sym typeface="Arial" panose="020B0604020202090204"/>
            </a:endParaRPr>
          </a:p>
        </p:txBody>
      </p:sp>
      <p:sp>
        <p:nvSpPr>
          <p:cNvPr id="67" name="AutoShape 67"/>
          <p:cNvSpPr/>
          <p:nvPr/>
        </p:nvSpPr>
        <p:spPr>
          <a:xfrm>
            <a:off x="8636000" y="4064000"/>
            <a:ext cx="21590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00000"/>
              </a:lnSpc>
              <a:defRPr/>
            </a:pPr>
            <a:r>
              <a:rPr lang="en-US" sz="1300" b="0" i="0" u="none" strike="noStrike">
                <a:solidFill>
                  <a:srgbClr val="646A73"/>
                </a:solidFill>
                <a:latin typeface="微软雅黑" panose="020B0503020204020204" charset="-122"/>
                <a:ea typeface="微软雅黑" panose="020B0503020204020204" charset="-122"/>
                <a:cs typeface="微软雅黑" panose="020B0503020204020204" charset="-122"/>
                <a:sym typeface="微软雅黑" panose="020B0503020204020204" charset="-122"/>
              </a:rPr>
              <a:t>当前系统净收益</a:t>
            </a:r>
            <a:endParaRPr lang="en-US" sz="1100"/>
          </a:p>
          <a:p>
            <a:pPr marL="0" indent="0" algn="ctr">
              <a:lnSpc>
                <a:spcPct val="100000"/>
              </a:lnSpc>
            </a:pPr>
            <a:r>
              <a:rPr lang="en-US" sz="2400" b="1" i="0" u="none" strike="noStrike">
                <a:solidFill>
                  <a:srgbClr val="3B82F6"/>
                </a:solidFill>
                <a:latin typeface="Arial" panose="020B0604020202090204"/>
                <a:ea typeface="Arial" panose="020B0604020202090204"/>
                <a:cs typeface="Arial" panose="020B0604020202090204"/>
                <a:sym typeface="Arial" panose="020B0604020202090204"/>
              </a:rPr>
              <a:t>+11.04%</a:t>
            </a:r>
            <a:endParaRPr lang="en-US" sz="2400" b="1" i="0" u="none" strike="noStrike">
              <a:solidFill>
                <a:srgbClr val="3B82F6"/>
              </a:solidFill>
              <a:latin typeface="Arial" panose="020B0604020202090204"/>
              <a:ea typeface="Arial" panose="020B0604020202090204"/>
              <a:cs typeface="Arial" panose="020B0604020202090204"/>
              <a:sym typeface="Arial" panose="020B0604020202090204"/>
            </a:endParaRPr>
          </a:p>
        </p:txBody>
      </p:sp>
      <p:sp>
        <p:nvSpPr>
          <p:cNvPr id="68" name="AutoShape 68"/>
          <p:cNvSpPr/>
          <p:nvPr/>
        </p:nvSpPr>
        <p:spPr>
          <a:xfrm>
            <a:off x="5969000" y="5207000"/>
            <a:ext cx="4953000" cy="1143000"/>
          </a:xfrm>
          <a:prstGeom prst="roundRect">
            <a:avLst>
              <a:gd name="adj" fmla="val 11111"/>
            </a:avLst>
          </a:prstGeom>
          <a:solidFill>
            <a:srgbClr val="FEF2F2">
              <a:alpha val="100000"/>
            </a:srgbClr>
          </a:solidFill>
          <a:ln w="12700" cap="flat" cmpd="sng">
            <a:solidFill>
              <a:srgbClr val="FCA5A5">
                <a:alpha val="100000"/>
              </a:srgbClr>
            </a:solidFill>
            <a:prstDash val="solid"/>
            <a:round/>
          </a:ln>
        </p:spPr>
        <p:txBody>
          <a:bodyPr vert="horz" wrap="square" lIns="63500" tIns="63500" rIns="63500" bIns="63500" rtlCol="0" anchor="ctr"/>
          <a:lstStyle/>
          <a:p>
            <a:pPr algn="ctr">
              <a:defRPr/>
            </a:pPr>
          </a:p>
        </p:txBody>
      </p:sp>
      <p:sp>
        <p:nvSpPr>
          <p:cNvPr id="69" name="AutoShape 69"/>
          <p:cNvSpPr/>
          <p:nvPr/>
        </p:nvSpPr>
        <p:spPr>
          <a:xfrm>
            <a:off x="6096000" y="5334000"/>
            <a:ext cx="4699000" cy="889000"/>
          </a:xfrm>
          <a:prstGeom prst="rect">
            <a:avLst/>
          </a:prstGeom>
          <a:noFill/>
          <a:ln w="12700" cap="flat" cmpd="sng">
            <a:noFill/>
            <a:prstDash val="solid"/>
            <a:round/>
          </a:ln>
        </p:spPr>
        <p:txBody>
          <a:bodyPr vert="horz" wrap="square" lIns="127000" tIns="101600" rIns="127000" bIns="0" rtlCol="0" anchor="t" anchorCtr="0"/>
          <a:lstStyle/>
          <a:p>
            <a:pPr marL="0" indent="0" algn="l">
              <a:lnSpc>
                <a:spcPct val="108000"/>
              </a:lnSpc>
              <a:defRPr/>
            </a:pPr>
            <a:r>
              <a:rPr lang="en-US" sz="1400" b="1" i="0" u="none" strike="noStrike">
                <a:solidFill>
                  <a:srgbClr val="B91C1C"/>
                </a:solidFill>
                <a:latin typeface="微软雅黑" panose="020B0503020204020204" charset="-122"/>
                <a:ea typeface="微软雅黑" panose="020B0503020204020204" charset="-122"/>
                <a:cs typeface="微软雅黑" panose="020B0503020204020204" charset="-122"/>
                <a:sym typeface="微软雅黑" panose="020B0503020204020204" charset="-122"/>
              </a:rPr>
              <a:t>💡 分析结论：</a:t>
            </a:r>
            <a:r>
              <a:rPr lang="en-US" sz="12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止损触发并不只代表风险控制有效，也可能说明入场过早或事件不适配。当前系统先过滤低适配事件，再使用动态止损，避免被正常波动过早洗出。</a:t>
            </a:r>
            <a:endParaRPr lang="en-US" sz="1100"/>
          </a:p>
        </p:txBody>
      </p:sp>
      <p:pic>
        <p:nvPicPr>
          <p:cNvPr id="1001" name="chart_stop.png"/>
          <p:cNvPicPr>
            <a:picLocks noChangeAspect="1"/>
          </p:cNvPicPr>
          <p:nvPr/>
        </p:nvPicPr>
        <p:blipFill>
          <a:blip r:embed="rId3"/>
          <a:stretch>
            <a:fillRect/>
          </a:stretch>
        </p:blipFill>
        <p:spPr>
          <a:xfrm>
            <a:off x="666750" y="1381125"/>
            <a:ext cx="5143500" cy="40957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5" name="AutoShape 5"/>
          <p:cNvSpPr/>
          <p:nvPr/>
        </p:nvSpPr>
        <p:spPr>
          <a:xfrm>
            <a:off x="1511300" y="1896745"/>
            <a:ext cx="889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超参数搜索与走步验证</a:t>
            </a:r>
            <a:endParaRPr lang="en-US" sz="1100"/>
          </a:p>
        </p:txBody>
      </p:sp>
      <p:sp>
        <p:nvSpPr>
          <p:cNvPr id="6" name="AutoShape 6"/>
          <p:cNvSpPr/>
          <p:nvPr/>
        </p:nvSpPr>
        <p:spPr>
          <a:xfrm>
            <a:off x="1473200" y="3166745"/>
            <a:ext cx="5080000" cy="2286000"/>
          </a:xfrm>
          <a:prstGeom prst="roundRect">
            <a:avLst>
              <a:gd name="adj" fmla="val 0"/>
            </a:avLst>
          </a:prstGeom>
          <a:solidFill>
            <a:srgbClr val="FFFFFF">
              <a:alpha val="95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727200" y="3357245"/>
            <a:ext cx="4572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8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 参数不是主观设定</a:t>
            </a:r>
            <a:endParaRPr lang="en-US" sz="1100"/>
          </a:p>
          <a:p>
            <a:pPr marL="0" indent="0" algn="l">
              <a:lnSpc>
                <a:spcPct val="117000"/>
              </a:lnSpc>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搜索对象：注意力窗口、动量窗口、入场日、TopK、止损线、事件适配门槛</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当前窗口：T-60进入，T-10退出</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当前TopK：3，事件适配门槛：0.7</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 选择原则：验证收益、全样本收益和止损率共同约束</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 走步验证</a:t>
            </a:r>
            <a:r>
              <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rPr>
              <a:t>用前一事件训练，后一事件验证：净收益2.30%，交易3笔。</a:t>
            </a:r>
            <a:endParaRPr lang="en-US" sz="1300" b="0" i="0" u="none" strike="noStrike">
              <a:solidFill>
                <a:srgbClr val="50505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001" name="chart_hyper.png"/>
          <p:cNvPicPr>
            <a:picLocks noChangeAspect="1"/>
          </p:cNvPicPr>
          <p:nvPr/>
        </p:nvPicPr>
        <p:blipFill>
          <a:blip r:embed="rId2"/>
          <a:stretch>
            <a:fillRect/>
          </a:stretch>
        </p:blipFill>
        <p:spPr>
          <a:xfrm>
            <a:off x="6705600" y="3160395"/>
            <a:ext cx="4953000" cy="228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4953000" cy="68580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800100" y="2755900"/>
            <a:ext cx="3263900" cy="9271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5400" b="0" i="0" u="none" strike="noStrike" spc="100">
                <a:solidFill>
                  <a:srgbClr val="FFFFFF"/>
                </a:solidFill>
                <a:latin typeface="Arial" panose="020B0604020202090204"/>
                <a:ea typeface="Arial" panose="020B0604020202090204"/>
                <a:cs typeface="Arial" panose="020B0604020202090204"/>
                <a:sym typeface="Arial" panose="020B0604020202090204"/>
              </a:rPr>
              <a:t>PART 04</a:t>
            </a:r>
            <a:endParaRPr lang="en-US" sz="1100"/>
          </a:p>
        </p:txBody>
      </p:sp>
      <p:sp>
        <p:nvSpPr>
          <p:cNvPr id="5" name="AutoShape 5"/>
          <p:cNvSpPr/>
          <p:nvPr/>
        </p:nvSpPr>
        <p:spPr>
          <a:xfrm rot="5400000">
            <a:off x="4076700" y="3124200"/>
            <a:ext cx="190500" cy="165100"/>
          </a:xfrm>
          <a:prstGeom prst="triangle">
            <a:avLst>
              <a:gd name="adj" fmla="val 50000"/>
            </a:avLst>
          </a:prstGeom>
          <a:solidFill>
            <a:srgbClr val="FFFFFF">
              <a:alpha val="10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6769100" y="2654300"/>
            <a:ext cx="4064000" cy="8255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4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模拟交易配置</a:t>
            </a:r>
            <a:endParaRPr lang="en-US" sz="1100"/>
          </a:p>
        </p:txBody>
      </p:sp>
      <p:sp>
        <p:nvSpPr>
          <p:cNvPr id="7" name="AutoShape 7"/>
          <p:cNvSpPr/>
          <p:nvPr/>
        </p:nvSpPr>
        <p:spPr>
          <a:xfrm>
            <a:off x="6769100" y="3683000"/>
            <a:ext cx="4064000" cy="508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800" b="0" i="0" u="none" strike="noStrike" spc="100">
                <a:solidFill>
                  <a:srgbClr val="A6A6A6"/>
                </a:solidFill>
                <a:latin typeface="Arial" panose="020B0604020202090204"/>
                <a:ea typeface="Arial" panose="020B0604020202090204"/>
                <a:cs typeface="Arial" panose="020B0604020202090204"/>
                <a:sym typeface="Arial" panose="020B0604020202090204"/>
              </a:rPr>
              <a:t>Simulation &amp; Configuration</a:t>
            </a:r>
            <a:endParaRPr lang="en-US" sz="1100"/>
          </a:p>
        </p:txBody>
      </p:sp>
      <p:sp>
        <p:nvSpPr>
          <p:cNvPr id="8" name="Freeform 8"/>
          <p:cNvSpPr/>
          <p:nvPr/>
        </p:nvSpPr>
        <p:spPr>
          <a:xfrm>
            <a:off x="11328400" y="6477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0744200" y="6477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1087100" y="6477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252200" y="6477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0668000" y="6477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0833100" y="6477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0909300" y="6477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1391900" y="6477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0617200" y="6477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010900" y="6477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188700" y="6477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544300" y="6477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1480800" y="6477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07700" y="6477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455400" y="6477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150600" y="6477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442700" y="3302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137900" y="3556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0604500" y="3683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0744200" y="3937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0922000" y="4572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417300" y="5080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960100" y="3937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985500" y="3175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1430000" y="3810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1036300" y="5207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1303000" y="5080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1430000" y="4445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096500" y="2921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147300" y="3556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452100" y="3810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109200" y="4699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414000" y="3429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109200" y="5207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274300" y="6858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121900" y="5715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147300" y="3810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375900" y="6731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185400" y="3429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299700" y="3048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325100" y="6858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236200" y="3175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77500" y="4318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477500" y="5715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490200" y="5207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10388600" y="3175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10121900" y="4191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5" name="Freeform 55"/>
          <p:cNvSpPr/>
          <p:nvPr/>
        </p:nvSpPr>
        <p:spPr>
          <a:xfrm>
            <a:off x="10490200" y="4826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6" name="Freeform 56"/>
          <p:cNvSpPr/>
          <p:nvPr/>
        </p:nvSpPr>
        <p:spPr>
          <a:xfrm>
            <a:off x="10337800" y="3048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Freeform 57"/>
          <p:cNvSpPr/>
          <p:nvPr/>
        </p:nvSpPr>
        <p:spPr>
          <a:xfrm>
            <a:off x="10223500" y="6731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8" name="Freeform 58"/>
          <p:cNvSpPr/>
          <p:nvPr/>
        </p:nvSpPr>
        <p:spPr>
          <a:xfrm>
            <a:off x="10160000" y="3683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5" name="AutoShape 5"/>
          <p:cNvSpPr/>
          <p:nvPr/>
        </p:nvSpPr>
        <p:spPr>
          <a:xfrm>
            <a:off x="1549400" y="2921000"/>
            <a:ext cx="952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2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标的选择与配置理由</a:t>
            </a:r>
            <a:endParaRPr lang="en-US" sz="1100"/>
          </a:p>
        </p:txBody>
      </p:sp>
      <p:sp>
        <p:nvSpPr>
          <p:cNvPr id="6" name="AutoShape 6"/>
          <p:cNvSpPr/>
          <p:nvPr/>
        </p:nvSpPr>
        <p:spPr>
          <a:xfrm>
            <a:off x="1549400" y="3937000"/>
            <a:ext cx="9525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0" i="0" u="none" strike="noStrike">
                <a:solidFill>
                  <a:srgbClr val="646464"/>
                </a:solidFill>
                <a:latin typeface="Arial" panose="020B0604020202090204"/>
                <a:ea typeface="Arial" panose="020B0604020202090204"/>
                <a:cs typeface="Arial" panose="020B0604020202090204"/>
                <a:sym typeface="Arial" panose="020B0604020202090204"/>
              </a:rPr>
              <a:t>Target Selection &amp; Allocation Reasons</a:t>
            </a:r>
            <a:endParaRPr lang="en-US" sz="1100"/>
          </a:p>
        </p:txBody>
      </p:sp>
      <p:sp>
        <p:nvSpPr>
          <p:cNvPr id="7" name="AutoShape 7"/>
          <p:cNvSpPr/>
          <p:nvPr/>
        </p:nvSpPr>
        <p:spPr>
          <a:xfrm>
            <a:off x="635000" y="4826000"/>
            <a:ext cx="2667000" cy="1778000"/>
          </a:xfrm>
          <a:prstGeom prst="roundRect">
            <a:avLst>
              <a:gd name="adj" fmla="val 7142"/>
            </a:avLst>
          </a:prstGeom>
          <a:solidFill>
            <a:srgbClr val="FFFFFF">
              <a:alpha val="95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8" name="AutoShape 8"/>
          <p:cNvSpPr/>
          <p:nvPr/>
        </p:nvSpPr>
        <p:spPr>
          <a:xfrm>
            <a:off x="762000" y="49530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海信视像</a:t>
            </a:r>
            <a:r>
              <a:rPr lang="en-US" sz="1200" b="0" i="0" u="none" strike="noStrike">
                <a:solidFill>
                  <a:srgbClr val="787878"/>
                </a:solidFill>
                <a:latin typeface="Arial" panose="020B0604020202090204"/>
                <a:ea typeface="Arial" panose="020B0604020202090204"/>
                <a:cs typeface="Arial" panose="020B0604020202090204"/>
                <a:sym typeface="Arial" panose="020B0604020202090204"/>
              </a:rPr>
              <a:t>600060.SH | 12.00%</a:t>
            </a:r>
            <a:endParaRPr lang="en-US" sz="1100"/>
          </a:p>
          <a:p>
            <a:pPr marL="0" indent="0" algn="l">
              <a:lnSpc>
                <a:spcPct val="108000"/>
              </a:lnSpc>
              <a:spcBef>
                <a:spcPts val="600"/>
              </a:spcBef>
            </a:pPr>
            <a:r>
              <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4400股 · 117,920元</a:t>
            </a:r>
            <a:endPar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spcBef>
                <a:spcPts val="400"/>
              </a:spcBef>
            </a:pPr>
            <a:r>
              <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按2026-05-26收盘价、100股整数手和成本约束生成。</a:t>
            </a:r>
            <a:endPar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3429000" y="4826000"/>
            <a:ext cx="2667000" cy="1778000"/>
          </a:xfrm>
          <a:prstGeom prst="roundRect">
            <a:avLst>
              <a:gd name="adj" fmla="val 7142"/>
            </a:avLst>
          </a:prstGeom>
          <a:solidFill>
            <a:srgbClr val="FFFFFF">
              <a:alpha val="95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0" name="AutoShape 10"/>
          <p:cNvSpPr/>
          <p:nvPr/>
        </p:nvSpPr>
        <p:spPr>
          <a:xfrm>
            <a:off x="3556000" y="49530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共创草坪</a:t>
            </a:r>
            <a:r>
              <a:rPr lang="en-US" sz="1200" b="0" i="0" u="none" strike="noStrike">
                <a:solidFill>
                  <a:srgbClr val="787878"/>
                </a:solidFill>
                <a:latin typeface="Arial" panose="020B0604020202090204"/>
                <a:ea typeface="Arial" panose="020B0604020202090204"/>
                <a:cs typeface="Arial" panose="020B0604020202090204"/>
                <a:sym typeface="Arial" panose="020B0604020202090204"/>
              </a:rPr>
              <a:t>605099.SH | 3.50%</a:t>
            </a:r>
            <a:endParaRPr lang="en-US" sz="1100"/>
          </a:p>
          <a:p>
            <a:pPr marL="0" indent="0" algn="l">
              <a:lnSpc>
                <a:spcPct val="108000"/>
              </a:lnSpc>
              <a:spcBef>
                <a:spcPts val="600"/>
              </a:spcBef>
            </a:pPr>
            <a:r>
              <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800股 · 34,888元</a:t>
            </a:r>
            <a:endPar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spcBef>
                <a:spcPts val="400"/>
              </a:spcBef>
            </a:pPr>
            <a:r>
              <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按2026-05-26收盘价、100股整数手和成本约束生成。</a:t>
            </a:r>
            <a:endPar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223000" y="4826000"/>
            <a:ext cx="2667000" cy="1778000"/>
          </a:xfrm>
          <a:prstGeom prst="roundRect">
            <a:avLst>
              <a:gd name="adj" fmla="val 7142"/>
            </a:avLst>
          </a:prstGeom>
          <a:solidFill>
            <a:srgbClr val="FFFFFF">
              <a:alpha val="95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2" name="AutoShape 12"/>
          <p:cNvSpPr/>
          <p:nvPr/>
        </p:nvSpPr>
        <p:spPr>
          <a:xfrm>
            <a:off x="6350000" y="49530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中体产业</a:t>
            </a:r>
            <a:r>
              <a:rPr lang="en-US" sz="1200" b="0" i="0" u="none" strike="noStrike">
                <a:solidFill>
                  <a:srgbClr val="787878"/>
                </a:solidFill>
                <a:latin typeface="Arial" panose="020B0604020202090204"/>
                <a:ea typeface="Arial" panose="020B0604020202090204"/>
                <a:cs typeface="Arial" panose="020B0604020202090204"/>
                <a:sym typeface="Arial" panose="020B0604020202090204"/>
              </a:rPr>
              <a:t>600158.SH | 2.59%</a:t>
            </a:r>
            <a:endParaRPr lang="en-US" sz="1100"/>
          </a:p>
          <a:p>
            <a:pPr marL="0" indent="0" algn="l">
              <a:lnSpc>
                <a:spcPct val="108000"/>
              </a:lnSpc>
              <a:spcBef>
                <a:spcPts val="600"/>
              </a:spcBef>
            </a:pPr>
            <a:r>
              <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2300股 · 25,576元</a:t>
            </a:r>
            <a:endPar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spcBef>
                <a:spcPts val="400"/>
              </a:spcBef>
            </a:pPr>
            <a:r>
              <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按2026-05-26收盘价、100股整数手和成本约束生成。</a:t>
            </a:r>
            <a:endPar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9017000" y="4826000"/>
            <a:ext cx="2667000" cy="1778000"/>
          </a:xfrm>
          <a:prstGeom prst="roundRect">
            <a:avLst>
              <a:gd name="adj" fmla="val 7142"/>
            </a:avLst>
          </a:prstGeom>
          <a:solidFill>
            <a:srgbClr val="FFFFFF">
              <a:alpha val="95000"/>
            </a:srgbClr>
          </a:solidFill>
          <a:ln w="12700" cap="flat" cmpd="sng">
            <a:solidFill>
              <a:srgbClr val="DCDCDC">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4" name="AutoShape 14"/>
          <p:cNvSpPr/>
          <p:nvPr/>
        </p:nvSpPr>
        <p:spPr>
          <a:xfrm>
            <a:off x="9144000" y="4953000"/>
            <a:ext cx="2413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未入选标的</a:t>
            </a:r>
            <a:r>
              <a:rPr lang="en-US" sz="1200" b="0" i="0" u="none" strike="noStrike">
                <a:solidFill>
                  <a:srgbClr val="787878"/>
                </a:solidFill>
                <a:latin typeface="Arial" panose="020B0604020202090204"/>
                <a:ea typeface="Arial" panose="020B0604020202090204"/>
                <a:cs typeface="Arial" panose="020B0604020202090204"/>
                <a:sym typeface="Arial" panose="020B0604020202090204"/>
              </a:rPr>
              <a:t>元隆雅图/粤传媒/舒华体育等</a:t>
            </a:r>
            <a:endParaRPr lang="en-US" sz="1100"/>
          </a:p>
          <a:p>
            <a:pPr marL="0" indent="0" algn="l">
              <a:lnSpc>
                <a:spcPct val="108000"/>
              </a:lnSpc>
              <a:spcBef>
                <a:spcPts val="600"/>
              </a:spcBef>
            </a:pPr>
            <a:r>
              <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rPr>
              <a:t>热度或波动约束不足</a:t>
            </a:r>
            <a:endParaRPr lang="en-US" sz="1300" b="1" i="0" u="none" strike="noStrike">
              <a:solidFill>
                <a:srgbClr val="323232"/>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spcBef>
                <a:spcPts val="400"/>
              </a:spcBef>
            </a:pPr>
            <a:r>
              <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系统保留其主题属性，但当前风险收益比不如入选标的。</a:t>
            </a:r>
            <a:endParaRPr lang="en-US" sz="1100" b="0" i="0" u="none" strike="noStrike">
              <a:solidFill>
                <a:srgbClr val="5A5A5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6388100"/>
            <a:ext cx="1549400" cy="2794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00000"/>
              </a:lnSpc>
              <a:defRPr/>
            </a:pPr>
            <a:r>
              <a:rPr lang="en-US" sz="1200" b="0" i="0" u="none" strike="noStrike">
                <a:solidFill>
                  <a:srgbClr val="808080"/>
                </a:solidFill>
                <a:latin typeface="微软雅黑" panose="020B0503020204020204" charset="-122"/>
                <a:ea typeface="微软雅黑" panose="020B0503020204020204" charset="-122"/>
                <a:cs typeface="微软雅黑" panose="020B0503020204020204" charset="-122"/>
                <a:sym typeface="微软雅黑" panose="020B0503020204020204" charset="-122"/>
              </a:rPr>
              <a:t>思想自由兼容并包</a:t>
            </a:r>
            <a:endParaRPr lang="en-US" sz="1100"/>
          </a:p>
        </p:txBody>
      </p:sp>
      <p:sp>
        <p:nvSpPr>
          <p:cNvPr id="56" name="AutoShape 56"/>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模拟交易配置：资金管理与建仓计划</a:t>
            </a:r>
            <a:endParaRPr lang="en-US" sz="1100"/>
          </a:p>
        </p:txBody>
      </p:sp>
      <p:sp>
        <p:nvSpPr>
          <p:cNvPr id="57" name="AutoShape 57"/>
          <p:cNvSpPr/>
          <p:nvPr/>
        </p:nvSpPr>
        <p:spPr>
          <a:xfrm>
            <a:off x="9004300" y="6388100"/>
            <a:ext cx="2743200" cy="2921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200" b="0" i="0" u="none" strike="noStrike">
                <a:solidFill>
                  <a:srgbClr val="808080"/>
                </a:solidFill>
                <a:latin typeface="Arial" panose="020B0604020202090204"/>
                <a:ea typeface="Arial" panose="020B0604020202090204"/>
                <a:cs typeface="Arial" panose="020B0604020202090204"/>
                <a:sym typeface="Arial" panose="020B0604020202090204"/>
              </a:rPr>
              <a:t>&lt; &gt;</a:t>
            </a:r>
            <a:endParaRPr lang="en-US" sz="1100"/>
          </a:p>
        </p:txBody>
      </p:sp>
      <p:sp>
        <p:nvSpPr>
          <p:cNvPr id="58" name="AutoShape 58"/>
          <p:cNvSpPr/>
          <p:nvPr>
            <p:custDataLst>
              <p:tags r:id="rId1"/>
            </p:custDataLst>
          </p:nvPr>
        </p:nvSpPr>
        <p:spPr>
          <a:xfrm>
            <a:off x="977900" y="1397000"/>
            <a:ext cx="1955800" cy="19558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59" name="AutoShape 59"/>
          <p:cNvSpPr/>
          <p:nvPr>
            <p:custDataLst>
              <p:tags r:id="rId2"/>
            </p:custDataLst>
          </p:nvPr>
        </p:nvSpPr>
        <p:spPr>
          <a:xfrm>
            <a:off x="3746500" y="1397000"/>
            <a:ext cx="1955800" cy="19558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0" name="AutoShape 60"/>
          <p:cNvSpPr/>
          <p:nvPr>
            <p:custDataLst>
              <p:tags r:id="rId3"/>
            </p:custDataLst>
          </p:nvPr>
        </p:nvSpPr>
        <p:spPr>
          <a:xfrm>
            <a:off x="6489700" y="1397000"/>
            <a:ext cx="1955800" cy="19558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1" name="AutoShape 61"/>
          <p:cNvSpPr/>
          <p:nvPr>
            <p:custDataLst>
              <p:tags r:id="rId4"/>
            </p:custDataLst>
          </p:nvPr>
        </p:nvSpPr>
        <p:spPr>
          <a:xfrm>
            <a:off x="9258300" y="1397000"/>
            <a:ext cx="1955800" cy="1955800"/>
          </a:xfrm>
          <a:prstGeom prst="roundRect">
            <a:avLst>
              <a:gd name="adj" fmla="val 0"/>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p>
        </p:txBody>
      </p:sp>
      <p:sp>
        <p:nvSpPr>
          <p:cNvPr id="62" name="AutoShape 62"/>
          <p:cNvSpPr/>
          <p:nvPr>
            <p:custDataLst>
              <p:tags r:id="rId5"/>
            </p:custDataLst>
          </p:nvPr>
        </p:nvSpPr>
        <p:spPr>
          <a:xfrm>
            <a:off x="876300" y="3429000"/>
            <a:ext cx="2057400" cy="4064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0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总仓位控制</a:t>
            </a:r>
            <a:endParaRPr lang="en-US" sz="1100"/>
          </a:p>
        </p:txBody>
      </p:sp>
      <p:sp>
        <p:nvSpPr>
          <p:cNvPr id="63" name="AutoShape 63"/>
          <p:cNvSpPr/>
          <p:nvPr>
            <p:custDataLst>
              <p:tags r:id="rId6"/>
            </p:custDataLst>
          </p:nvPr>
        </p:nvSpPr>
        <p:spPr>
          <a:xfrm>
            <a:off x="660400" y="4533900"/>
            <a:ext cx="2603500" cy="1016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17000"/>
              </a:lnSpc>
              <a:defRPr/>
            </a:pP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本次策略总资金投入不超过投资组合的</a:t>
            </a:r>
            <a:r>
              <a:rPr lang="en-US" sz="13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30%</a:t>
            </a: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，当前系统目标仓位为</a:t>
            </a:r>
            <a:endParaRPr lang="en-US" sz="1100"/>
          </a:p>
        </p:txBody>
      </p:sp>
      <p:sp>
        <p:nvSpPr>
          <p:cNvPr id="64" name="AutoShape 64"/>
          <p:cNvSpPr/>
          <p:nvPr>
            <p:custDataLst>
              <p:tags r:id="rId7"/>
            </p:custDataLst>
          </p:nvPr>
        </p:nvSpPr>
        <p:spPr>
          <a:xfrm>
            <a:off x="3746500" y="3429000"/>
            <a:ext cx="1955800" cy="4064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0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18.09%</a:t>
            </a:r>
            <a:endParaRPr lang="en-US" sz="1100"/>
          </a:p>
        </p:txBody>
      </p:sp>
      <p:sp>
        <p:nvSpPr>
          <p:cNvPr id="65" name="AutoShape 65"/>
          <p:cNvSpPr/>
          <p:nvPr>
            <p:custDataLst>
              <p:tags r:id="rId8"/>
            </p:custDataLst>
          </p:nvPr>
        </p:nvSpPr>
        <p:spPr>
          <a:xfrm>
            <a:off x="6320790" y="3429000"/>
            <a:ext cx="2137410" cy="4064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0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保留现金应对临近开幕期波动</a:t>
            </a:r>
            <a:endParaRPr lang="en-US" sz="1100"/>
          </a:p>
        </p:txBody>
      </p:sp>
      <p:sp>
        <p:nvSpPr>
          <p:cNvPr id="66" name="AutoShape 66"/>
          <p:cNvSpPr/>
          <p:nvPr>
            <p:custDataLst>
              <p:tags r:id="rId9"/>
            </p:custDataLst>
          </p:nvPr>
        </p:nvSpPr>
        <p:spPr>
          <a:xfrm>
            <a:off x="9283700" y="3429000"/>
            <a:ext cx="1930400" cy="4064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0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建仓周期规划</a:t>
            </a:r>
            <a:endParaRPr lang="en-US" sz="1100"/>
          </a:p>
        </p:txBody>
      </p:sp>
      <p:sp>
        <p:nvSpPr>
          <p:cNvPr id="67" name="AutoShape 67"/>
          <p:cNvSpPr/>
          <p:nvPr>
            <p:custDataLst>
              <p:tags r:id="rId10"/>
            </p:custDataLst>
          </p:nvPr>
        </p:nvSpPr>
        <p:spPr>
          <a:xfrm>
            <a:off x="1028700" y="3937000"/>
            <a:ext cx="1854200" cy="342900"/>
          </a:xfrm>
          <a:prstGeom prst="roundRect">
            <a:avLst>
              <a:gd name="adj" fmla="val 0"/>
            </a:avLst>
          </a:prstGeom>
          <a:no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订单生成方式</a:t>
            </a:r>
            <a:endParaRPr lang="en-US" sz="1100"/>
          </a:p>
        </p:txBody>
      </p:sp>
      <p:sp>
        <p:nvSpPr>
          <p:cNvPr id="68" name="AutoShape 68"/>
          <p:cNvSpPr/>
          <p:nvPr>
            <p:custDataLst>
              <p:tags r:id="rId11"/>
            </p:custDataLst>
          </p:nvPr>
        </p:nvSpPr>
        <p:spPr>
          <a:xfrm>
            <a:off x="3517900" y="3937000"/>
            <a:ext cx="2438400" cy="342900"/>
          </a:xfrm>
          <a:prstGeom prst="roundRect">
            <a:avLst>
              <a:gd name="adj" fmla="val 0"/>
            </a:avLst>
          </a:prstGeom>
          <a:no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组合配置方式</a:t>
            </a:r>
            <a:endParaRPr lang="en-US" sz="1100"/>
          </a:p>
        </p:txBody>
      </p:sp>
      <p:sp>
        <p:nvSpPr>
          <p:cNvPr id="69" name="AutoShape 69"/>
          <p:cNvSpPr/>
          <p:nvPr>
            <p:custDataLst>
              <p:tags r:id="rId12"/>
            </p:custDataLst>
          </p:nvPr>
        </p:nvSpPr>
        <p:spPr>
          <a:xfrm>
            <a:off x="6248400" y="3937000"/>
            <a:ext cx="2438400" cy="342900"/>
          </a:xfrm>
          <a:prstGeom prst="roundRect">
            <a:avLst>
              <a:gd name="adj" fmla="val 0"/>
            </a:avLst>
          </a:prstGeom>
          <a:no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上限30% | 严控追高</a:t>
            </a:r>
            <a:endParaRPr lang="en-US" sz="1100"/>
          </a:p>
        </p:txBody>
      </p:sp>
      <p:sp>
        <p:nvSpPr>
          <p:cNvPr id="70" name="AutoShape 70"/>
          <p:cNvSpPr/>
          <p:nvPr>
            <p:custDataLst>
              <p:tags r:id="rId13"/>
            </p:custDataLst>
          </p:nvPr>
        </p:nvSpPr>
        <p:spPr>
          <a:xfrm>
            <a:off x="9017000" y="3937000"/>
            <a:ext cx="2438400" cy="342900"/>
          </a:xfrm>
          <a:prstGeom prst="roundRect">
            <a:avLst>
              <a:gd name="adj" fmla="val 0"/>
            </a:avLst>
          </a:prstGeom>
          <a:noFill/>
          <a:ln w="25400" cap="flat" cmpd="sng">
            <a:noFill/>
            <a:prstDash val="solid"/>
            <a:round/>
          </a:ln>
        </p:spPr>
        <p:txBody>
          <a:bodyPr vert="horz" wrap="none" lIns="88900" tIns="50800" rIns="88900" bIns="50800" rtlCol="0" anchor="ctr" anchorCtr="0"/>
          <a:lstStyle/>
          <a:p>
            <a:pPr marL="0" indent="0" algn="ctr">
              <a:lnSpc>
                <a:spcPct val="100000"/>
              </a:lnSpc>
              <a:defRPr/>
            </a:pP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2026-05-26收盘生成</a:t>
            </a:r>
            <a:endParaRPr lang="en-US" sz="1100"/>
          </a:p>
        </p:txBody>
      </p:sp>
      <p:cxnSp>
        <p:nvCxnSpPr>
          <p:cNvPr id="71" name="Connector 71"/>
          <p:cNvCxnSpPr/>
          <p:nvPr>
            <p:custDataLst>
              <p:tags r:id="rId14"/>
            </p:custDataLst>
          </p:nvPr>
        </p:nvCxnSpPr>
        <p:spPr>
          <a:xfrm rot="5381316">
            <a:off x="933441" y="3727459"/>
            <a:ext cx="4673617" cy="12700"/>
          </a:xfrm>
          <a:prstGeom prst="line">
            <a:avLst/>
          </a:prstGeom>
          <a:solidFill>
            <a:srgbClr val="DEE0E3">
              <a:alpha val="100000"/>
            </a:srgbClr>
          </a:solidFill>
          <a:ln w="12700" cap="flat" cmpd="sng">
            <a:solidFill>
              <a:srgbClr val="9A0001">
                <a:alpha val="100000"/>
              </a:srgbClr>
            </a:solidFill>
            <a:prstDash val="lgDash"/>
            <a:miter lim="10000000"/>
            <a:headEnd type="none" w="med" len="med"/>
            <a:tailEnd type="none" w="med" len="med"/>
          </a:ln>
        </p:spPr>
      </p:cxnSp>
      <p:cxnSp>
        <p:nvCxnSpPr>
          <p:cNvPr id="72" name="Connector 72"/>
          <p:cNvCxnSpPr/>
          <p:nvPr>
            <p:custDataLst>
              <p:tags r:id="rId15"/>
            </p:custDataLst>
          </p:nvPr>
        </p:nvCxnSpPr>
        <p:spPr>
          <a:xfrm rot="5381316">
            <a:off x="3765541" y="3727459"/>
            <a:ext cx="4673617" cy="12700"/>
          </a:xfrm>
          <a:prstGeom prst="line">
            <a:avLst/>
          </a:prstGeom>
          <a:solidFill>
            <a:srgbClr val="DEE0E3">
              <a:alpha val="100000"/>
            </a:srgbClr>
          </a:solidFill>
          <a:ln w="12700" cap="flat" cmpd="sng">
            <a:solidFill>
              <a:srgbClr val="9A0001">
                <a:alpha val="100000"/>
              </a:srgbClr>
            </a:solidFill>
            <a:prstDash val="lgDash"/>
            <a:miter lim="10000000"/>
            <a:headEnd type="none" w="med" len="med"/>
            <a:tailEnd type="none" w="med" len="med"/>
          </a:ln>
        </p:spPr>
      </p:cxnSp>
      <p:cxnSp>
        <p:nvCxnSpPr>
          <p:cNvPr id="73" name="Connector 73"/>
          <p:cNvCxnSpPr/>
          <p:nvPr>
            <p:custDataLst>
              <p:tags r:id="rId16"/>
            </p:custDataLst>
          </p:nvPr>
        </p:nvCxnSpPr>
        <p:spPr>
          <a:xfrm rot="5381316">
            <a:off x="6521441" y="3727459"/>
            <a:ext cx="4673617" cy="12700"/>
          </a:xfrm>
          <a:prstGeom prst="line">
            <a:avLst/>
          </a:prstGeom>
          <a:solidFill>
            <a:srgbClr val="DEE0E3">
              <a:alpha val="100000"/>
            </a:srgbClr>
          </a:solidFill>
          <a:ln w="12700" cap="flat" cmpd="sng">
            <a:solidFill>
              <a:srgbClr val="9A0001">
                <a:alpha val="100000"/>
              </a:srgbClr>
            </a:solidFill>
            <a:prstDash val="lgDash"/>
            <a:miter lim="10000000"/>
            <a:headEnd type="none" w="med" len="med"/>
            <a:tailEnd type="none" w="med" len="med"/>
          </a:ln>
        </p:spPr>
      </p:cxnSp>
      <p:sp>
        <p:nvSpPr>
          <p:cNvPr id="74" name="AutoShape 74"/>
          <p:cNvSpPr/>
          <p:nvPr>
            <p:custDataLst>
              <p:tags r:id="rId17"/>
            </p:custDataLst>
          </p:nvPr>
        </p:nvSpPr>
        <p:spPr>
          <a:xfrm>
            <a:off x="3378200" y="4533900"/>
            <a:ext cx="2603500" cy="1016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17000"/>
              </a:lnSpc>
              <a:defRPr/>
            </a:pP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2026-05-27模拟执行</a:t>
            </a:r>
            <a:endParaRPr lang="en-US" sz="1100"/>
          </a:p>
        </p:txBody>
      </p:sp>
      <p:sp>
        <p:nvSpPr>
          <p:cNvPr id="75" name="AutoShape 75"/>
          <p:cNvSpPr/>
          <p:nvPr>
            <p:custDataLst>
              <p:tags r:id="rId18"/>
            </p:custDataLst>
          </p:nvPr>
        </p:nvSpPr>
        <p:spPr>
          <a:xfrm>
            <a:off x="6172200" y="4533900"/>
            <a:ext cx="2603500" cy="1016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17000"/>
              </a:lnSpc>
              <a:defRPr/>
            </a:pP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按模型权重与100股整数手取整</a:t>
            </a:r>
            <a:endParaRPr lang="en-US" sz="1100"/>
          </a:p>
        </p:txBody>
      </p:sp>
      <p:sp>
        <p:nvSpPr>
          <p:cNvPr id="76" name="AutoShape 76"/>
          <p:cNvSpPr/>
          <p:nvPr>
            <p:custDataLst>
              <p:tags r:id="rId19"/>
            </p:custDataLst>
          </p:nvPr>
        </p:nvSpPr>
        <p:spPr>
          <a:xfrm>
            <a:off x="8966200" y="4533900"/>
            <a:ext cx="2603500" cy="1016000"/>
          </a:xfrm>
          <a:prstGeom prst="roundRect">
            <a:avLst>
              <a:gd name="adj" fmla="val 0"/>
            </a:avLst>
          </a:prstGeom>
          <a:noFill/>
          <a:ln w="25400" cap="flat" cmpd="sng">
            <a:noFill/>
            <a:prstDash val="solid"/>
            <a:round/>
          </a:ln>
        </p:spPr>
        <p:txBody>
          <a:bodyPr vert="horz" wrap="square" lIns="88900" tIns="50800" rIns="88900" bIns="50800" rtlCol="0" anchor="t" anchorCtr="0"/>
          <a:lstStyle/>
          <a:p>
            <a:pPr marL="0" indent="0" algn="ctr">
              <a:lnSpc>
                <a:spcPct val="117000"/>
              </a:lnSpc>
              <a:defRPr/>
            </a:pPr>
            <a:r>
              <a:rPr lang="en-US" sz="1300" b="0" i="0" u="none" strike="noStrike">
                <a:solidFill>
                  <a:srgbClr val="595959"/>
                </a:solidFill>
                <a:latin typeface="微软雅黑" panose="020B0503020204020204" charset="-122"/>
                <a:ea typeface="微软雅黑" panose="020B0503020204020204" charset="-122"/>
                <a:cs typeface="微软雅黑" panose="020B0503020204020204" charset="-122"/>
                <a:sym typeface="微软雅黑" panose="020B0503020204020204" charset="-122"/>
              </a:rPr>
              <a:t>当前已接近2026-06-11世界杯开幕日，系统不再采用六个月慢速建仓，而是定位为赛前最后预热窗口的审慎模拟交易。</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cxnSp>
        <p:nvCxnSpPr>
          <p:cNvPr id="53" name="Connector 53"/>
          <p:cNvCxnSpPr/>
          <p:nvPr/>
        </p:nvCxnSpPr>
        <p:spPr>
          <a:xfrm>
            <a:off x="533400" y="863600"/>
            <a:ext cx="2425733" cy="12700"/>
          </a:xfrm>
          <a:prstGeom prst="line">
            <a:avLst/>
          </a:prstGeom>
          <a:solidFill>
            <a:srgbClr val="DEE0E3">
              <a:alpha val="100000"/>
            </a:srgbClr>
          </a:solidFill>
          <a:ln w="12700" cap="flat" cmpd="sng">
            <a:solidFill>
              <a:srgbClr val="A6A6A6">
                <a:alpha val="100000"/>
              </a:srgbClr>
            </a:solidFill>
            <a:prstDash val="solid"/>
            <a:miter lim="10000000"/>
            <a:headEnd type="none" w="med" len="med"/>
            <a:tailEnd type="none" w="med" len="med"/>
          </a:ln>
        </p:spPr>
      </p:cxnSp>
      <p:cxnSp>
        <p:nvCxnSpPr>
          <p:cNvPr id="54" name="Connector 54"/>
          <p:cNvCxnSpPr/>
          <p:nvPr/>
        </p:nvCxnSpPr>
        <p:spPr>
          <a:xfrm rot="17">
            <a:off x="533400" y="863601"/>
            <a:ext cx="584338" cy="12700"/>
          </a:xfrm>
          <a:prstGeom prst="line">
            <a:avLst/>
          </a:prstGeom>
          <a:solidFill>
            <a:srgbClr val="DEE0E3">
              <a:alpha val="100000"/>
            </a:srgbClr>
          </a:solidFill>
          <a:ln w="38100" cap="flat" cmpd="sng">
            <a:solidFill>
              <a:srgbClr val="9A0001">
                <a:alpha val="100000"/>
              </a:srgbClr>
            </a:solidFill>
            <a:prstDash val="solid"/>
            <a:miter lim="10000000"/>
            <a:headEnd type="none" w="med" len="med"/>
            <a:tailEnd type="none" w="med" len="med"/>
          </a:ln>
        </p:spPr>
      </p:cxnSp>
      <p:sp>
        <p:nvSpPr>
          <p:cNvPr id="55" name="AutoShape 55"/>
          <p:cNvSpPr/>
          <p:nvPr/>
        </p:nvSpPr>
        <p:spPr>
          <a:xfrm>
            <a:off x="444500" y="241300"/>
            <a:ext cx="9055100" cy="6223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92000"/>
              </a:lnSpc>
              <a:defRPr/>
            </a:pPr>
            <a:r>
              <a:rPr lang="en-US" sz="2400" b="1" i="0" u="none" strike="noStrike">
                <a:solidFill>
                  <a:srgbClr val="9A0001"/>
                </a:solidFill>
                <a:latin typeface="Arial" panose="020B0604020202090204"/>
                <a:ea typeface="Arial" panose="020B0604020202090204"/>
                <a:cs typeface="Arial" panose="020B0604020202090204"/>
                <a:sym typeface="Arial" panose="020B0604020202090204"/>
              </a:rPr>
              <a:t>04</a:t>
            </a:r>
            <a:r>
              <a:rPr lang="en-US" sz="2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模拟交易配置：止盈止损与复盘规则</a:t>
            </a:r>
            <a:endParaRPr lang="en-US" sz="1100"/>
          </a:p>
        </p:txBody>
      </p:sp>
      <p:sp>
        <p:nvSpPr>
          <p:cNvPr id="56" name="AutoShape 56"/>
          <p:cNvSpPr/>
          <p:nvPr/>
        </p:nvSpPr>
        <p:spPr>
          <a:xfrm>
            <a:off x="977900" y="1397000"/>
            <a:ext cx="1955800" cy="1270000"/>
          </a:xfrm>
          <a:prstGeom prst="roundRect">
            <a:avLst>
              <a:gd name="adj" fmla="val 12000"/>
            </a:avLst>
          </a:prstGeom>
          <a:solidFill>
            <a:srgbClr val="FEF2F2">
              <a:alpha val="100000"/>
            </a:srgbClr>
          </a:solidFill>
          <a:ln w="12700" cap="flat" cmpd="sng">
            <a:solidFill>
              <a:srgbClr val="9A0001">
                <a:alpha val="30000"/>
              </a:srgbClr>
            </a:solidFill>
            <a:prstDash val="solid"/>
            <a:round/>
          </a:ln>
        </p:spPr>
        <p:txBody>
          <a:bodyPr vert="horz" wrap="square" lIns="63500" tIns="63500" rIns="63500" bIns="63500" rtlCol="0" anchor="ctr"/>
          <a:lstStyle/>
          <a:p>
            <a:pPr algn="ctr">
              <a:defRPr/>
            </a:pPr>
          </a:p>
        </p:txBody>
      </p:sp>
      <p:sp>
        <p:nvSpPr>
          <p:cNvPr id="57" name="AutoShape 57"/>
          <p:cNvSpPr/>
          <p:nvPr/>
        </p:nvSpPr>
        <p:spPr>
          <a:xfrm>
            <a:off x="876300" y="2921000"/>
            <a:ext cx="2057400" cy="4064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第一止盈点</a:t>
            </a:r>
            <a:endParaRPr lang="en-US" sz="1100"/>
          </a:p>
        </p:txBody>
      </p:sp>
      <p:sp>
        <p:nvSpPr>
          <p:cNvPr id="58" name="AutoShape 58"/>
          <p:cNvSpPr/>
          <p:nvPr/>
        </p:nvSpPr>
        <p:spPr>
          <a:xfrm>
            <a:off x="812800" y="3556000"/>
            <a:ext cx="2286000" cy="3429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400" b="1" i="0" u="none" strike="noStrike">
                <a:solidFill>
                  <a:srgbClr val="525252"/>
                </a:solidFill>
                <a:latin typeface="微软雅黑" panose="020B0503020204020204" charset="-122"/>
                <a:ea typeface="微软雅黑" panose="020B0503020204020204" charset="-122"/>
                <a:cs typeface="微软雅黑" panose="020B0503020204020204" charset="-122"/>
                <a:sym typeface="微软雅黑" panose="020B0503020204020204" charset="-122"/>
              </a:rPr>
              <a:t>事件兑现前 · 锁定收益</a:t>
            </a:r>
            <a:endParaRPr lang="en-US" sz="1100"/>
          </a:p>
        </p:txBody>
      </p:sp>
      <p:sp>
        <p:nvSpPr>
          <p:cNvPr id="59" name="AutoShape 59"/>
          <p:cNvSpPr/>
          <p:nvPr/>
        </p:nvSpPr>
        <p:spPr>
          <a:xfrm>
            <a:off x="749300" y="4445000"/>
            <a:ext cx="2413000" cy="152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若组合收益达到</a:t>
            </a: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15%</a:t>
            </a: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，先卖出</a:t>
            </a:r>
            <a:r>
              <a:rPr lang="en-US" sz="1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50%</a:t>
            </a: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仓位，降低开幕前拥挤交易风险。</a:t>
            </a:r>
            <a:endParaRPr lang="en-US" sz="1100"/>
          </a:p>
        </p:txBody>
      </p:sp>
      <p:sp>
        <p:nvSpPr>
          <p:cNvPr id="60" name="AutoShape 60"/>
          <p:cNvSpPr/>
          <p:nvPr/>
        </p:nvSpPr>
        <p:spPr>
          <a:xfrm>
            <a:off x="3746500" y="1397000"/>
            <a:ext cx="1955800" cy="1270000"/>
          </a:xfrm>
          <a:prstGeom prst="roundRect">
            <a:avLst>
              <a:gd name="adj" fmla="val 12000"/>
            </a:avLst>
          </a:prstGeom>
          <a:solidFill>
            <a:srgbClr val="EFF6FF">
              <a:alpha val="100000"/>
            </a:srgbClr>
          </a:solidFill>
          <a:ln w="12700" cap="flat" cmpd="sng">
            <a:solidFill>
              <a:srgbClr val="3B82F6">
                <a:alpha val="30000"/>
              </a:srgbClr>
            </a:solidFill>
            <a:prstDash val="solid"/>
            <a:round/>
          </a:ln>
        </p:spPr>
        <p:txBody>
          <a:bodyPr vert="horz" wrap="square" lIns="63500" tIns="63500" rIns="63500" bIns="63500" rtlCol="0" anchor="ctr"/>
          <a:lstStyle/>
          <a:p>
            <a:pPr algn="ctr">
              <a:defRPr/>
            </a:pPr>
          </a:p>
        </p:txBody>
      </p:sp>
      <p:sp>
        <p:nvSpPr>
          <p:cNvPr id="61" name="AutoShape 61"/>
          <p:cNvSpPr/>
          <p:nvPr/>
        </p:nvSpPr>
        <p:spPr>
          <a:xfrm>
            <a:off x="3619500" y="2921000"/>
            <a:ext cx="2057400" cy="4064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solidFill>
                  <a:srgbClr val="2563EB"/>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第二止盈点</a:t>
            </a:r>
            <a:endParaRPr lang="en-US" sz="1100"/>
          </a:p>
        </p:txBody>
      </p:sp>
      <p:sp>
        <p:nvSpPr>
          <p:cNvPr id="62" name="AutoShape 62"/>
          <p:cNvSpPr/>
          <p:nvPr/>
        </p:nvSpPr>
        <p:spPr>
          <a:xfrm>
            <a:off x="3543300" y="3556000"/>
            <a:ext cx="2286000" cy="3429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400" b="1" i="0" u="none" strike="noStrike">
                <a:solidFill>
                  <a:srgbClr val="525252"/>
                </a:solidFill>
                <a:latin typeface="微软雅黑" panose="020B0503020204020204" charset="-122"/>
                <a:ea typeface="微软雅黑" panose="020B0503020204020204" charset="-122"/>
                <a:cs typeface="微软雅黑" panose="020B0503020204020204" charset="-122"/>
                <a:sym typeface="微软雅黑" panose="020B0503020204020204" charset="-122"/>
              </a:rPr>
              <a:t>赛前退出 · 不赌兑现</a:t>
            </a:r>
            <a:endParaRPr lang="en-US" sz="1100"/>
          </a:p>
        </p:txBody>
      </p:sp>
      <p:sp>
        <p:nvSpPr>
          <p:cNvPr id="63" name="AutoShape 63"/>
          <p:cNvSpPr/>
          <p:nvPr/>
        </p:nvSpPr>
        <p:spPr>
          <a:xfrm>
            <a:off x="3505200" y="4445000"/>
            <a:ext cx="2413000" cy="152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世界杯开幕前</a:t>
            </a:r>
            <a:r>
              <a:rPr lang="en-US" sz="1400" b="1" i="0" u="none" strike="noStrike">
                <a:solidFill>
                  <a:srgbClr val="2563EB"/>
                </a:solidFill>
                <a:latin typeface="微软雅黑" panose="020B0503020204020204" charset="-122"/>
                <a:ea typeface="微软雅黑" panose="020B0503020204020204" charset="-122"/>
                <a:cs typeface="微软雅黑" panose="020B0503020204020204" charset="-122"/>
                <a:sym typeface="微软雅黑" panose="020B0503020204020204" charset="-122"/>
              </a:rPr>
              <a:t>1-3个交易日</a:t>
            </a: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卖出剩余仓位的</a:t>
            </a:r>
            <a:endParaRPr lang="en-US" sz="1100"/>
          </a:p>
        </p:txBody>
      </p:sp>
      <p:sp>
        <p:nvSpPr>
          <p:cNvPr id="64" name="AutoShape 64"/>
          <p:cNvSpPr/>
          <p:nvPr/>
        </p:nvSpPr>
        <p:spPr>
          <a:xfrm>
            <a:off x="6489700" y="1397000"/>
            <a:ext cx="1955800" cy="1270000"/>
          </a:xfrm>
          <a:prstGeom prst="roundRect">
            <a:avLst>
              <a:gd name="adj" fmla="val 12000"/>
            </a:avLst>
          </a:prstGeom>
          <a:solidFill>
            <a:srgbClr val="F0FDF4">
              <a:alpha val="100000"/>
            </a:srgbClr>
          </a:solidFill>
          <a:ln w="12700" cap="flat" cmpd="sng">
            <a:solidFill>
              <a:srgbClr val="16A34A">
                <a:alpha val="30000"/>
              </a:srgbClr>
            </a:solidFill>
            <a:prstDash val="solid"/>
            <a:round/>
          </a:ln>
        </p:spPr>
        <p:txBody>
          <a:bodyPr vert="horz" wrap="square" lIns="63500" tIns="63500" rIns="63500" bIns="63500" rtlCol="0" anchor="ctr"/>
          <a:lstStyle/>
          <a:p>
            <a:pPr algn="ctr">
              <a:defRPr/>
            </a:pPr>
          </a:p>
        </p:txBody>
      </p:sp>
      <p:sp>
        <p:nvSpPr>
          <p:cNvPr id="65" name="AutoShape 65"/>
          <p:cNvSpPr/>
          <p:nvPr/>
        </p:nvSpPr>
        <p:spPr>
          <a:xfrm>
            <a:off x="6362700" y="2921000"/>
            <a:ext cx="2057400" cy="4064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solidFill>
                  <a:srgbClr val="15803D"/>
                </a:solidFill>
                <a:latin typeface="微软雅黑" panose="020B0503020204020204" charset="-122"/>
                <a:ea typeface="微软雅黑" panose="020B0503020204020204" charset="-122"/>
                <a:cs typeface="微软雅黑" panose="020B0503020204020204" charset="-122"/>
                <a:sym typeface="微软雅黑" panose="020B0503020204020204" charset="-122"/>
              </a:rPr>
              <a:t>50%</a:t>
            </a:r>
            <a:endParaRPr lang="en-US" sz="1100"/>
          </a:p>
        </p:txBody>
      </p:sp>
      <p:sp>
        <p:nvSpPr>
          <p:cNvPr id="66" name="AutoShape 66"/>
          <p:cNvSpPr/>
          <p:nvPr/>
        </p:nvSpPr>
        <p:spPr>
          <a:xfrm>
            <a:off x="6286500" y="3556000"/>
            <a:ext cx="2286000" cy="3429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400" b="1" i="0" u="none" strike="noStrike">
                <a:solidFill>
                  <a:srgbClr val="525252"/>
                </a:solidFill>
                <a:latin typeface="微软雅黑" panose="020B0503020204020204" charset="-122"/>
                <a:ea typeface="微软雅黑" panose="020B0503020204020204" charset="-122"/>
                <a:cs typeface="微软雅黑" panose="020B0503020204020204" charset="-122"/>
                <a:sym typeface="微软雅黑" panose="020B0503020204020204" charset="-122"/>
              </a:rPr>
              <a:t>，避免利好兑现后的主题退潮。</a:t>
            </a:r>
            <a:endParaRPr lang="en-US" sz="1100"/>
          </a:p>
        </p:txBody>
      </p:sp>
      <p:sp>
        <p:nvSpPr>
          <p:cNvPr id="67" name="AutoShape 67"/>
          <p:cNvSpPr/>
          <p:nvPr/>
        </p:nvSpPr>
        <p:spPr>
          <a:xfrm>
            <a:off x="6248400" y="4445000"/>
            <a:ext cx="2413000" cy="152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最终复盘点</a:t>
            </a:r>
            <a:endParaRPr lang="en-US" sz="1100"/>
          </a:p>
        </p:txBody>
      </p:sp>
      <p:sp>
        <p:nvSpPr>
          <p:cNvPr id="68" name="AutoShape 68"/>
          <p:cNvSpPr/>
          <p:nvPr/>
        </p:nvSpPr>
        <p:spPr>
          <a:xfrm>
            <a:off x="9258300" y="1397000"/>
            <a:ext cx="1955800" cy="1270000"/>
          </a:xfrm>
          <a:prstGeom prst="roundRect">
            <a:avLst>
              <a:gd name="adj" fmla="val 12000"/>
            </a:avLst>
          </a:prstGeom>
          <a:solidFill>
            <a:srgbClr val="FFF7ED">
              <a:alpha val="100000"/>
            </a:srgbClr>
          </a:solidFill>
          <a:ln w="12700" cap="flat" cmpd="sng">
            <a:solidFill>
              <a:srgbClr val="EA580C">
                <a:alpha val="30000"/>
              </a:srgbClr>
            </a:solidFill>
            <a:prstDash val="solid"/>
            <a:round/>
          </a:ln>
        </p:spPr>
        <p:txBody>
          <a:bodyPr vert="horz" wrap="square" lIns="63500" tIns="63500" rIns="63500" bIns="63500" rtlCol="0" anchor="ctr"/>
          <a:lstStyle/>
          <a:p>
            <a:pPr algn="ctr">
              <a:defRPr/>
            </a:pPr>
          </a:p>
        </p:txBody>
      </p:sp>
      <p:sp>
        <p:nvSpPr>
          <p:cNvPr id="69" name="AutoShape 69"/>
          <p:cNvSpPr/>
          <p:nvPr/>
        </p:nvSpPr>
        <p:spPr>
          <a:xfrm>
            <a:off x="9131300" y="2921000"/>
            <a:ext cx="2057400" cy="4064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800" b="1" i="0" u="none" strike="noStrike">
                <a:solidFill>
                  <a:srgbClr val="EA580C"/>
                </a:solidFill>
                <a:latin typeface="微软雅黑" panose="020B0503020204020204" charset="-122"/>
                <a:ea typeface="微软雅黑" panose="020B0503020204020204" charset="-122"/>
                <a:cs typeface="微软雅黑" panose="020B0503020204020204" charset="-122"/>
                <a:sym typeface="微软雅黑" panose="020B0503020204020204" charset="-122"/>
              </a:rPr>
              <a:t>开幕后 · 归因分析</a:t>
            </a:r>
            <a:endParaRPr lang="en-US" sz="1100"/>
          </a:p>
        </p:txBody>
      </p:sp>
      <p:sp>
        <p:nvSpPr>
          <p:cNvPr id="70" name="AutoShape 70"/>
          <p:cNvSpPr/>
          <p:nvPr/>
        </p:nvSpPr>
        <p:spPr>
          <a:xfrm>
            <a:off x="9055100" y="3556000"/>
            <a:ext cx="2286000" cy="342900"/>
          </a:xfrm>
          <a:prstGeom prst="rect">
            <a:avLst/>
          </a:prstGeom>
          <a:noFill/>
          <a:ln w="12700" cap="flat" cmpd="sng">
            <a:noFill/>
            <a:prstDash val="solid"/>
            <a:round/>
          </a:ln>
        </p:spPr>
        <p:txBody>
          <a:bodyPr vert="horz" wrap="square" lIns="88900" tIns="50800" rIns="88900" bIns="50800" rtlCol="0" anchor="t" anchorCtr="0"/>
          <a:lstStyle/>
          <a:p>
            <a:pPr marL="0" indent="0" algn="ctr">
              <a:lnSpc>
                <a:spcPct val="100000"/>
              </a:lnSpc>
              <a:defRPr/>
            </a:pPr>
            <a:r>
              <a:rPr lang="en-US" sz="1400" b="1" i="0" u="none" strike="noStrike">
                <a:solidFill>
                  <a:srgbClr val="525252"/>
                </a:solidFill>
                <a:latin typeface="微软雅黑" panose="020B0503020204020204" charset="-122"/>
                <a:ea typeface="微软雅黑" panose="020B0503020204020204" charset="-122"/>
                <a:cs typeface="微软雅黑" panose="020B0503020204020204" charset="-122"/>
                <a:sym typeface="微软雅黑" panose="020B0503020204020204" charset="-122"/>
              </a:rPr>
              <a:t>开幕日不新增仓位，只记录模拟盘表现。</a:t>
            </a:r>
            <a:endParaRPr lang="en-US" sz="1100"/>
          </a:p>
        </p:txBody>
      </p:sp>
      <p:sp>
        <p:nvSpPr>
          <p:cNvPr id="71" name="AutoShape 71"/>
          <p:cNvSpPr/>
          <p:nvPr/>
        </p:nvSpPr>
        <p:spPr>
          <a:xfrm>
            <a:off x="9017000" y="4445000"/>
            <a:ext cx="2413000" cy="1524000"/>
          </a:xfrm>
          <a:prstGeom prst="rect">
            <a:avLst/>
          </a:prstGeom>
          <a:noFill/>
          <a:ln w="12700" cap="flat" cmpd="sng">
            <a:noFill/>
            <a:prstDash val="solid"/>
            <a:round/>
          </a:ln>
        </p:spPr>
        <p:txBody>
          <a:bodyPr vert="horz" wrap="square" lIns="88900" tIns="50800" rIns="88900" bIns="50800" rtlCol="0" anchor="t" anchorCtr="0"/>
          <a:lstStyle/>
          <a:p>
            <a:pPr marL="0" indent="0" algn="l">
              <a:lnSpc>
                <a:spcPct val="117000"/>
              </a:lnSpc>
              <a:defRPr/>
            </a:pPr>
            <a:r>
              <a:rPr lang="en-US" sz="1300" b="1" i="0" u="none" strike="noStrike">
                <a:solidFill>
                  <a:srgbClr val="EA580C"/>
                </a:solidFill>
                <a:latin typeface="微软雅黑" panose="020B0503020204020204" charset="-122"/>
                <a:ea typeface="微软雅黑" panose="020B0503020204020204" charset="-122"/>
                <a:cs typeface="微软雅黑" panose="020B0503020204020204" charset="-122"/>
                <a:sym typeface="微软雅黑" panose="020B0503020204020204" charset="-122"/>
              </a:rPr>
              <a:t>双重止损防线</a:t>
            </a: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风险控制 · 底线思维</a:t>
            </a:r>
            <a:br>
              <a:rPr lang="en-US" sz="1300" b="0" i="0" u="none" strike="noStrike">
                <a:solidFill>
                  <a:srgbClr val="1F2329"/>
                </a:solidFill>
                <a:latin typeface="微软雅黑" panose="020B0503020204020204" charset="-122"/>
                <a:ea typeface="微软雅黑" panose="020B0503020204020204" charset="-122"/>
                <a:cs typeface="微软雅黑" panose="020B0503020204020204" charset="-122"/>
                <a:sym typeface="微软雅黑" panose="020B0503020204020204" charset="-122"/>
              </a:rPr>
            </a:br>
            <a:r>
              <a:rPr lang="en-US" sz="1300" b="1" i="0" u="none" strike="noStrike">
                <a:solidFill>
                  <a:srgbClr val="EA580C"/>
                </a:solidFill>
                <a:latin typeface="微软雅黑" panose="020B0503020204020204" charset="-122"/>
                <a:ea typeface="微软雅黑" panose="020B0503020204020204" charset="-122"/>
                <a:cs typeface="微软雅黑" panose="020B0503020204020204" charset="-122"/>
                <a:sym typeface="微软雅黑" panose="020B0503020204020204" charset="-122"/>
              </a:rPr>
              <a:t>个股止损：</a:t>
            </a:r>
            <a:r>
              <a:rPr lang="en-US" sz="1300" b="0" i="0" u="none" strike="noStrike">
                <a:solidFill>
                  <a:srgbClr val="374151"/>
                </a:solidFill>
                <a:latin typeface="微软雅黑" panose="020B0503020204020204" charset="-122"/>
                <a:ea typeface="微软雅黑" panose="020B0503020204020204" charset="-122"/>
                <a:cs typeface="微软雅黑" panose="020B0503020204020204" charset="-122"/>
                <a:sym typeface="微软雅黑" panose="020B0503020204020204" charset="-122"/>
              </a:rPr>
              <a:t>固定止损与20日波动率倍数取较宽者，上限12%。</a:t>
            </a:r>
            <a:endParaRPr lang="en-US" sz="1100"/>
          </a:p>
        </p:txBody>
      </p:sp>
      <p:sp>
        <p:nvSpPr>
          <p:cNvPr id="72" name="AutoShape 72"/>
          <p:cNvSpPr/>
          <p:nvPr/>
        </p:nvSpPr>
        <p:spPr>
          <a:xfrm>
            <a:off x="444500" y="6159500"/>
            <a:ext cx="5080000" cy="508000"/>
          </a:xfrm>
          <a:prstGeom prst="rect">
            <a:avLst/>
          </a:prstGeom>
          <a:noFill/>
          <a:ln w="12700" cap="flat" cmpd="sng">
            <a:noFill/>
            <a:prstDash val="solid"/>
            <a:round/>
          </a:ln>
        </p:spPr>
        <p:txBody>
          <a:bodyPr vert="horz" wrap="square" lIns="88900" tIns="50800" rIns="88900" bIns="50800" rtlCol="0" anchor="ctr" anchorCtr="0"/>
          <a:lstStyle/>
          <a:p>
            <a:pPr marL="0" indent="0" algn="l">
              <a:lnSpc>
                <a:spcPct val="100000"/>
              </a:lnSpc>
              <a:defRPr/>
            </a:pPr>
            <a:r>
              <a:rPr lang="en-US" sz="1300" b="0" i="0" u="none" strike="noStrike">
                <a:solidFill>
                  <a:srgbClr val="6B7280"/>
                </a:solidFill>
                <a:latin typeface="微软雅黑" panose="020B0503020204020204" charset="-122"/>
                <a:ea typeface="微软雅黑" panose="020B0503020204020204" charset="-122"/>
                <a:cs typeface="微软雅黑" panose="020B0503020204020204" charset="-122"/>
                <a:sym typeface="微软雅黑" panose="020B0503020204020204" charset="-122"/>
              </a:rPr>
              <a:t>组合止损：</a:t>
            </a:r>
            <a:endParaRPr lang="en-US" sz="1100"/>
          </a:p>
        </p:txBody>
      </p:sp>
      <p:sp>
        <p:nvSpPr>
          <p:cNvPr id="73" name="AutoShape 73"/>
          <p:cNvSpPr/>
          <p:nvPr/>
        </p:nvSpPr>
        <p:spPr>
          <a:xfrm>
            <a:off x="9779000" y="6159500"/>
            <a:ext cx="1905000" cy="508000"/>
          </a:xfrm>
          <a:prstGeom prst="rect">
            <a:avLst/>
          </a:prstGeom>
          <a:noFill/>
          <a:ln w="12700" cap="flat" cmpd="sng">
            <a:noFill/>
            <a:prstDash val="solid"/>
            <a:round/>
          </a:ln>
        </p:spPr>
        <p:txBody>
          <a:bodyPr vert="horz" wrap="square" lIns="88900" tIns="50800" rIns="88900" bIns="50800" rtlCol="0" anchor="ctr" anchorCtr="0"/>
          <a:lstStyle/>
          <a:p>
            <a:pPr marL="0" indent="0" algn="r">
              <a:lnSpc>
                <a:spcPct val="100000"/>
              </a:lnSpc>
              <a:defRPr/>
            </a:pPr>
            <a:r>
              <a:rPr lang="en-US" sz="1400" b="0" i="0" u="none" strike="noStrike">
                <a:solidFill>
                  <a:srgbClr val="9CA3AF"/>
                </a:solidFill>
                <a:latin typeface="Arial" panose="020B0604020202090204"/>
                <a:ea typeface="Arial" panose="020B0604020202090204"/>
                <a:cs typeface="Arial" panose="020B0604020202090204"/>
                <a:sym typeface="Arial" panose="020B0604020202090204"/>
              </a:rPr>
              <a:t>组合回撤达到10%或事件热度明显退潮时整体降仓。</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5" name="AutoShape 5"/>
          <p:cNvSpPr/>
          <p:nvPr/>
        </p:nvSpPr>
        <p:spPr>
          <a:xfrm>
            <a:off x="1511300" y="2921000"/>
            <a:ext cx="444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4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总结与展望</a:t>
            </a:r>
            <a:endParaRPr lang="en-US" sz="1100"/>
          </a:p>
        </p:txBody>
      </p:sp>
      <p:sp>
        <p:nvSpPr>
          <p:cNvPr id="6" name="AutoShape 6"/>
          <p:cNvSpPr/>
          <p:nvPr/>
        </p:nvSpPr>
        <p:spPr>
          <a:xfrm>
            <a:off x="1511300" y="4191000"/>
            <a:ext cx="4953000" cy="2159000"/>
          </a:xfrm>
          <a:prstGeom prst="roundRect">
            <a:avLst>
              <a:gd name="adj" fmla="val 4705"/>
            </a:avLst>
          </a:prstGeom>
          <a:solidFill>
            <a:srgbClr val="FFFFFF">
              <a:alpha val="92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701800" y="4381500"/>
            <a:ext cx="4572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800" b="1" i="0" u="none" strike="noStrike">
                <a:solidFill>
                  <a:srgbClr val="9A000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▍核心洞察总结</a:t>
            </a:r>
            <a:endParaRPr lang="en-US" sz="1100"/>
          </a:p>
          <a:p>
            <a:pPr marL="0" indent="0" algn="l">
              <a:lnSpc>
                <a:spcPct val="117000"/>
              </a:lnSpc>
              <a:spcBef>
                <a:spcPts val="800"/>
              </a:spcBef>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1.</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盈利本质是“预期差”：体育事件价值在于赛前预期扩散。</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2.</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系统化是关键：事件、标的、仓位和风控由规则自动生成。</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3.</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事件适配度决定是否交易：世界杯和欧洲杯适配度更高。</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4.</a:t>
            </a:r>
            <a:r>
              <a:rPr lang="en-US" sz="1300" b="1"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风控是收益前提：动态止损与仓位约束优于机械固定止损。</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▍下一步计划与展望</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持续跟踪2026世界杯模拟盘，记录实际成交、持仓收益、成本、回撤和事件热度变化。</a:t>
            </a: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结项汇报将重点复盘：为何这些标的赚钱或亏钱，因子评分是否解释了收益，持仓配置是否需要调整。</a:t>
            </a: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604000" y="4191000"/>
            <a:ext cx="4953000" cy="2159000"/>
          </a:xfrm>
          <a:prstGeom prst="roundRect">
            <a:avLst>
              <a:gd name="adj" fmla="val 4705"/>
            </a:avLst>
          </a:prstGeom>
          <a:solidFill>
            <a:srgbClr val="FFFFFF">
              <a:alpha val="92000"/>
            </a:srgbClr>
          </a:solidFill>
          <a:ln w="12700" cap="flat" cmpd="sng">
            <a:solidFill>
              <a:srgbClr val="E6E6E6">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794500" y="4381500"/>
            <a:ext cx="45720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endParaRPr lang="en-US" sz="1100"/>
          </a:p>
          <a:p>
            <a:pPr marL="0" indent="0" algn="l">
              <a:lnSpc>
                <a:spcPct val="125000"/>
              </a:lnSpc>
              <a:spcBef>
                <a:spcPts val="1200"/>
              </a:spcBef>
            </a:pPr>
            <a:r>
              <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rPr>
              <a:t>同时扩充欧洲杯、奥运会、亚运会、赛程公布、赞助官宣等事件，提高策略频率和稳健性。</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endParaRPr lang="en-US" sz="1300" b="0" i="0" u="none" strike="noStrike">
              <a:solidFill>
                <a:srgbClr val="33333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2" name="Freeform 2"/>
          <p:cNvSpPr/>
          <p:nvPr/>
        </p:nvSpPr>
        <p:spPr>
          <a:xfrm>
            <a:off x="11404600" y="685800"/>
            <a:ext cx="64439" cy="68999"/>
          </a:xfrm>
          <a:custGeom>
            <a:avLst/>
            <a:gdLst/>
            <a:ahLst/>
            <a:cxnLst/>
            <a:rect l="l" t="t" r="r" b="b"/>
            <a:pathLst>
              <a:path w="64439" h="68999">
                <a:moveTo>
                  <a:pt x="17252" y="36021"/>
                </a:moveTo>
                <a:cubicBezTo>
                  <a:pt x="17252" y="38050"/>
                  <a:pt x="17252" y="39573"/>
                  <a:pt x="17252" y="41095"/>
                </a:cubicBezTo>
                <a:cubicBezTo>
                  <a:pt x="17252" y="46676"/>
                  <a:pt x="17252" y="52257"/>
                  <a:pt x="17252" y="57837"/>
                </a:cubicBezTo>
                <a:cubicBezTo>
                  <a:pt x="17252" y="59360"/>
                  <a:pt x="17252" y="60375"/>
                  <a:pt x="17758" y="61896"/>
                </a:cubicBezTo>
                <a:cubicBezTo>
                  <a:pt x="17758" y="63419"/>
                  <a:pt x="18773" y="64433"/>
                  <a:pt x="20296" y="64433"/>
                </a:cubicBezTo>
                <a:cubicBezTo>
                  <a:pt x="21817" y="64433"/>
                  <a:pt x="23340" y="64940"/>
                  <a:pt x="24862" y="64940"/>
                </a:cubicBezTo>
                <a:cubicBezTo>
                  <a:pt x="24862" y="65955"/>
                  <a:pt x="24862" y="67476"/>
                  <a:pt x="24862" y="68491"/>
                </a:cubicBezTo>
                <a:cubicBezTo>
                  <a:pt x="16744" y="68491"/>
                  <a:pt x="8626" y="68491"/>
                  <a:pt x="508" y="68491"/>
                </a:cubicBezTo>
                <a:cubicBezTo>
                  <a:pt x="0" y="67984"/>
                  <a:pt x="0" y="67476"/>
                  <a:pt x="0" y="66970"/>
                </a:cubicBezTo>
                <a:cubicBezTo>
                  <a:pt x="0" y="66462"/>
                  <a:pt x="0" y="65955"/>
                  <a:pt x="0" y="64940"/>
                </a:cubicBezTo>
                <a:cubicBezTo>
                  <a:pt x="1523" y="64940"/>
                  <a:pt x="3044" y="64940"/>
                  <a:pt x="4567" y="64433"/>
                </a:cubicBezTo>
                <a:cubicBezTo>
                  <a:pt x="7103" y="63925"/>
                  <a:pt x="7611" y="63419"/>
                  <a:pt x="8118" y="60881"/>
                </a:cubicBezTo>
                <a:cubicBezTo>
                  <a:pt x="8118" y="59360"/>
                  <a:pt x="8626" y="57837"/>
                  <a:pt x="8626" y="56316"/>
                </a:cubicBezTo>
                <a:cubicBezTo>
                  <a:pt x="8626" y="41095"/>
                  <a:pt x="8626" y="26382"/>
                  <a:pt x="8626" y="11162"/>
                </a:cubicBezTo>
                <a:cubicBezTo>
                  <a:pt x="8626" y="10147"/>
                  <a:pt x="8118" y="8625"/>
                  <a:pt x="8118" y="7610"/>
                </a:cubicBezTo>
                <a:cubicBezTo>
                  <a:pt x="7611" y="5580"/>
                  <a:pt x="6596" y="4566"/>
                  <a:pt x="4567" y="4566"/>
                </a:cubicBezTo>
                <a:cubicBezTo>
                  <a:pt x="3044" y="4059"/>
                  <a:pt x="1523" y="4059"/>
                  <a:pt x="0" y="4059"/>
                </a:cubicBezTo>
                <a:cubicBezTo>
                  <a:pt x="0" y="2536"/>
                  <a:pt x="0" y="1521"/>
                  <a:pt x="0" y="507"/>
                </a:cubicBezTo>
                <a:cubicBezTo>
                  <a:pt x="1015" y="507"/>
                  <a:pt x="1523" y="0"/>
                  <a:pt x="2029" y="0"/>
                </a:cubicBezTo>
                <a:cubicBezTo>
                  <a:pt x="13191" y="0"/>
                  <a:pt x="24862" y="0"/>
                  <a:pt x="36025" y="0"/>
                </a:cubicBezTo>
                <a:cubicBezTo>
                  <a:pt x="40084" y="0"/>
                  <a:pt x="43635" y="507"/>
                  <a:pt x="47695" y="2029"/>
                </a:cubicBezTo>
                <a:cubicBezTo>
                  <a:pt x="54798" y="4566"/>
                  <a:pt x="58349" y="9133"/>
                  <a:pt x="58857" y="16236"/>
                </a:cubicBezTo>
                <a:cubicBezTo>
                  <a:pt x="59364" y="24352"/>
                  <a:pt x="55813" y="30441"/>
                  <a:pt x="49216" y="33485"/>
                </a:cubicBezTo>
                <a:cubicBezTo>
                  <a:pt x="46172" y="34500"/>
                  <a:pt x="43635" y="35514"/>
                  <a:pt x="40590" y="35514"/>
                </a:cubicBezTo>
                <a:cubicBezTo>
                  <a:pt x="39069" y="35514"/>
                  <a:pt x="37546" y="36021"/>
                  <a:pt x="36025" y="36021"/>
                </a:cubicBezTo>
                <a:cubicBezTo>
                  <a:pt x="36532" y="37036"/>
                  <a:pt x="37040" y="37544"/>
                  <a:pt x="37040" y="38050"/>
                </a:cubicBezTo>
                <a:cubicBezTo>
                  <a:pt x="42620" y="44647"/>
                  <a:pt x="47695" y="51242"/>
                  <a:pt x="52768" y="57837"/>
                </a:cubicBezTo>
                <a:cubicBezTo>
                  <a:pt x="53275" y="58345"/>
                  <a:pt x="53275" y="58345"/>
                  <a:pt x="53275" y="58852"/>
                </a:cubicBezTo>
                <a:cubicBezTo>
                  <a:pt x="56319" y="61896"/>
                  <a:pt x="59364" y="64940"/>
                  <a:pt x="64439" y="64940"/>
                </a:cubicBezTo>
                <a:cubicBezTo>
                  <a:pt x="64439" y="65955"/>
                  <a:pt x="64439" y="67476"/>
                  <a:pt x="64439" y="68491"/>
                </a:cubicBezTo>
                <a:cubicBezTo>
                  <a:pt x="62916" y="68491"/>
                  <a:pt x="60886" y="68491"/>
                  <a:pt x="58857" y="68491"/>
                </a:cubicBezTo>
                <a:cubicBezTo>
                  <a:pt x="56319" y="68491"/>
                  <a:pt x="54290" y="68491"/>
                  <a:pt x="51754" y="68999"/>
                </a:cubicBezTo>
                <a:cubicBezTo>
                  <a:pt x="50231" y="68999"/>
                  <a:pt x="49216" y="67984"/>
                  <a:pt x="48710" y="66970"/>
                </a:cubicBezTo>
                <a:cubicBezTo>
                  <a:pt x="42113" y="58345"/>
                  <a:pt x="36025" y="50227"/>
                  <a:pt x="29935" y="41603"/>
                </a:cubicBezTo>
                <a:cubicBezTo>
                  <a:pt x="28920" y="40080"/>
                  <a:pt x="27399" y="38558"/>
                  <a:pt x="26384" y="37036"/>
                </a:cubicBezTo>
                <a:cubicBezTo>
                  <a:pt x="25876" y="36529"/>
                  <a:pt x="25370" y="36021"/>
                  <a:pt x="24862" y="36021"/>
                </a:cubicBezTo>
                <a:cubicBezTo>
                  <a:pt x="22325" y="36021"/>
                  <a:pt x="19788" y="36021"/>
                  <a:pt x="17252" y="36021"/>
                </a:cubicBezTo>
                <a:close/>
                <a:moveTo>
                  <a:pt x="17252" y="30949"/>
                </a:moveTo>
                <a:cubicBezTo>
                  <a:pt x="17758" y="31455"/>
                  <a:pt x="18266" y="31455"/>
                  <a:pt x="18266" y="31455"/>
                </a:cubicBezTo>
                <a:cubicBezTo>
                  <a:pt x="23340" y="31455"/>
                  <a:pt x="28414" y="31455"/>
                  <a:pt x="33487" y="31455"/>
                </a:cubicBezTo>
                <a:cubicBezTo>
                  <a:pt x="36532" y="30949"/>
                  <a:pt x="39069" y="30441"/>
                  <a:pt x="41605" y="29934"/>
                </a:cubicBezTo>
                <a:cubicBezTo>
                  <a:pt x="45664" y="28411"/>
                  <a:pt x="47695" y="25875"/>
                  <a:pt x="48710" y="22323"/>
                </a:cubicBezTo>
                <a:cubicBezTo>
                  <a:pt x="48710" y="19787"/>
                  <a:pt x="49216" y="17249"/>
                  <a:pt x="48710" y="14713"/>
                </a:cubicBezTo>
                <a:cubicBezTo>
                  <a:pt x="48202" y="10147"/>
                  <a:pt x="45664" y="7610"/>
                  <a:pt x="41098" y="6088"/>
                </a:cubicBezTo>
                <a:cubicBezTo>
                  <a:pt x="39069" y="5580"/>
                  <a:pt x="37546" y="5580"/>
                  <a:pt x="35517" y="5580"/>
                </a:cubicBezTo>
                <a:cubicBezTo>
                  <a:pt x="29935" y="5074"/>
                  <a:pt x="24355" y="5580"/>
                  <a:pt x="18773" y="5580"/>
                </a:cubicBezTo>
                <a:cubicBezTo>
                  <a:pt x="18266" y="5580"/>
                  <a:pt x="17758" y="5580"/>
                  <a:pt x="17252" y="5580"/>
                </a:cubicBezTo>
                <a:cubicBezTo>
                  <a:pt x="17252" y="14206"/>
                  <a:pt x="17252" y="22323"/>
                  <a:pt x="17252" y="3094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3" name="Freeform 3"/>
          <p:cNvSpPr/>
          <p:nvPr/>
        </p:nvSpPr>
        <p:spPr>
          <a:xfrm>
            <a:off x="10820400" y="685800"/>
            <a:ext cx="64439" cy="68429"/>
          </a:xfrm>
          <a:custGeom>
            <a:avLst/>
            <a:gdLst/>
            <a:ahLst/>
            <a:cxnLst/>
            <a:rect l="l" t="t" r="r" b="b"/>
            <a:pathLst>
              <a:path w="64439" h="68429">
                <a:moveTo>
                  <a:pt x="25370" y="35481"/>
                </a:moveTo>
                <a:cubicBezTo>
                  <a:pt x="22325" y="38523"/>
                  <a:pt x="19788" y="41058"/>
                  <a:pt x="17252" y="44098"/>
                </a:cubicBezTo>
                <a:cubicBezTo>
                  <a:pt x="16744" y="44605"/>
                  <a:pt x="16744" y="45113"/>
                  <a:pt x="16744" y="45620"/>
                </a:cubicBezTo>
                <a:cubicBezTo>
                  <a:pt x="16744" y="50182"/>
                  <a:pt x="16744" y="54237"/>
                  <a:pt x="16744" y="58798"/>
                </a:cubicBezTo>
                <a:cubicBezTo>
                  <a:pt x="16744" y="59305"/>
                  <a:pt x="16744" y="59812"/>
                  <a:pt x="17252" y="60825"/>
                </a:cubicBezTo>
                <a:cubicBezTo>
                  <a:pt x="17758" y="63360"/>
                  <a:pt x="18266" y="63867"/>
                  <a:pt x="20803" y="64374"/>
                </a:cubicBezTo>
                <a:cubicBezTo>
                  <a:pt x="22325" y="64374"/>
                  <a:pt x="23340" y="64880"/>
                  <a:pt x="24862" y="64880"/>
                </a:cubicBezTo>
                <a:cubicBezTo>
                  <a:pt x="24862" y="65895"/>
                  <a:pt x="24862" y="67415"/>
                  <a:pt x="24862" y="68429"/>
                </a:cubicBezTo>
                <a:cubicBezTo>
                  <a:pt x="16744" y="68429"/>
                  <a:pt x="8626" y="68429"/>
                  <a:pt x="0" y="68429"/>
                </a:cubicBezTo>
                <a:cubicBezTo>
                  <a:pt x="0" y="67415"/>
                  <a:pt x="0" y="66402"/>
                  <a:pt x="0" y="64880"/>
                </a:cubicBezTo>
                <a:cubicBezTo>
                  <a:pt x="1015" y="64880"/>
                  <a:pt x="2537" y="64880"/>
                  <a:pt x="3552" y="64880"/>
                </a:cubicBezTo>
                <a:cubicBezTo>
                  <a:pt x="7103" y="64374"/>
                  <a:pt x="8118" y="63360"/>
                  <a:pt x="8118" y="59812"/>
                </a:cubicBezTo>
                <a:cubicBezTo>
                  <a:pt x="8118" y="58292"/>
                  <a:pt x="8118" y="57277"/>
                  <a:pt x="8118" y="56264"/>
                </a:cubicBezTo>
                <a:cubicBezTo>
                  <a:pt x="8118" y="41565"/>
                  <a:pt x="8118" y="26864"/>
                  <a:pt x="8118" y="12165"/>
                </a:cubicBezTo>
                <a:cubicBezTo>
                  <a:pt x="8118" y="10645"/>
                  <a:pt x="8118" y="9124"/>
                  <a:pt x="8118" y="8110"/>
                </a:cubicBezTo>
                <a:cubicBezTo>
                  <a:pt x="7611" y="5575"/>
                  <a:pt x="6596" y="4562"/>
                  <a:pt x="4059" y="4562"/>
                </a:cubicBezTo>
                <a:cubicBezTo>
                  <a:pt x="2537" y="4055"/>
                  <a:pt x="1523" y="4055"/>
                  <a:pt x="0" y="4055"/>
                </a:cubicBezTo>
                <a:cubicBezTo>
                  <a:pt x="0" y="2535"/>
                  <a:pt x="0" y="1520"/>
                  <a:pt x="0" y="507"/>
                </a:cubicBezTo>
                <a:cubicBezTo>
                  <a:pt x="2029" y="0"/>
                  <a:pt x="20296" y="0"/>
                  <a:pt x="24862" y="507"/>
                </a:cubicBezTo>
                <a:cubicBezTo>
                  <a:pt x="24862" y="1520"/>
                  <a:pt x="25370" y="2535"/>
                  <a:pt x="25370" y="4055"/>
                </a:cubicBezTo>
                <a:cubicBezTo>
                  <a:pt x="23847" y="4055"/>
                  <a:pt x="22325" y="4055"/>
                  <a:pt x="20803" y="4562"/>
                </a:cubicBezTo>
                <a:cubicBezTo>
                  <a:pt x="18773" y="4562"/>
                  <a:pt x="17252" y="5575"/>
                  <a:pt x="17252" y="8110"/>
                </a:cubicBezTo>
                <a:cubicBezTo>
                  <a:pt x="16744" y="9124"/>
                  <a:pt x="16744" y="10137"/>
                  <a:pt x="16744" y="11659"/>
                </a:cubicBezTo>
                <a:cubicBezTo>
                  <a:pt x="16744" y="19769"/>
                  <a:pt x="16744" y="27371"/>
                  <a:pt x="16744" y="35481"/>
                </a:cubicBezTo>
                <a:cubicBezTo>
                  <a:pt x="16744" y="35988"/>
                  <a:pt x="16744" y="36496"/>
                  <a:pt x="16744" y="37003"/>
                </a:cubicBezTo>
                <a:cubicBezTo>
                  <a:pt x="17758" y="36496"/>
                  <a:pt x="18266" y="36496"/>
                  <a:pt x="18266" y="35988"/>
                </a:cubicBezTo>
                <a:cubicBezTo>
                  <a:pt x="26384" y="27371"/>
                  <a:pt x="33995" y="18754"/>
                  <a:pt x="42113" y="9630"/>
                </a:cubicBezTo>
                <a:cubicBezTo>
                  <a:pt x="42620" y="9124"/>
                  <a:pt x="43128" y="8110"/>
                  <a:pt x="43635" y="7097"/>
                </a:cubicBezTo>
                <a:cubicBezTo>
                  <a:pt x="44649" y="6082"/>
                  <a:pt x="44143" y="5069"/>
                  <a:pt x="42620" y="4562"/>
                </a:cubicBezTo>
                <a:cubicBezTo>
                  <a:pt x="41098" y="4055"/>
                  <a:pt x="40084" y="4055"/>
                  <a:pt x="38561" y="4055"/>
                </a:cubicBezTo>
                <a:cubicBezTo>
                  <a:pt x="38561" y="2535"/>
                  <a:pt x="38561" y="1520"/>
                  <a:pt x="38561" y="507"/>
                </a:cubicBezTo>
                <a:cubicBezTo>
                  <a:pt x="40084" y="0"/>
                  <a:pt x="57842" y="0"/>
                  <a:pt x="61901" y="507"/>
                </a:cubicBezTo>
                <a:cubicBezTo>
                  <a:pt x="61901" y="1520"/>
                  <a:pt x="61901" y="2535"/>
                  <a:pt x="61901" y="4055"/>
                </a:cubicBezTo>
                <a:cubicBezTo>
                  <a:pt x="61393" y="4055"/>
                  <a:pt x="60886" y="4055"/>
                  <a:pt x="59872" y="4055"/>
                </a:cubicBezTo>
                <a:cubicBezTo>
                  <a:pt x="56319" y="4562"/>
                  <a:pt x="52768" y="6082"/>
                  <a:pt x="50231" y="9124"/>
                </a:cubicBezTo>
                <a:cubicBezTo>
                  <a:pt x="46680" y="12672"/>
                  <a:pt x="43128" y="16727"/>
                  <a:pt x="39069" y="20782"/>
                </a:cubicBezTo>
                <a:cubicBezTo>
                  <a:pt x="36532" y="23316"/>
                  <a:pt x="33995" y="26358"/>
                  <a:pt x="31458" y="28892"/>
                </a:cubicBezTo>
                <a:cubicBezTo>
                  <a:pt x="31966" y="29399"/>
                  <a:pt x="32473" y="29906"/>
                  <a:pt x="32473" y="30919"/>
                </a:cubicBezTo>
                <a:cubicBezTo>
                  <a:pt x="39069" y="39536"/>
                  <a:pt x="45664" y="48153"/>
                  <a:pt x="51754" y="57277"/>
                </a:cubicBezTo>
                <a:cubicBezTo>
                  <a:pt x="52768" y="58292"/>
                  <a:pt x="53783" y="59812"/>
                  <a:pt x="54798" y="60825"/>
                </a:cubicBezTo>
                <a:cubicBezTo>
                  <a:pt x="56827" y="62854"/>
                  <a:pt x="59364" y="64374"/>
                  <a:pt x="62409" y="64374"/>
                </a:cubicBezTo>
                <a:cubicBezTo>
                  <a:pt x="62916" y="64880"/>
                  <a:pt x="63424" y="64880"/>
                  <a:pt x="64439" y="64880"/>
                </a:cubicBezTo>
                <a:cubicBezTo>
                  <a:pt x="64439" y="65895"/>
                  <a:pt x="64439" y="67415"/>
                  <a:pt x="64439" y="68429"/>
                </a:cubicBezTo>
                <a:cubicBezTo>
                  <a:pt x="55305" y="68429"/>
                  <a:pt x="46172" y="68429"/>
                  <a:pt x="37040" y="68429"/>
                </a:cubicBezTo>
                <a:cubicBezTo>
                  <a:pt x="37040" y="67415"/>
                  <a:pt x="37040" y="66402"/>
                  <a:pt x="37040" y="64880"/>
                </a:cubicBezTo>
                <a:cubicBezTo>
                  <a:pt x="38054" y="64880"/>
                  <a:pt x="39576" y="64880"/>
                  <a:pt x="40590" y="64374"/>
                </a:cubicBezTo>
                <a:cubicBezTo>
                  <a:pt x="43128" y="64374"/>
                  <a:pt x="43635" y="63360"/>
                  <a:pt x="42620" y="60825"/>
                </a:cubicBezTo>
                <a:cubicBezTo>
                  <a:pt x="42620" y="59812"/>
                  <a:pt x="42113" y="59305"/>
                  <a:pt x="41605" y="58292"/>
                </a:cubicBezTo>
                <a:cubicBezTo>
                  <a:pt x="36532" y="51195"/>
                  <a:pt x="30951" y="43591"/>
                  <a:pt x="25876" y="36496"/>
                </a:cubicBezTo>
                <a:cubicBezTo>
                  <a:pt x="25876" y="35988"/>
                  <a:pt x="25370" y="35988"/>
                  <a:pt x="25370" y="3548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4" name="Freeform 4"/>
          <p:cNvSpPr/>
          <p:nvPr/>
        </p:nvSpPr>
        <p:spPr>
          <a:xfrm>
            <a:off x="11176000" y="685800"/>
            <a:ext cx="63867" cy="68429"/>
          </a:xfrm>
          <a:custGeom>
            <a:avLst/>
            <a:gdLst/>
            <a:ahLst/>
            <a:cxnLst/>
            <a:rect l="l" t="t" r="r" b="b"/>
            <a:pathLst>
              <a:path w="63867" h="68429">
                <a:moveTo>
                  <a:pt x="14192" y="8110"/>
                </a:moveTo>
                <a:cubicBezTo>
                  <a:pt x="14192" y="8617"/>
                  <a:pt x="14192" y="9630"/>
                  <a:pt x="14192" y="10137"/>
                </a:cubicBezTo>
                <a:cubicBezTo>
                  <a:pt x="14192" y="25344"/>
                  <a:pt x="14192" y="40043"/>
                  <a:pt x="14192" y="55250"/>
                </a:cubicBezTo>
                <a:cubicBezTo>
                  <a:pt x="14192" y="56770"/>
                  <a:pt x="14192" y="58292"/>
                  <a:pt x="14192" y="60319"/>
                </a:cubicBezTo>
                <a:cubicBezTo>
                  <a:pt x="14699" y="62854"/>
                  <a:pt x="15714" y="63867"/>
                  <a:pt x="18754" y="64374"/>
                </a:cubicBezTo>
                <a:cubicBezTo>
                  <a:pt x="19769" y="64374"/>
                  <a:pt x="20782" y="64880"/>
                  <a:pt x="22302" y="64880"/>
                </a:cubicBezTo>
                <a:cubicBezTo>
                  <a:pt x="22302" y="65895"/>
                  <a:pt x="22302" y="67415"/>
                  <a:pt x="22302" y="68429"/>
                </a:cubicBezTo>
                <a:cubicBezTo>
                  <a:pt x="14699" y="68429"/>
                  <a:pt x="7603" y="68429"/>
                  <a:pt x="0" y="68429"/>
                </a:cubicBezTo>
                <a:cubicBezTo>
                  <a:pt x="0" y="67415"/>
                  <a:pt x="0" y="66402"/>
                  <a:pt x="0" y="64880"/>
                </a:cubicBezTo>
                <a:cubicBezTo>
                  <a:pt x="1520" y="64880"/>
                  <a:pt x="2535" y="64374"/>
                  <a:pt x="4055" y="64374"/>
                </a:cubicBezTo>
                <a:cubicBezTo>
                  <a:pt x="6082" y="64374"/>
                  <a:pt x="7603" y="62854"/>
                  <a:pt x="8110" y="60825"/>
                </a:cubicBezTo>
                <a:cubicBezTo>
                  <a:pt x="8110" y="59812"/>
                  <a:pt x="8110" y="58292"/>
                  <a:pt x="8110" y="57277"/>
                </a:cubicBezTo>
                <a:cubicBezTo>
                  <a:pt x="8110" y="41565"/>
                  <a:pt x="8110" y="25344"/>
                  <a:pt x="8110" y="9630"/>
                </a:cubicBezTo>
                <a:cubicBezTo>
                  <a:pt x="8110" y="9124"/>
                  <a:pt x="8110" y="8617"/>
                  <a:pt x="8110" y="7603"/>
                </a:cubicBezTo>
                <a:cubicBezTo>
                  <a:pt x="8110" y="5575"/>
                  <a:pt x="7097" y="4562"/>
                  <a:pt x="4562" y="4562"/>
                </a:cubicBezTo>
                <a:cubicBezTo>
                  <a:pt x="4055" y="4055"/>
                  <a:pt x="3548" y="4055"/>
                  <a:pt x="2535" y="4055"/>
                </a:cubicBezTo>
                <a:cubicBezTo>
                  <a:pt x="2027" y="4055"/>
                  <a:pt x="1013" y="4055"/>
                  <a:pt x="507" y="4055"/>
                </a:cubicBezTo>
                <a:cubicBezTo>
                  <a:pt x="507" y="2535"/>
                  <a:pt x="507" y="1520"/>
                  <a:pt x="507" y="507"/>
                </a:cubicBezTo>
                <a:cubicBezTo>
                  <a:pt x="7097" y="507"/>
                  <a:pt x="13686" y="507"/>
                  <a:pt x="20276" y="507"/>
                </a:cubicBezTo>
                <a:cubicBezTo>
                  <a:pt x="29906" y="17234"/>
                  <a:pt x="40043" y="33961"/>
                  <a:pt x="49675" y="50688"/>
                </a:cubicBezTo>
                <a:cubicBezTo>
                  <a:pt x="49675" y="50688"/>
                  <a:pt x="50182" y="50688"/>
                  <a:pt x="50182" y="50688"/>
                </a:cubicBezTo>
                <a:cubicBezTo>
                  <a:pt x="50182" y="50182"/>
                  <a:pt x="50182" y="49168"/>
                  <a:pt x="50182" y="48660"/>
                </a:cubicBezTo>
                <a:cubicBezTo>
                  <a:pt x="50182" y="36496"/>
                  <a:pt x="50182" y="24331"/>
                  <a:pt x="50182" y="12165"/>
                </a:cubicBezTo>
                <a:cubicBezTo>
                  <a:pt x="50182" y="10645"/>
                  <a:pt x="50182" y="9630"/>
                  <a:pt x="49675" y="8110"/>
                </a:cubicBezTo>
                <a:cubicBezTo>
                  <a:pt x="49168" y="6082"/>
                  <a:pt x="47647" y="4562"/>
                  <a:pt x="45620" y="4562"/>
                </a:cubicBezTo>
                <a:cubicBezTo>
                  <a:pt x="44605" y="4055"/>
                  <a:pt x="43591" y="4055"/>
                  <a:pt x="42071" y="4055"/>
                </a:cubicBezTo>
                <a:cubicBezTo>
                  <a:pt x="42071" y="2535"/>
                  <a:pt x="42071" y="1520"/>
                  <a:pt x="42071" y="507"/>
                </a:cubicBezTo>
                <a:cubicBezTo>
                  <a:pt x="44098" y="0"/>
                  <a:pt x="58292" y="0"/>
                  <a:pt x="63867" y="507"/>
                </a:cubicBezTo>
                <a:cubicBezTo>
                  <a:pt x="63867" y="1520"/>
                  <a:pt x="63867" y="2535"/>
                  <a:pt x="63867" y="4055"/>
                </a:cubicBezTo>
                <a:cubicBezTo>
                  <a:pt x="62854" y="4055"/>
                  <a:pt x="61840" y="4055"/>
                  <a:pt x="60319" y="4562"/>
                </a:cubicBezTo>
                <a:cubicBezTo>
                  <a:pt x="58292" y="4562"/>
                  <a:pt x="56770" y="6082"/>
                  <a:pt x="56264" y="8110"/>
                </a:cubicBezTo>
                <a:cubicBezTo>
                  <a:pt x="56264" y="10137"/>
                  <a:pt x="55757" y="11659"/>
                  <a:pt x="55757" y="13686"/>
                </a:cubicBezTo>
                <a:cubicBezTo>
                  <a:pt x="55757" y="30919"/>
                  <a:pt x="55757" y="48153"/>
                  <a:pt x="55757" y="65387"/>
                </a:cubicBezTo>
                <a:cubicBezTo>
                  <a:pt x="55757" y="66402"/>
                  <a:pt x="55757" y="67415"/>
                  <a:pt x="55757" y="68429"/>
                </a:cubicBezTo>
                <a:cubicBezTo>
                  <a:pt x="53730" y="68429"/>
                  <a:pt x="52208" y="68429"/>
                  <a:pt x="50182" y="68429"/>
                </a:cubicBezTo>
                <a:cubicBezTo>
                  <a:pt x="38523" y="48153"/>
                  <a:pt x="26358" y="27879"/>
                  <a:pt x="14699" y="7603"/>
                </a:cubicBezTo>
                <a:cubicBezTo>
                  <a:pt x="14192" y="7603"/>
                  <a:pt x="14192" y="7603"/>
                  <a:pt x="14192" y="811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5" name="Freeform 5"/>
          <p:cNvSpPr/>
          <p:nvPr/>
        </p:nvSpPr>
        <p:spPr>
          <a:xfrm>
            <a:off x="11341100" y="685800"/>
            <a:ext cx="62727" cy="68429"/>
          </a:xfrm>
          <a:custGeom>
            <a:avLst/>
            <a:gdLst/>
            <a:ahLst/>
            <a:cxnLst/>
            <a:rect l="l" t="t" r="r" b="b"/>
            <a:pathLst>
              <a:path w="62727" h="68429">
                <a:moveTo>
                  <a:pt x="0" y="4055"/>
                </a:moveTo>
                <a:cubicBezTo>
                  <a:pt x="0" y="2535"/>
                  <a:pt x="0" y="1520"/>
                  <a:pt x="0" y="507"/>
                </a:cubicBezTo>
                <a:cubicBezTo>
                  <a:pt x="1518" y="0"/>
                  <a:pt x="49574" y="0"/>
                  <a:pt x="53115" y="507"/>
                </a:cubicBezTo>
                <a:cubicBezTo>
                  <a:pt x="55140" y="6082"/>
                  <a:pt x="57163" y="12165"/>
                  <a:pt x="59186" y="17741"/>
                </a:cubicBezTo>
                <a:cubicBezTo>
                  <a:pt x="58174" y="18754"/>
                  <a:pt x="56657" y="19262"/>
                  <a:pt x="55645" y="19769"/>
                </a:cubicBezTo>
                <a:cubicBezTo>
                  <a:pt x="55140" y="18247"/>
                  <a:pt x="54633" y="17741"/>
                  <a:pt x="54127" y="16727"/>
                </a:cubicBezTo>
                <a:cubicBezTo>
                  <a:pt x="51092" y="10137"/>
                  <a:pt x="46539" y="6590"/>
                  <a:pt x="39458" y="5575"/>
                </a:cubicBezTo>
                <a:cubicBezTo>
                  <a:pt x="31869" y="5069"/>
                  <a:pt x="24281" y="5575"/>
                  <a:pt x="17200" y="5575"/>
                </a:cubicBezTo>
                <a:cubicBezTo>
                  <a:pt x="16693" y="7603"/>
                  <a:pt x="16693" y="27879"/>
                  <a:pt x="17200" y="30919"/>
                </a:cubicBezTo>
                <a:cubicBezTo>
                  <a:pt x="20740" y="30919"/>
                  <a:pt x="24281" y="30919"/>
                  <a:pt x="27822" y="30413"/>
                </a:cubicBezTo>
                <a:cubicBezTo>
                  <a:pt x="32375" y="29906"/>
                  <a:pt x="34399" y="27371"/>
                  <a:pt x="34905" y="22809"/>
                </a:cubicBezTo>
                <a:cubicBezTo>
                  <a:pt x="35410" y="21289"/>
                  <a:pt x="35410" y="19769"/>
                  <a:pt x="35410" y="18247"/>
                </a:cubicBezTo>
                <a:cubicBezTo>
                  <a:pt x="36928" y="18247"/>
                  <a:pt x="37940" y="18247"/>
                  <a:pt x="39458" y="18247"/>
                </a:cubicBezTo>
                <a:cubicBezTo>
                  <a:pt x="39458" y="28386"/>
                  <a:pt x="39458" y="38016"/>
                  <a:pt x="39458" y="48153"/>
                </a:cubicBezTo>
                <a:cubicBezTo>
                  <a:pt x="38951" y="48153"/>
                  <a:pt x="38445" y="48153"/>
                  <a:pt x="37433" y="48153"/>
                </a:cubicBezTo>
                <a:cubicBezTo>
                  <a:pt x="36928" y="48153"/>
                  <a:pt x="36422" y="48153"/>
                  <a:pt x="35410" y="48153"/>
                </a:cubicBezTo>
                <a:cubicBezTo>
                  <a:pt x="35410" y="47140"/>
                  <a:pt x="35410" y="45620"/>
                  <a:pt x="35410" y="44605"/>
                </a:cubicBezTo>
                <a:cubicBezTo>
                  <a:pt x="34905" y="43591"/>
                  <a:pt x="34905" y="42071"/>
                  <a:pt x="34399" y="41058"/>
                </a:cubicBezTo>
                <a:cubicBezTo>
                  <a:pt x="33892" y="38016"/>
                  <a:pt x="32375" y="36496"/>
                  <a:pt x="29340" y="35988"/>
                </a:cubicBezTo>
                <a:cubicBezTo>
                  <a:pt x="25293" y="34975"/>
                  <a:pt x="21246" y="35481"/>
                  <a:pt x="17200" y="35481"/>
                </a:cubicBezTo>
                <a:cubicBezTo>
                  <a:pt x="16693" y="36496"/>
                  <a:pt x="16693" y="37003"/>
                  <a:pt x="16693" y="37509"/>
                </a:cubicBezTo>
                <a:cubicBezTo>
                  <a:pt x="16693" y="44605"/>
                  <a:pt x="16693" y="51702"/>
                  <a:pt x="16693" y="58292"/>
                </a:cubicBezTo>
                <a:cubicBezTo>
                  <a:pt x="16693" y="62854"/>
                  <a:pt x="17200" y="63360"/>
                  <a:pt x="21753" y="63360"/>
                </a:cubicBezTo>
                <a:cubicBezTo>
                  <a:pt x="26304" y="63360"/>
                  <a:pt x="30352" y="63360"/>
                  <a:pt x="34905" y="63360"/>
                </a:cubicBezTo>
                <a:cubicBezTo>
                  <a:pt x="45022" y="63360"/>
                  <a:pt x="52610" y="58292"/>
                  <a:pt x="56657" y="49168"/>
                </a:cubicBezTo>
                <a:cubicBezTo>
                  <a:pt x="57163" y="48153"/>
                  <a:pt x="57668" y="47140"/>
                  <a:pt x="58174" y="45620"/>
                </a:cubicBezTo>
                <a:cubicBezTo>
                  <a:pt x="59691" y="46126"/>
                  <a:pt x="61209" y="46633"/>
                  <a:pt x="62727" y="47140"/>
                </a:cubicBezTo>
                <a:cubicBezTo>
                  <a:pt x="60198" y="54743"/>
                  <a:pt x="57668" y="61332"/>
                  <a:pt x="55140" y="68429"/>
                </a:cubicBezTo>
                <a:cubicBezTo>
                  <a:pt x="36928" y="68429"/>
                  <a:pt x="18717" y="68429"/>
                  <a:pt x="0" y="68429"/>
                </a:cubicBezTo>
                <a:cubicBezTo>
                  <a:pt x="0" y="67415"/>
                  <a:pt x="0" y="66402"/>
                  <a:pt x="0" y="64880"/>
                </a:cubicBezTo>
                <a:cubicBezTo>
                  <a:pt x="1518" y="64880"/>
                  <a:pt x="3035" y="64880"/>
                  <a:pt x="4047" y="64374"/>
                </a:cubicBezTo>
                <a:cubicBezTo>
                  <a:pt x="6576" y="63867"/>
                  <a:pt x="7588" y="63360"/>
                  <a:pt x="7588" y="60825"/>
                </a:cubicBezTo>
                <a:cubicBezTo>
                  <a:pt x="8094" y="59812"/>
                  <a:pt x="8094" y="58292"/>
                  <a:pt x="8094" y="57277"/>
                </a:cubicBezTo>
                <a:cubicBezTo>
                  <a:pt x="8094" y="41565"/>
                  <a:pt x="8094" y="26358"/>
                  <a:pt x="8094" y="10645"/>
                </a:cubicBezTo>
                <a:cubicBezTo>
                  <a:pt x="8094" y="10137"/>
                  <a:pt x="8094" y="9124"/>
                  <a:pt x="8094" y="8110"/>
                </a:cubicBezTo>
                <a:cubicBezTo>
                  <a:pt x="7588" y="5575"/>
                  <a:pt x="6576" y="4562"/>
                  <a:pt x="4047" y="4562"/>
                </a:cubicBezTo>
                <a:cubicBezTo>
                  <a:pt x="3541" y="4562"/>
                  <a:pt x="3035" y="4055"/>
                  <a:pt x="2023" y="4055"/>
                </a:cubicBezTo>
                <a:cubicBezTo>
                  <a:pt x="1518" y="4055"/>
                  <a:pt x="1012" y="4055"/>
                  <a:pt x="0" y="405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6" name="Freeform 6"/>
          <p:cNvSpPr/>
          <p:nvPr/>
        </p:nvSpPr>
        <p:spPr>
          <a:xfrm>
            <a:off x="10756900" y="685800"/>
            <a:ext cx="62727" cy="67859"/>
          </a:xfrm>
          <a:custGeom>
            <a:avLst/>
            <a:gdLst/>
            <a:ahLst/>
            <a:cxnLst/>
            <a:rect l="l" t="t" r="r" b="b"/>
            <a:pathLst>
              <a:path w="62727" h="67859">
                <a:moveTo>
                  <a:pt x="16829" y="30385"/>
                </a:moveTo>
                <a:cubicBezTo>
                  <a:pt x="20909" y="30385"/>
                  <a:pt x="24479" y="30891"/>
                  <a:pt x="28049" y="29878"/>
                </a:cubicBezTo>
                <a:cubicBezTo>
                  <a:pt x="32128" y="28866"/>
                  <a:pt x="34168" y="26840"/>
                  <a:pt x="34679" y="22789"/>
                </a:cubicBezTo>
                <a:cubicBezTo>
                  <a:pt x="35188" y="21269"/>
                  <a:pt x="35188" y="19750"/>
                  <a:pt x="35698" y="17724"/>
                </a:cubicBezTo>
                <a:cubicBezTo>
                  <a:pt x="36718" y="17724"/>
                  <a:pt x="38249" y="17724"/>
                  <a:pt x="39268" y="17724"/>
                </a:cubicBezTo>
                <a:cubicBezTo>
                  <a:pt x="39268" y="27852"/>
                  <a:pt x="39268" y="37474"/>
                  <a:pt x="39268" y="47602"/>
                </a:cubicBezTo>
                <a:cubicBezTo>
                  <a:pt x="38758" y="47602"/>
                  <a:pt x="38249" y="47602"/>
                  <a:pt x="38249" y="47602"/>
                </a:cubicBezTo>
                <a:cubicBezTo>
                  <a:pt x="37229" y="47602"/>
                  <a:pt x="36208" y="47602"/>
                  <a:pt x="35698" y="47602"/>
                </a:cubicBezTo>
                <a:cubicBezTo>
                  <a:pt x="35188" y="45576"/>
                  <a:pt x="35188" y="43551"/>
                  <a:pt x="35188" y="42032"/>
                </a:cubicBezTo>
                <a:cubicBezTo>
                  <a:pt x="34168" y="37474"/>
                  <a:pt x="32128" y="35448"/>
                  <a:pt x="27539" y="34943"/>
                </a:cubicBezTo>
                <a:cubicBezTo>
                  <a:pt x="23969" y="34943"/>
                  <a:pt x="20399" y="34943"/>
                  <a:pt x="16829" y="34943"/>
                </a:cubicBezTo>
                <a:cubicBezTo>
                  <a:pt x="16829" y="35955"/>
                  <a:pt x="16829" y="36462"/>
                  <a:pt x="16829" y="36968"/>
                </a:cubicBezTo>
                <a:cubicBezTo>
                  <a:pt x="16829" y="44058"/>
                  <a:pt x="16829" y="51148"/>
                  <a:pt x="16829" y="57730"/>
                </a:cubicBezTo>
                <a:cubicBezTo>
                  <a:pt x="16829" y="62288"/>
                  <a:pt x="17339" y="62795"/>
                  <a:pt x="21929" y="62795"/>
                </a:cubicBezTo>
                <a:cubicBezTo>
                  <a:pt x="26008" y="62795"/>
                  <a:pt x="30598" y="62795"/>
                  <a:pt x="34679" y="62795"/>
                </a:cubicBezTo>
                <a:cubicBezTo>
                  <a:pt x="45387" y="62795"/>
                  <a:pt x="52527" y="57730"/>
                  <a:pt x="57117" y="48616"/>
                </a:cubicBezTo>
                <a:cubicBezTo>
                  <a:pt x="57628" y="47602"/>
                  <a:pt x="58137" y="46590"/>
                  <a:pt x="58647" y="45576"/>
                </a:cubicBezTo>
                <a:cubicBezTo>
                  <a:pt x="58647" y="45576"/>
                  <a:pt x="58647" y="45576"/>
                  <a:pt x="58647" y="45576"/>
                </a:cubicBezTo>
                <a:cubicBezTo>
                  <a:pt x="60178" y="45576"/>
                  <a:pt x="61197" y="46083"/>
                  <a:pt x="62727" y="46590"/>
                </a:cubicBezTo>
                <a:cubicBezTo>
                  <a:pt x="60178" y="54186"/>
                  <a:pt x="57628" y="60770"/>
                  <a:pt x="55588" y="67859"/>
                </a:cubicBezTo>
                <a:cubicBezTo>
                  <a:pt x="36718" y="67859"/>
                  <a:pt x="18359" y="67859"/>
                  <a:pt x="0" y="67859"/>
                </a:cubicBezTo>
                <a:cubicBezTo>
                  <a:pt x="0" y="66846"/>
                  <a:pt x="0" y="65833"/>
                  <a:pt x="0" y="64314"/>
                </a:cubicBezTo>
                <a:cubicBezTo>
                  <a:pt x="1020" y="64314"/>
                  <a:pt x="2550" y="63807"/>
                  <a:pt x="4079" y="63807"/>
                </a:cubicBezTo>
                <a:cubicBezTo>
                  <a:pt x="6120" y="63807"/>
                  <a:pt x="7140" y="62795"/>
                  <a:pt x="7649" y="60770"/>
                </a:cubicBezTo>
                <a:cubicBezTo>
                  <a:pt x="7649" y="59756"/>
                  <a:pt x="8160" y="58237"/>
                  <a:pt x="8160" y="57225"/>
                </a:cubicBezTo>
                <a:cubicBezTo>
                  <a:pt x="8160" y="41525"/>
                  <a:pt x="8160" y="25827"/>
                  <a:pt x="8160" y="10128"/>
                </a:cubicBezTo>
                <a:cubicBezTo>
                  <a:pt x="8160" y="5063"/>
                  <a:pt x="7140" y="4051"/>
                  <a:pt x="2550" y="3545"/>
                </a:cubicBezTo>
                <a:cubicBezTo>
                  <a:pt x="1530" y="3545"/>
                  <a:pt x="511" y="3545"/>
                  <a:pt x="0" y="3545"/>
                </a:cubicBezTo>
                <a:cubicBezTo>
                  <a:pt x="0" y="2026"/>
                  <a:pt x="0" y="1012"/>
                  <a:pt x="0" y="0"/>
                </a:cubicBezTo>
                <a:cubicBezTo>
                  <a:pt x="17339" y="0"/>
                  <a:pt x="35188" y="0"/>
                  <a:pt x="53547" y="0"/>
                </a:cubicBezTo>
                <a:cubicBezTo>
                  <a:pt x="55588" y="5570"/>
                  <a:pt x="57117" y="11140"/>
                  <a:pt x="59667" y="17724"/>
                </a:cubicBezTo>
                <a:cubicBezTo>
                  <a:pt x="58137" y="18231"/>
                  <a:pt x="57117" y="18738"/>
                  <a:pt x="55588" y="19243"/>
                </a:cubicBezTo>
                <a:cubicBezTo>
                  <a:pt x="55077" y="18231"/>
                  <a:pt x="55077" y="17724"/>
                  <a:pt x="54567" y="17217"/>
                </a:cubicBezTo>
                <a:cubicBezTo>
                  <a:pt x="54567" y="16205"/>
                  <a:pt x="54058" y="15698"/>
                  <a:pt x="53547" y="14686"/>
                </a:cubicBezTo>
                <a:cubicBezTo>
                  <a:pt x="50998" y="9115"/>
                  <a:pt x="45898" y="5570"/>
                  <a:pt x="39778" y="5570"/>
                </a:cubicBezTo>
                <a:cubicBezTo>
                  <a:pt x="33659" y="5063"/>
                  <a:pt x="27539" y="5063"/>
                  <a:pt x="21419" y="5063"/>
                </a:cubicBezTo>
                <a:cubicBezTo>
                  <a:pt x="19889" y="5063"/>
                  <a:pt x="18359" y="5063"/>
                  <a:pt x="16829" y="5063"/>
                </a:cubicBezTo>
                <a:cubicBezTo>
                  <a:pt x="16829" y="13166"/>
                  <a:pt x="16829" y="21775"/>
                  <a:pt x="16829" y="3038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7" name="Freeform 7"/>
          <p:cNvSpPr/>
          <p:nvPr/>
        </p:nvSpPr>
        <p:spPr>
          <a:xfrm>
            <a:off x="10922000" y="685800"/>
            <a:ext cx="63867" cy="67859"/>
          </a:xfrm>
          <a:custGeom>
            <a:avLst/>
            <a:gdLst/>
            <a:ahLst/>
            <a:cxnLst/>
            <a:rect l="l" t="t" r="r" b="b"/>
            <a:pathLst>
              <a:path w="63867" h="67859">
                <a:moveTo>
                  <a:pt x="21796" y="67859"/>
                </a:moveTo>
                <a:cubicBezTo>
                  <a:pt x="14699" y="67859"/>
                  <a:pt x="7097" y="67859"/>
                  <a:pt x="0" y="67859"/>
                </a:cubicBezTo>
                <a:cubicBezTo>
                  <a:pt x="0" y="66846"/>
                  <a:pt x="0" y="65833"/>
                  <a:pt x="0" y="64314"/>
                </a:cubicBezTo>
                <a:cubicBezTo>
                  <a:pt x="1013" y="64314"/>
                  <a:pt x="2535" y="64314"/>
                  <a:pt x="3548" y="63807"/>
                </a:cubicBezTo>
                <a:cubicBezTo>
                  <a:pt x="6590" y="63302"/>
                  <a:pt x="7603" y="62288"/>
                  <a:pt x="8110" y="59756"/>
                </a:cubicBezTo>
                <a:cubicBezTo>
                  <a:pt x="8110" y="58237"/>
                  <a:pt x="8110" y="57225"/>
                  <a:pt x="8110" y="55705"/>
                </a:cubicBezTo>
                <a:cubicBezTo>
                  <a:pt x="8110" y="40513"/>
                  <a:pt x="8110" y="24815"/>
                  <a:pt x="8110" y="9115"/>
                </a:cubicBezTo>
                <a:cubicBezTo>
                  <a:pt x="8110" y="4558"/>
                  <a:pt x="7097" y="4051"/>
                  <a:pt x="2535" y="3545"/>
                </a:cubicBezTo>
                <a:cubicBezTo>
                  <a:pt x="2027" y="3545"/>
                  <a:pt x="1013" y="3545"/>
                  <a:pt x="0" y="3545"/>
                </a:cubicBezTo>
                <a:cubicBezTo>
                  <a:pt x="0" y="2026"/>
                  <a:pt x="0" y="1012"/>
                  <a:pt x="0" y="0"/>
                </a:cubicBezTo>
                <a:cubicBezTo>
                  <a:pt x="6590" y="0"/>
                  <a:pt x="13179" y="0"/>
                  <a:pt x="20276" y="0"/>
                </a:cubicBezTo>
                <a:cubicBezTo>
                  <a:pt x="29906" y="16712"/>
                  <a:pt x="39536" y="33423"/>
                  <a:pt x="49675" y="50641"/>
                </a:cubicBezTo>
                <a:cubicBezTo>
                  <a:pt x="49675" y="49628"/>
                  <a:pt x="50182" y="49122"/>
                  <a:pt x="50182" y="48616"/>
                </a:cubicBezTo>
                <a:cubicBezTo>
                  <a:pt x="50182" y="36462"/>
                  <a:pt x="50182" y="24308"/>
                  <a:pt x="50182" y="12154"/>
                </a:cubicBezTo>
                <a:cubicBezTo>
                  <a:pt x="50182" y="11140"/>
                  <a:pt x="50182" y="9622"/>
                  <a:pt x="49675" y="8609"/>
                </a:cubicBezTo>
                <a:cubicBezTo>
                  <a:pt x="49168" y="5570"/>
                  <a:pt x="48153" y="4051"/>
                  <a:pt x="45113" y="3545"/>
                </a:cubicBezTo>
                <a:cubicBezTo>
                  <a:pt x="44098" y="3545"/>
                  <a:pt x="43085" y="3545"/>
                  <a:pt x="42071" y="3545"/>
                </a:cubicBezTo>
                <a:cubicBezTo>
                  <a:pt x="42071" y="3038"/>
                  <a:pt x="42071" y="2532"/>
                  <a:pt x="42071" y="2026"/>
                </a:cubicBezTo>
                <a:cubicBezTo>
                  <a:pt x="42071" y="1012"/>
                  <a:pt x="42071" y="507"/>
                  <a:pt x="42071" y="0"/>
                </a:cubicBezTo>
                <a:cubicBezTo>
                  <a:pt x="49168" y="0"/>
                  <a:pt x="56264" y="0"/>
                  <a:pt x="63360" y="0"/>
                </a:cubicBezTo>
                <a:cubicBezTo>
                  <a:pt x="63360" y="507"/>
                  <a:pt x="63867" y="1012"/>
                  <a:pt x="63867" y="1519"/>
                </a:cubicBezTo>
                <a:cubicBezTo>
                  <a:pt x="63867" y="2026"/>
                  <a:pt x="63867" y="2532"/>
                  <a:pt x="63867" y="3545"/>
                </a:cubicBezTo>
                <a:cubicBezTo>
                  <a:pt x="62854" y="3545"/>
                  <a:pt x="61840" y="3545"/>
                  <a:pt x="60825" y="3545"/>
                </a:cubicBezTo>
                <a:cubicBezTo>
                  <a:pt x="57785" y="4051"/>
                  <a:pt x="56264" y="5570"/>
                  <a:pt x="55757" y="8103"/>
                </a:cubicBezTo>
                <a:cubicBezTo>
                  <a:pt x="55757" y="10128"/>
                  <a:pt x="55757" y="11647"/>
                  <a:pt x="55757" y="13166"/>
                </a:cubicBezTo>
                <a:cubicBezTo>
                  <a:pt x="55757" y="30385"/>
                  <a:pt x="55757" y="47602"/>
                  <a:pt x="55757" y="64821"/>
                </a:cubicBezTo>
                <a:cubicBezTo>
                  <a:pt x="55757" y="65833"/>
                  <a:pt x="55757" y="66846"/>
                  <a:pt x="55757" y="67859"/>
                </a:cubicBezTo>
                <a:cubicBezTo>
                  <a:pt x="53730" y="67859"/>
                  <a:pt x="51702" y="67859"/>
                  <a:pt x="49675" y="67859"/>
                </a:cubicBezTo>
                <a:cubicBezTo>
                  <a:pt x="38016" y="47602"/>
                  <a:pt x="26358" y="27346"/>
                  <a:pt x="14192" y="7089"/>
                </a:cubicBezTo>
                <a:cubicBezTo>
                  <a:pt x="14192" y="7089"/>
                  <a:pt x="14192" y="7089"/>
                  <a:pt x="14192" y="7089"/>
                </a:cubicBezTo>
                <a:cubicBezTo>
                  <a:pt x="13686" y="7596"/>
                  <a:pt x="13686" y="8103"/>
                  <a:pt x="13686" y="8609"/>
                </a:cubicBezTo>
                <a:cubicBezTo>
                  <a:pt x="13686" y="24308"/>
                  <a:pt x="13686" y="40006"/>
                  <a:pt x="13686" y="55705"/>
                </a:cubicBezTo>
                <a:cubicBezTo>
                  <a:pt x="13686" y="57225"/>
                  <a:pt x="13686" y="58744"/>
                  <a:pt x="14192" y="59756"/>
                </a:cubicBezTo>
                <a:cubicBezTo>
                  <a:pt x="14699" y="62288"/>
                  <a:pt x="15714" y="63302"/>
                  <a:pt x="18247" y="63807"/>
                </a:cubicBezTo>
                <a:cubicBezTo>
                  <a:pt x="19262" y="63807"/>
                  <a:pt x="20782" y="64314"/>
                  <a:pt x="21796" y="64314"/>
                </a:cubicBezTo>
                <a:cubicBezTo>
                  <a:pt x="21796" y="65328"/>
                  <a:pt x="21796" y="66846"/>
                  <a:pt x="21796"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8" name="Freeform 8"/>
          <p:cNvSpPr/>
          <p:nvPr/>
        </p:nvSpPr>
        <p:spPr>
          <a:xfrm>
            <a:off x="10998200" y="685800"/>
            <a:ext cx="70710" cy="72991"/>
          </a:xfrm>
          <a:custGeom>
            <a:avLst/>
            <a:gdLst/>
            <a:ahLst/>
            <a:cxnLst/>
            <a:rect l="l" t="t" r="r" b="b"/>
            <a:pathLst>
              <a:path w="70710" h="72991">
                <a:moveTo>
                  <a:pt x="44257" y="40043"/>
                </a:moveTo>
                <a:cubicBezTo>
                  <a:pt x="44257" y="38523"/>
                  <a:pt x="44257" y="37509"/>
                  <a:pt x="44257" y="35988"/>
                </a:cubicBezTo>
                <a:cubicBezTo>
                  <a:pt x="53414" y="35988"/>
                  <a:pt x="62062" y="35988"/>
                  <a:pt x="70710" y="35988"/>
                </a:cubicBezTo>
                <a:cubicBezTo>
                  <a:pt x="70710" y="37509"/>
                  <a:pt x="70710" y="38523"/>
                  <a:pt x="70710" y="40043"/>
                </a:cubicBezTo>
                <a:cubicBezTo>
                  <a:pt x="69693" y="40043"/>
                  <a:pt x="68675" y="40043"/>
                  <a:pt x="67658" y="40043"/>
                </a:cubicBezTo>
                <a:cubicBezTo>
                  <a:pt x="64606" y="40043"/>
                  <a:pt x="63588" y="41058"/>
                  <a:pt x="63080" y="44606"/>
                </a:cubicBezTo>
                <a:cubicBezTo>
                  <a:pt x="63080" y="45620"/>
                  <a:pt x="63080" y="47140"/>
                  <a:pt x="63080" y="48153"/>
                </a:cubicBezTo>
                <a:cubicBezTo>
                  <a:pt x="63080" y="54743"/>
                  <a:pt x="63080" y="61332"/>
                  <a:pt x="63080" y="67922"/>
                </a:cubicBezTo>
                <a:cubicBezTo>
                  <a:pt x="63080" y="68429"/>
                  <a:pt x="63080" y="69442"/>
                  <a:pt x="63080" y="70457"/>
                </a:cubicBezTo>
                <a:cubicBezTo>
                  <a:pt x="61553" y="70457"/>
                  <a:pt x="60028" y="70457"/>
                  <a:pt x="58501" y="70457"/>
                </a:cubicBezTo>
                <a:cubicBezTo>
                  <a:pt x="57484" y="68936"/>
                  <a:pt x="56975" y="66909"/>
                  <a:pt x="55957" y="64880"/>
                </a:cubicBezTo>
                <a:cubicBezTo>
                  <a:pt x="54940" y="65387"/>
                  <a:pt x="54431" y="65895"/>
                  <a:pt x="53414" y="66402"/>
                </a:cubicBezTo>
                <a:cubicBezTo>
                  <a:pt x="45784" y="70964"/>
                  <a:pt x="37644" y="72991"/>
                  <a:pt x="28487" y="71471"/>
                </a:cubicBezTo>
                <a:cubicBezTo>
                  <a:pt x="17296" y="69442"/>
                  <a:pt x="9157" y="62854"/>
                  <a:pt x="5088" y="52208"/>
                </a:cubicBezTo>
                <a:cubicBezTo>
                  <a:pt x="0" y="40043"/>
                  <a:pt x="509" y="27879"/>
                  <a:pt x="7630" y="16727"/>
                </a:cubicBezTo>
                <a:cubicBezTo>
                  <a:pt x="12209" y="8617"/>
                  <a:pt x="19331" y="3042"/>
                  <a:pt x="28487" y="1520"/>
                </a:cubicBezTo>
                <a:cubicBezTo>
                  <a:pt x="36118" y="0"/>
                  <a:pt x="43749" y="1013"/>
                  <a:pt x="50362" y="5575"/>
                </a:cubicBezTo>
                <a:cubicBezTo>
                  <a:pt x="50871" y="6082"/>
                  <a:pt x="51379" y="6082"/>
                  <a:pt x="51888" y="6590"/>
                </a:cubicBezTo>
                <a:cubicBezTo>
                  <a:pt x="52396" y="5069"/>
                  <a:pt x="52906" y="3548"/>
                  <a:pt x="53414" y="2535"/>
                </a:cubicBezTo>
                <a:cubicBezTo>
                  <a:pt x="54431" y="2535"/>
                  <a:pt x="55449" y="2535"/>
                  <a:pt x="56975" y="2535"/>
                </a:cubicBezTo>
                <a:cubicBezTo>
                  <a:pt x="58501" y="9124"/>
                  <a:pt x="60536" y="16220"/>
                  <a:pt x="62062" y="23317"/>
                </a:cubicBezTo>
                <a:cubicBezTo>
                  <a:pt x="61045" y="23824"/>
                  <a:pt x="59519" y="24331"/>
                  <a:pt x="57992" y="24837"/>
                </a:cubicBezTo>
                <a:cubicBezTo>
                  <a:pt x="57992" y="23824"/>
                  <a:pt x="57484" y="22809"/>
                  <a:pt x="56975" y="22302"/>
                </a:cubicBezTo>
                <a:cubicBezTo>
                  <a:pt x="55449" y="18754"/>
                  <a:pt x="53414" y="15207"/>
                  <a:pt x="50871" y="12672"/>
                </a:cubicBezTo>
                <a:cubicBezTo>
                  <a:pt x="42732" y="4055"/>
                  <a:pt x="30014" y="3548"/>
                  <a:pt x="21365" y="11659"/>
                </a:cubicBezTo>
                <a:cubicBezTo>
                  <a:pt x="15770" y="17234"/>
                  <a:pt x="12718" y="23824"/>
                  <a:pt x="12209" y="31426"/>
                </a:cubicBezTo>
                <a:cubicBezTo>
                  <a:pt x="11191" y="40043"/>
                  <a:pt x="12718" y="48153"/>
                  <a:pt x="17296" y="55250"/>
                </a:cubicBezTo>
                <a:cubicBezTo>
                  <a:pt x="22382" y="63360"/>
                  <a:pt x="30014" y="66909"/>
                  <a:pt x="39171" y="66402"/>
                </a:cubicBezTo>
                <a:cubicBezTo>
                  <a:pt x="43749" y="65895"/>
                  <a:pt x="47818" y="64374"/>
                  <a:pt x="51379" y="60825"/>
                </a:cubicBezTo>
                <a:cubicBezTo>
                  <a:pt x="52906" y="59305"/>
                  <a:pt x="53923" y="57785"/>
                  <a:pt x="53923" y="55250"/>
                </a:cubicBezTo>
                <a:cubicBezTo>
                  <a:pt x="53923" y="52208"/>
                  <a:pt x="54431" y="48660"/>
                  <a:pt x="53923" y="45620"/>
                </a:cubicBezTo>
                <a:cubicBezTo>
                  <a:pt x="53923" y="41565"/>
                  <a:pt x="52906" y="41058"/>
                  <a:pt x="48835" y="40043"/>
                </a:cubicBezTo>
                <a:cubicBezTo>
                  <a:pt x="47818" y="40043"/>
                  <a:pt x="46293" y="40043"/>
                  <a:pt x="44257" y="4004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9" name="Freeform 9"/>
          <p:cNvSpPr/>
          <p:nvPr/>
        </p:nvSpPr>
        <p:spPr>
          <a:xfrm>
            <a:off x="11480800" y="685800"/>
            <a:ext cx="57594" cy="70710"/>
          </a:xfrm>
          <a:custGeom>
            <a:avLst/>
            <a:gdLst/>
            <a:ahLst/>
            <a:cxnLst/>
            <a:rect l="l" t="t" r="r" b="b"/>
            <a:pathLst>
              <a:path w="57594" h="70710">
                <a:moveTo>
                  <a:pt x="52498" y="22224"/>
                </a:moveTo>
                <a:cubicBezTo>
                  <a:pt x="50969" y="22728"/>
                  <a:pt x="49949" y="22728"/>
                  <a:pt x="48420" y="23233"/>
                </a:cubicBezTo>
                <a:cubicBezTo>
                  <a:pt x="47911" y="22224"/>
                  <a:pt x="47401" y="21718"/>
                  <a:pt x="46891" y="20707"/>
                </a:cubicBezTo>
                <a:cubicBezTo>
                  <a:pt x="44343" y="16162"/>
                  <a:pt x="41285" y="12122"/>
                  <a:pt x="36698" y="9091"/>
                </a:cubicBezTo>
                <a:cubicBezTo>
                  <a:pt x="31091" y="5556"/>
                  <a:pt x="25485" y="4545"/>
                  <a:pt x="19369" y="6060"/>
                </a:cubicBezTo>
                <a:cubicBezTo>
                  <a:pt x="16820" y="6566"/>
                  <a:pt x="14271" y="8081"/>
                  <a:pt x="12742" y="9596"/>
                </a:cubicBezTo>
                <a:cubicBezTo>
                  <a:pt x="9174" y="13637"/>
                  <a:pt x="9684" y="19192"/>
                  <a:pt x="13252" y="22224"/>
                </a:cubicBezTo>
                <a:cubicBezTo>
                  <a:pt x="15800" y="24748"/>
                  <a:pt x="18349" y="25758"/>
                  <a:pt x="21407" y="26769"/>
                </a:cubicBezTo>
                <a:cubicBezTo>
                  <a:pt x="25994" y="28284"/>
                  <a:pt x="31091" y="29799"/>
                  <a:pt x="35678" y="31314"/>
                </a:cubicBezTo>
                <a:cubicBezTo>
                  <a:pt x="39246" y="32324"/>
                  <a:pt x="42814" y="33840"/>
                  <a:pt x="45872" y="35356"/>
                </a:cubicBezTo>
                <a:cubicBezTo>
                  <a:pt x="57594" y="41921"/>
                  <a:pt x="57085" y="56063"/>
                  <a:pt x="49440" y="63134"/>
                </a:cubicBezTo>
                <a:cubicBezTo>
                  <a:pt x="43324" y="69195"/>
                  <a:pt x="36187" y="70710"/>
                  <a:pt x="28543" y="70710"/>
                </a:cubicBezTo>
                <a:cubicBezTo>
                  <a:pt x="22427" y="70204"/>
                  <a:pt x="17329" y="68185"/>
                  <a:pt x="12742" y="64649"/>
                </a:cubicBezTo>
                <a:cubicBezTo>
                  <a:pt x="12233" y="64144"/>
                  <a:pt x="11723" y="63638"/>
                  <a:pt x="10704" y="63134"/>
                </a:cubicBezTo>
                <a:cubicBezTo>
                  <a:pt x="9684" y="65155"/>
                  <a:pt x="9174" y="67174"/>
                  <a:pt x="8155" y="69195"/>
                </a:cubicBezTo>
                <a:cubicBezTo>
                  <a:pt x="7136" y="69195"/>
                  <a:pt x="6116" y="69195"/>
                  <a:pt x="5097" y="69195"/>
                </a:cubicBezTo>
                <a:cubicBezTo>
                  <a:pt x="3567" y="61114"/>
                  <a:pt x="2038" y="53033"/>
                  <a:pt x="509" y="44952"/>
                </a:cubicBezTo>
                <a:cubicBezTo>
                  <a:pt x="2038" y="44446"/>
                  <a:pt x="3567" y="44446"/>
                  <a:pt x="5097" y="43941"/>
                </a:cubicBezTo>
                <a:cubicBezTo>
                  <a:pt x="5607" y="45456"/>
                  <a:pt x="6116" y="46972"/>
                  <a:pt x="6626" y="47982"/>
                </a:cubicBezTo>
                <a:cubicBezTo>
                  <a:pt x="9174" y="53538"/>
                  <a:pt x="13252" y="58589"/>
                  <a:pt x="18349" y="61619"/>
                </a:cubicBezTo>
                <a:cubicBezTo>
                  <a:pt x="23445" y="65155"/>
                  <a:pt x="29053" y="66164"/>
                  <a:pt x="35169" y="64649"/>
                </a:cubicBezTo>
                <a:cubicBezTo>
                  <a:pt x="38227" y="64144"/>
                  <a:pt x="40775" y="62123"/>
                  <a:pt x="43324" y="60104"/>
                </a:cubicBezTo>
                <a:cubicBezTo>
                  <a:pt x="47911" y="55557"/>
                  <a:pt x="47911" y="46972"/>
                  <a:pt x="41285" y="43437"/>
                </a:cubicBezTo>
                <a:cubicBezTo>
                  <a:pt x="38227" y="41921"/>
                  <a:pt x="35169" y="40911"/>
                  <a:pt x="32111" y="39901"/>
                </a:cubicBezTo>
                <a:cubicBezTo>
                  <a:pt x="28033" y="38386"/>
                  <a:pt x="23445" y="37375"/>
                  <a:pt x="19369" y="35860"/>
                </a:cubicBezTo>
                <a:cubicBezTo>
                  <a:pt x="15800" y="34850"/>
                  <a:pt x="12742" y="33335"/>
                  <a:pt x="9684" y="31314"/>
                </a:cubicBezTo>
                <a:cubicBezTo>
                  <a:pt x="509" y="25758"/>
                  <a:pt x="0" y="13637"/>
                  <a:pt x="7645" y="6566"/>
                </a:cubicBezTo>
                <a:cubicBezTo>
                  <a:pt x="12742" y="1515"/>
                  <a:pt x="18858" y="0"/>
                  <a:pt x="25994" y="0"/>
                </a:cubicBezTo>
                <a:cubicBezTo>
                  <a:pt x="31601" y="0"/>
                  <a:pt x="36698" y="1515"/>
                  <a:pt x="41285" y="5051"/>
                </a:cubicBezTo>
                <a:cubicBezTo>
                  <a:pt x="41285" y="5051"/>
                  <a:pt x="41285" y="5556"/>
                  <a:pt x="41794" y="5556"/>
                </a:cubicBezTo>
                <a:cubicBezTo>
                  <a:pt x="41794" y="5556"/>
                  <a:pt x="41794" y="5556"/>
                  <a:pt x="42304" y="5556"/>
                </a:cubicBezTo>
                <a:cubicBezTo>
                  <a:pt x="42814" y="4041"/>
                  <a:pt x="43324" y="2525"/>
                  <a:pt x="44343" y="1010"/>
                </a:cubicBezTo>
                <a:cubicBezTo>
                  <a:pt x="45362" y="1010"/>
                  <a:pt x="46382" y="1010"/>
                  <a:pt x="47401" y="1010"/>
                </a:cubicBezTo>
                <a:cubicBezTo>
                  <a:pt x="48931" y="8081"/>
                  <a:pt x="50969" y="15152"/>
                  <a:pt x="52498" y="2222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0" name="Freeform 10"/>
          <p:cNvSpPr/>
          <p:nvPr/>
        </p:nvSpPr>
        <p:spPr>
          <a:xfrm>
            <a:off x="10693400" y="685800"/>
            <a:ext cx="57594" cy="68429"/>
          </a:xfrm>
          <a:custGeom>
            <a:avLst/>
            <a:gdLst/>
            <a:ahLst/>
            <a:cxnLst/>
            <a:rect l="l" t="t" r="r" b="b"/>
            <a:pathLst>
              <a:path w="57594" h="68429">
                <a:moveTo>
                  <a:pt x="16820" y="39536"/>
                </a:moveTo>
                <a:cubicBezTo>
                  <a:pt x="16820" y="40551"/>
                  <a:pt x="16820" y="41058"/>
                  <a:pt x="16820" y="41565"/>
                </a:cubicBezTo>
                <a:cubicBezTo>
                  <a:pt x="16820" y="47140"/>
                  <a:pt x="16820" y="52208"/>
                  <a:pt x="16820" y="57785"/>
                </a:cubicBezTo>
                <a:cubicBezTo>
                  <a:pt x="16820" y="58292"/>
                  <a:pt x="16820" y="59305"/>
                  <a:pt x="16820" y="59812"/>
                </a:cubicBezTo>
                <a:cubicBezTo>
                  <a:pt x="17329" y="63360"/>
                  <a:pt x="17840" y="64374"/>
                  <a:pt x="21916" y="64880"/>
                </a:cubicBezTo>
                <a:cubicBezTo>
                  <a:pt x="22936" y="64880"/>
                  <a:pt x="23956" y="64880"/>
                  <a:pt x="24975" y="64880"/>
                </a:cubicBezTo>
                <a:cubicBezTo>
                  <a:pt x="24975" y="65895"/>
                  <a:pt x="24975" y="67415"/>
                  <a:pt x="24975" y="68429"/>
                </a:cubicBezTo>
                <a:cubicBezTo>
                  <a:pt x="16820" y="68429"/>
                  <a:pt x="8155" y="68429"/>
                  <a:pt x="0" y="68429"/>
                </a:cubicBezTo>
                <a:cubicBezTo>
                  <a:pt x="0" y="67415"/>
                  <a:pt x="0" y="66402"/>
                  <a:pt x="0" y="64880"/>
                </a:cubicBezTo>
                <a:cubicBezTo>
                  <a:pt x="1020" y="64880"/>
                  <a:pt x="2549" y="64880"/>
                  <a:pt x="4078" y="64374"/>
                </a:cubicBezTo>
                <a:cubicBezTo>
                  <a:pt x="6626" y="63867"/>
                  <a:pt x="7136" y="63360"/>
                  <a:pt x="7645" y="60825"/>
                </a:cubicBezTo>
                <a:cubicBezTo>
                  <a:pt x="7645" y="59812"/>
                  <a:pt x="7645" y="58798"/>
                  <a:pt x="7645" y="57785"/>
                </a:cubicBezTo>
                <a:cubicBezTo>
                  <a:pt x="8155" y="42071"/>
                  <a:pt x="8155" y="26358"/>
                  <a:pt x="7645" y="10645"/>
                </a:cubicBezTo>
                <a:cubicBezTo>
                  <a:pt x="7645" y="9630"/>
                  <a:pt x="7645" y="8110"/>
                  <a:pt x="7645" y="7097"/>
                </a:cubicBezTo>
                <a:cubicBezTo>
                  <a:pt x="7136" y="5575"/>
                  <a:pt x="6116" y="4562"/>
                  <a:pt x="4587" y="4562"/>
                </a:cubicBezTo>
                <a:cubicBezTo>
                  <a:pt x="3058" y="4055"/>
                  <a:pt x="1529" y="4055"/>
                  <a:pt x="0" y="4055"/>
                </a:cubicBezTo>
                <a:cubicBezTo>
                  <a:pt x="0" y="2535"/>
                  <a:pt x="0" y="1520"/>
                  <a:pt x="0" y="507"/>
                </a:cubicBezTo>
                <a:cubicBezTo>
                  <a:pt x="509" y="0"/>
                  <a:pt x="1529" y="0"/>
                  <a:pt x="2038" y="0"/>
                </a:cubicBezTo>
                <a:cubicBezTo>
                  <a:pt x="10704" y="0"/>
                  <a:pt x="19878" y="0"/>
                  <a:pt x="28543" y="0"/>
                </a:cubicBezTo>
                <a:cubicBezTo>
                  <a:pt x="31601" y="0"/>
                  <a:pt x="34660" y="507"/>
                  <a:pt x="37207" y="507"/>
                </a:cubicBezTo>
                <a:cubicBezTo>
                  <a:pt x="49949" y="2027"/>
                  <a:pt x="57594" y="13179"/>
                  <a:pt x="54027" y="25344"/>
                </a:cubicBezTo>
                <a:cubicBezTo>
                  <a:pt x="51989" y="32441"/>
                  <a:pt x="47401" y="37003"/>
                  <a:pt x="39756" y="38523"/>
                </a:cubicBezTo>
                <a:cubicBezTo>
                  <a:pt x="35678" y="39030"/>
                  <a:pt x="32111" y="39030"/>
                  <a:pt x="28033" y="39536"/>
                </a:cubicBezTo>
                <a:cubicBezTo>
                  <a:pt x="24465" y="39536"/>
                  <a:pt x="20898" y="39536"/>
                  <a:pt x="16820" y="39536"/>
                </a:cubicBezTo>
                <a:close/>
                <a:moveTo>
                  <a:pt x="16820" y="34468"/>
                </a:moveTo>
                <a:cubicBezTo>
                  <a:pt x="22936" y="33961"/>
                  <a:pt x="28543" y="34468"/>
                  <a:pt x="34149" y="33961"/>
                </a:cubicBezTo>
                <a:cubicBezTo>
                  <a:pt x="38736" y="33454"/>
                  <a:pt x="41794" y="30413"/>
                  <a:pt x="43324" y="26358"/>
                </a:cubicBezTo>
                <a:cubicBezTo>
                  <a:pt x="45362" y="22809"/>
                  <a:pt x="45362" y="18754"/>
                  <a:pt x="44343" y="14699"/>
                </a:cubicBezTo>
                <a:cubicBezTo>
                  <a:pt x="42814" y="9630"/>
                  <a:pt x="39756" y="6082"/>
                  <a:pt x="33640" y="5575"/>
                </a:cubicBezTo>
                <a:cubicBezTo>
                  <a:pt x="28543" y="5575"/>
                  <a:pt x="22936" y="5575"/>
                  <a:pt x="17329" y="5575"/>
                </a:cubicBezTo>
                <a:cubicBezTo>
                  <a:pt x="17329" y="5575"/>
                  <a:pt x="17329" y="5575"/>
                  <a:pt x="16820" y="5575"/>
                </a:cubicBezTo>
                <a:cubicBezTo>
                  <a:pt x="16820" y="15207"/>
                  <a:pt x="16820" y="24331"/>
                  <a:pt x="16820" y="3446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1" name="Freeform 11"/>
          <p:cNvSpPr/>
          <p:nvPr/>
        </p:nvSpPr>
        <p:spPr>
          <a:xfrm>
            <a:off x="11099800" y="685800"/>
            <a:ext cx="67859" cy="70140"/>
          </a:xfrm>
          <a:custGeom>
            <a:avLst/>
            <a:gdLst/>
            <a:ahLst/>
            <a:cxnLst/>
            <a:rect l="l" t="t" r="r" b="b"/>
            <a:pathLst>
              <a:path w="67859" h="70140">
                <a:moveTo>
                  <a:pt x="25001" y="0"/>
                </a:moveTo>
                <a:cubicBezTo>
                  <a:pt x="25001" y="1016"/>
                  <a:pt x="25001" y="2033"/>
                  <a:pt x="25001" y="3557"/>
                </a:cubicBezTo>
                <a:cubicBezTo>
                  <a:pt x="23470" y="3557"/>
                  <a:pt x="22450" y="3557"/>
                  <a:pt x="20919" y="4067"/>
                </a:cubicBezTo>
                <a:cubicBezTo>
                  <a:pt x="18368" y="4067"/>
                  <a:pt x="17347" y="5083"/>
                  <a:pt x="17347" y="7624"/>
                </a:cubicBezTo>
                <a:cubicBezTo>
                  <a:pt x="16838" y="8640"/>
                  <a:pt x="16838" y="10165"/>
                  <a:pt x="16838" y="11690"/>
                </a:cubicBezTo>
                <a:cubicBezTo>
                  <a:pt x="16838" y="21855"/>
                  <a:pt x="16838" y="32021"/>
                  <a:pt x="16838" y="42186"/>
                </a:cubicBezTo>
                <a:cubicBezTo>
                  <a:pt x="16838" y="44219"/>
                  <a:pt x="16838" y="46760"/>
                  <a:pt x="17347" y="48793"/>
                </a:cubicBezTo>
                <a:cubicBezTo>
                  <a:pt x="18368" y="56925"/>
                  <a:pt x="23470" y="60992"/>
                  <a:pt x="30613" y="63024"/>
                </a:cubicBezTo>
                <a:cubicBezTo>
                  <a:pt x="38777" y="65057"/>
                  <a:pt x="45409" y="62516"/>
                  <a:pt x="51022" y="55909"/>
                </a:cubicBezTo>
                <a:cubicBezTo>
                  <a:pt x="53063" y="53876"/>
                  <a:pt x="53572" y="50827"/>
                  <a:pt x="54083" y="47776"/>
                </a:cubicBezTo>
                <a:cubicBezTo>
                  <a:pt x="54083" y="45743"/>
                  <a:pt x="54083" y="43202"/>
                  <a:pt x="54593" y="40660"/>
                </a:cubicBezTo>
                <a:cubicBezTo>
                  <a:pt x="54593" y="31513"/>
                  <a:pt x="54593" y="21855"/>
                  <a:pt x="54593" y="12198"/>
                </a:cubicBezTo>
                <a:cubicBezTo>
                  <a:pt x="54593" y="10673"/>
                  <a:pt x="54083" y="9149"/>
                  <a:pt x="54083" y="7624"/>
                </a:cubicBezTo>
                <a:cubicBezTo>
                  <a:pt x="53572" y="5083"/>
                  <a:pt x="52553" y="4067"/>
                  <a:pt x="49491" y="4067"/>
                </a:cubicBezTo>
                <a:cubicBezTo>
                  <a:pt x="48471" y="3557"/>
                  <a:pt x="47450" y="3557"/>
                  <a:pt x="46430" y="3557"/>
                </a:cubicBezTo>
                <a:cubicBezTo>
                  <a:pt x="46430" y="2033"/>
                  <a:pt x="46430" y="1016"/>
                  <a:pt x="46430" y="0"/>
                </a:cubicBezTo>
                <a:cubicBezTo>
                  <a:pt x="53572" y="0"/>
                  <a:pt x="60716" y="0"/>
                  <a:pt x="67859" y="0"/>
                </a:cubicBezTo>
                <a:cubicBezTo>
                  <a:pt x="67859" y="1016"/>
                  <a:pt x="67859" y="2033"/>
                  <a:pt x="67859" y="3557"/>
                </a:cubicBezTo>
                <a:cubicBezTo>
                  <a:pt x="66839" y="3557"/>
                  <a:pt x="65308" y="3557"/>
                  <a:pt x="64287" y="4067"/>
                </a:cubicBezTo>
                <a:cubicBezTo>
                  <a:pt x="61736" y="4067"/>
                  <a:pt x="60716" y="5591"/>
                  <a:pt x="60206" y="7624"/>
                </a:cubicBezTo>
                <a:cubicBezTo>
                  <a:pt x="60206" y="9149"/>
                  <a:pt x="60206" y="11182"/>
                  <a:pt x="60206" y="12706"/>
                </a:cubicBezTo>
                <a:cubicBezTo>
                  <a:pt x="59695" y="23379"/>
                  <a:pt x="60206" y="34054"/>
                  <a:pt x="59695" y="44727"/>
                </a:cubicBezTo>
                <a:cubicBezTo>
                  <a:pt x="59695" y="47776"/>
                  <a:pt x="59186" y="50317"/>
                  <a:pt x="58165" y="53368"/>
                </a:cubicBezTo>
                <a:cubicBezTo>
                  <a:pt x="55104" y="63024"/>
                  <a:pt x="47960" y="68108"/>
                  <a:pt x="37756" y="69124"/>
                </a:cubicBezTo>
                <a:cubicBezTo>
                  <a:pt x="30613" y="70140"/>
                  <a:pt x="23980" y="68616"/>
                  <a:pt x="17857" y="64549"/>
                </a:cubicBezTo>
                <a:cubicBezTo>
                  <a:pt x="12245" y="60992"/>
                  <a:pt x="9183" y="55400"/>
                  <a:pt x="8674" y="48793"/>
                </a:cubicBezTo>
                <a:cubicBezTo>
                  <a:pt x="8164" y="46760"/>
                  <a:pt x="8164" y="44219"/>
                  <a:pt x="8164" y="42186"/>
                </a:cubicBezTo>
                <a:cubicBezTo>
                  <a:pt x="8164" y="32529"/>
                  <a:pt x="8164" y="22871"/>
                  <a:pt x="8164" y="12706"/>
                </a:cubicBezTo>
                <a:cubicBezTo>
                  <a:pt x="8164" y="11182"/>
                  <a:pt x="8164" y="9149"/>
                  <a:pt x="8164" y="7624"/>
                </a:cubicBezTo>
                <a:cubicBezTo>
                  <a:pt x="7653" y="5083"/>
                  <a:pt x="6633" y="4067"/>
                  <a:pt x="4082" y="4067"/>
                </a:cubicBezTo>
                <a:cubicBezTo>
                  <a:pt x="2551" y="3557"/>
                  <a:pt x="1530" y="3557"/>
                  <a:pt x="0" y="3557"/>
                </a:cubicBezTo>
                <a:cubicBezTo>
                  <a:pt x="0" y="2033"/>
                  <a:pt x="0" y="1016"/>
                  <a:pt x="0" y="0"/>
                </a:cubicBezTo>
                <a:cubicBezTo>
                  <a:pt x="8164" y="0"/>
                  <a:pt x="16327" y="0"/>
                  <a:pt x="25001"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2" name="Freeform 12"/>
          <p:cNvSpPr/>
          <p:nvPr/>
        </p:nvSpPr>
        <p:spPr>
          <a:xfrm>
            <a:off x="11264900" y="685800"/>
            <a:ext cx="67288" cy="69571"/>
          </a:xfrm>
          <a:custGeom>
            <a:avLst/>
            <a:gdLst/>
            <a:ahLst/>
            <a:cxnLst/>
            <a:rect l="l" t="t" r="r" b="b"/>
            <a:pathLst>
              <a:path w="67288" h="69571">
                <a:moveTo>
                  <a:pt x="36933" y="69571"/>
                </a:moveTo>
                <a:cubicBezTo>
                  <a:pt x="34910" y="69571"/>
                  <a:pt x="33392" y="69571"/>
                  <a:pt x="32380" y="69571"/>
                </a:cubicBezTo>
                <a:cubicBezTo>
                  <a:pt x="30862" y="69571"/>
                  <a:pt x="29850" y="69063"/>
                  <a:pt x="29345" y="67539"/>
                </a:cubicBezTo>
                <a:cubicBezTo>
                  <a:pt x="26308" y="58398"/>
                  <a:pt x="22767" y="49765"/>
                  <a:pt x="19732" y="40625"/>
                </a:cubicBezTo>
                <a:cubicBezTo>
                  <a:pt x="15684" y="30977"/>
                  <a:pt x="12142" y="21328"/>
                  <a:pt x="8600" y="11680"/>
                </a:cubicBezTo>
                <a:cubicBezTo>
                  <a:pt x="8095" y="10156"/>
                  <a:pt x="7590" y="8632"/>
                  <a:pt x="6577" y="7109"/>
                </a:cubicBezTo>
                <a:cubicBezTo>
                  <a:pt x="5565" y="5079"/>
                  <a:pt x="4047" y="4063"/>
                  <a:pt x="2023" y="3555"/>
                </a:cubicBezTo>
                <a:cubicBezTo>
                  <a:pt x="1518" y="3555"/>
                  <a:pt x="1012" y="3555"/>
                  <a:pt x="0" y="3555"/>
                </a:cubicBezTo>
                <a:cubicBezTo>
                  <a:pt x="0" y="2031"/>
                  <a:pt x="0" y="1016"/>
                  <a:pt x="0" y="0"/>
                </a:cubicBezTo>
                <a:cubicBezTo>
                  <a:pt x="8095" y="0"/>
                  <a:pt x="15684" y="0"/>
                  <a:pt x="23778" y="0"/>
                </a:cubicBezTo>
                <a:cubicBezTo>
                  <a:pt x="23778" y="1016"/>
                  <a:pt x="23778" y="2031"/>
                  <a:pt x="23778" y="3555"/>
                </a:cubicBezTo>
                <a:cubicBezTo>
                  <a:pt x="22261" y="3555"/>
                  <a:pt x="21250" y="3555"/>
                  <a:pt x="19732" y="4063"/>
                </a:cubicBezTo>
                <a:cubicBezTo>
                  <a:pt x="17202" y="4063"/>
                  <a:pt x="16695" y="5079"/>
                  <a:pt x="17202" y="7617"/>
                </a:cubicBezTo>
                <a:cubicBezTo>
                  <a:pt x="17202" y="8632"/>
                  <a:pt x="17708" y="9648"/>
                  <a:pt x="17708" y="10156"/>
                </a:cubicBezTo>
                <a:cubicBezTo>
                  <a:pt x="23273" y="25898"/>
                  <a:pt x="28838" y="41133"/>
                  <a:pt x="34403" y="56874"/>
                </a:cubicBezTo>
                <a:cubicBezTo>
                  <a:pt x="34910" y="57382"/>
                  <a:pt x="34910" y="57890"/>
                  <a:pt x="35415" y="58906"/>
                </a:cubicBezTo>
                <a:cubicBezTo>
                  <a:pt x="35921" y="57890"/>
                  <a:pt x="35921" y="57382"/>
                  <a:pt x="36427" y="57382"/>
                </a:cubicBezTo>
                <a:cubicBezTo>
                  <a:pt x="41993" y="41133"/>
                  <a:pt x="47558" y="25391"/>
                  <a:pt x="53628" y="9140"/>
                </a:cubicBezTo>
                <a:cubicBezTo>
                  <a:pt x="53628" y="8632"/>
                  <a:pt x="53628" y="8632"/>
                  <a:pt x="53628" y="8125"/>
                </a:cubicBezTo>
                <a:cubicBezTo>
                  <a:pt x="54135" y="5079"/>
                  <a:pt x="53628" y="4063"/>
                  <a:pt x="51100" y="3555"/>
                </a:cubicBezTo>
                <a:cubicBezTo>
                  <a:pt x="49581" y="3555"/>
                  <a:pt x="48570" y="3555"/>
                  <a:pt x="47558" y="3555"/>
                </a:cubicBezTo>
                <a:cubicBezTo>
                  <a:pt x="47558" y="2031"/>
                  <a:pt x="47558" y="1016"/>
                  <a:pt x="47558" y="0"/>
                </a:cubicBezTo>
                <a:cubicBezTo>
                  <a:pt x="53628" y="0"/>
                  <a:pt x="60206" y="0"/>
                  <a:pt x="67288" y="0"/>
                </a:cubicBezTo>
                <a:cubicBezTo>
                  <a:pt x="67288" y="1016"/>
                  <a:pt x="67288" y="2031"/>
                  <a:pt x="67288" y="3555"/>
                </a:cubicBezTo>
                <a:cubicBezTo>
                  <a:pt x="66783" y="3555"/>
                  <a:pt x="66277" y="3555"/>
                  <a:pt x="65771" y="3555"/>
                </a:cubicBezTo>
                <a:cubicBezTo>
                  <a:pt x="62735" y="4063"/>
                  <a:pt x="61218" y="5585"/>
                  <a:pt x="60206" y="8125"/>
                </a:cubicBezTo>
                <a:cubicBezTo>
                  <a:pt x="58688" y="12187"/>
                  <a:pt x="57170" y="15742"/>
                  <a:pt x="55653" y="19296"/>
                </a:cubicBezTo>
                <a:cubicBezTo>
                  <a:pt x="49581" y="35547"/>
                  <a:pt x="43510" y="51289"/>
                  <a:pt x="37440" y="67539"/>
                </a:cubicBezTo>
                <a:cubicBezTo>
                  <a:pt x="37440" y="68047"/>
                  <a:pt x="36933" y="68555"/>
                  <a:pt x="36933" y="695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3" name="Freeform 13"/>
          <p:cNvSpPr/>
          <p:nvPr/>
        </p:nvSpPr>
        <p:spPr>
          <a:xfrm>
            <a:off x="11620500" y="685800"/>
            <a:ext cx="61016" cy="68429"/>
          </a:xfrm>
          <a:custGeom>
            <a:avLst/>
            <a:gdLst/>
            <a:ahLst/>
            <a:cxnLst/>
            <a:rect l="l" t="t" r="r" b="b"/>
            <a:pathLst>
              <a:path w="61016" h="68429">
                <a:moveTo>
                  <a:pt x="43219" y="64374"/>
                </a:moveTo>
                <a:cubicBezTo>
                  <a:pt x="43219" y="65895"/>
                  <a:pt x="43219" y="66909"/>
                  <a:pt x="43219" y="67922"/>
                </a:cubicBezTo>
                <a:cubicBezTo>
                  <a:pt x="41186" y="68429"/>
                  <a:pt x="22372" y="68429"/>
                  <a:pt x="17797" y="67922"/>
                </a:cubicBezTo>
                <a:cubicBezTo>
                  <a:pt x="17797" y="66909"/>
                  <a:pt x="17797" y="65895"/>
                  <a:pt x="17797" y="64374"/>
                </a:cubicBezTo>
                <a:cubicBezTo>
                  <a:pt x="19322" y="64374"/>
                  <a:pt x="20847" y="63867"/>
                  <a:pt x="22372" y="63867"/>
                </a:cubicBezTo>
                <a:cubicBezTo>
                  <a:pt x="24407" y="63867"/>
                  <a:pt x="25423" y="62854"/>
                  <a:pt x="25423" y="60825"/>
                </a:cubicBezTo>
                <a:cubicBezTo>
                  <a:pt x="25932" y="59812"/>
                  <a:pt x="25932" y="58292"/>
                  <a:pt x="25932" y="57277"/>
                </a:cubicBezTo>
                <a:cubicBezTo>
                  <a:pt x="25932" y="52715"/>
                  <a:pt x="25932" y="48153"/>
                  <a:pt x="25932" y="43085"/>
                </a:cubicBezTo>
                <a:cubicBezTo>
                  <a:pt x="25932" y="42071"/>
                  <a:pt x="25932" y="41058"/>
                  <a:pt x="25423" y="40043"/>
                </a:cubicBezTo>
                <a:cubicBezTo>
                  <a:pt x="19830" y="29906"/>
                  <a:pt x="14237" y="19769"/>
                  <a:pt x="8644" y="9630"/>
                </a:cubicBezTo>
                <a:cubicBezTo>
                  <a:pt x="8136" y="8617"/>
                  <a:pt x="7628" y="8110"/>
                  <a:pt x="7628" y="7603"/>
                </a:cubicBezTo>
                <a:cubicBezTo>
                  <a:pt x="6101" y="5069"/>
                  <a:pt x="4576" y="3548"/>
                  <a:pt x="1525" y="3548"/>
                </a:cubicBezTo>
                <a:cubicBezTo>
                  <a:pt x="1017" y="3548"/>
                  <a:pt x="508" y="3548"/>
                  <a:pt x="0" y="3548"/>
                </a:cubicBezTo>
                <a:cubicBezTo>
                  <a:pt x="0" y="2027"/>
                  <a:pt x="0" y="1013"/>
                  <a:pt x="0" y="0"/>
                </a:cubicBezTo>
                <a:cubicBezTo>
                  <a:pt x="8136" y="0"/>
                  <a:pt x="15762" y="0"/>
                  <a:pt x="24407" y="0"/>
                </a:cubicBezTo>
                <a:cubicBezTo>
                  <a:pt x="24407" y="1013"/>
                  <a:pt x="24407" y="2027"/>
                  <a:pt x="24407" y="3548"/>
                </a:cubicBezTo>
                <a:cubicBezTo>
                  <a:pt x="22882" y="3548"/>
                  <a:pt x="21355" y="3548"/>
                  <a:pt x="20339" y="3548"/>
                </a:cubicBezTo>
                <a:cubicBezTo>
                  <a:pt x="17797" y="4055"/>
                  <a:pt x="17287" y="5069"/>
                  <a:pt x="18305" y="7097"/>
                </a:cubicBezTo>
                <a:cubicBezTo>
                  <a:pt x="18305" y="7603"/>
                  <a:pt x="18814" y="8617"/>
                  <a:pt x="18814" y="9124"/>
                </a:cubicBezTo>
                <a:cubicBezTo>
                  <a:pt x="22882" y="16727"/>
                  <a:pt x="26948" y="24837"/>
                  <a:pt x="31016" y="32441"/>
                </a:cubicBezTo>
                <a:cubicBezTo>
                  <a:pt x="31016" y="32948"/>
                  <a:pt x="31525" y="33454"/>
                  <a:pt x="32033" y="34468"/>
                </a:cubicBezTo>
                <a:cubicBezTo>
                  <a:pt x="32542" y="33454"/>
                  <a:pt x="33050" y="32948"/>
                  <a:pt x="33558" y="32441"/>
                </a:cubicBezTo>
                <a:cubicBezTo>
                  <a:pt x="37626" y="24837"/>
                  <a:pt x="41694" y="17234"/>
                  <a:pt x="46270" y="9124"/>
                </a:cubicBezTo>
                <a:cubicBezTo>
                  <a:pt x="46779" y="8110"/>
                  <a:pt x="47287" y="7097"/>
                  <a:pt x="47287" y="6082"/>
                </a:cubicBezTo>
                <a:cubicBezTo>
                  <a:pt x="47796" y="4562"/>
                  <a:pt x="47287" y="4055"/>
                  <a:pt x="45762" y="4055"/>
                </a:cubicBezTo>
                <a:cubicBezTo>
                  <a:pt x="44237" y="3548"/>
                  <a:pt x="43219" y="3548"/>
                  <a:pt x="41186" y="3548"/>
                </a:cubicBezTo>
                <a:cubicBezTo>
                  <a:pt x="41186" y="2027"/>
                  <a:pt x="41186" y="1013"/>
                  <a:pt x="41186" y="0"/>
                </a:cubicBezTo>
                <a:cubicBezTo>
                  <a:pt x="47796" y="0"/>
                  <a:pt x="54406" y="0"/>
                  <a:pt x="61016" y="0"/>
                </a:cubicBezTo>
                <a:cubicBezTo>
                  <a:pt x="61016" y="1013"/>
                  <a:pt x="61016" y="2027"/>
                  <a:pt x="61016" y="3548"/>
                </a:cubicBezTo>
                <a:cubicBezTo>
                  <a:pt x="60508" y="3548"/>
                  <a:pt x="59491" y="3548"/>
                  <a:pt x="58473" y="4055"/>
                </a:cubicBezTo>
                <a:cubicBezTo>
                  <a:pt x="56948" y="4055"/>
                  <a:pt x="55423" y="4562"/>
                  <a:pt x="54915" y="6082"/>
                </a:cubicBezTo>
                <a:cubicBezTo>
                  <a:pt x="53898" y="7097"/>
                  <a:pt x="52880" y="8617"/>
                  <a:pt x="52372" y="9630"/>
                </a:cubicBezTo>
                <a:cubicBezTo>
                  <a:pt x="46779" y="19262"/>
                  <a:pt x="41186" y="28386"/>
                  <a:pt x="36101" y="38016"/>
                </a:cubicBezTo>
                <a:cubicBezTo>
                  <a:pt x="35084" y="39030"/>
                  <a:pt x="34576" y="40551"/>
                  <a:pt x="35084" y="41565"/>
                </a:cubicBezTo>
                <a:cubicBezTo>
                  <a:pt x="35084" y="46633"/>
                  <a:pt x="35084" y="51702"/>
                  <a:pt x="35084" y="56264"/>
                </a:cubicBezTo>
                <a:cubicBezTo>
                  <a:pt x="35084" y="57785"/>
                  <a:pt x="35084" y="58798"/>
                  <a:pt x="35084" y="59812"/>
                </a:cubicBezTo>
                <a:cubicBezTo>
                  <a:pt x="35593" y="62854"/>
                  <a:pt x="36101" y="63360"/>
                  <a:pt x="39152" y="63867"/>
                </a:cubicBezTo>
                <a:cubicBezTo>
                  <a:pt x="40677" y="63867"/>
                  <a:pt x="41694" y="64374"/>
                  <a:pt x="43219" y="643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4" name="Freeform 14"/>
          <p:cNvSpPr/>
          <p:nvPr/>
        </p:nvSpPr>
        <p:spPr>
          <a:xfrm>
            <a:off x="11569700" y="685800"/>
            <a:ext cx="58735" cy="70140"/>
          </a:xfrm>
          <a:custGeom>
            <a:avLst/>
            <a:gdLst/>
            <a:ahLst/>
            <a:cxnLst/>
            <a:rect l="l" t="t" r="r" b="b"/>
            <a:pathLst>
              <a:path w="58735" h="70140">
                <a:moveTo>
                  <a:pt x="54685" y="21194"/>
                </a:moveTo>
                <a:cubicBezTo>
                  <a:pt x="53671" y="18670"/>
                  <a:pt x="52659" y="16652"/>
                  <a:pt x="51646" y="14633"/>
                </a:cubicBezTo>
                <a:cubicBezTo>
                  <a:pt x="48608" y="8579"/>
                  <a:pt x="43039" y="6560"/>
                  <a:pt x="36457" y="7065"/>
                </a:cubicBezTo>
                <a:cubicBezTo>
                  <a:pt x="34431" y="7065"/>
                  <a:pt x="33924" y="7569"/>
                  <a:pt x="33924" y="9083"/>
                </a:cubicBezTo>
                <a:cubicBezTo>
                  <a:pt x="33419" y="10093"/>
                  <a:pt x="33419" y="11101"/>
                  <a:pt x="33419" y="12111"/>
                </a:cubicBezTo>
                <a:cubicBezTo>
                  <a:pt x="33419" y="27249"/>
                  <a:pt x="33419" y="42892"/>
                  <a:pt x="33419" y="58030"/>
                </a:cubicBezTo>
                <a:cubicBezTo>
                  <a:pt x="33419" y="59543"/>
                  <a:pt x="33924" y="60552"/>
                  <a:pt x="33924" y="62066"/>
                </a:cubicBezTo>
                <a:cubicBezTo>
                  <a:pt x="34431" y="64590"/>
                  <a:pt x="35443" y="65598"/>
                  <a:pt x="37976" y="66104"/>
                </a:cubicBezTo>
                <a:cubicBezTo>
                  <a:pt x="39494" y="66104"/>
                  <a:pt x="40507" y="66608"/>
                  <a:pt x="42026" y="66608"/>
                </a:cubicBezTo>
                <a:cubicBezTo>
                  <a:pt x="42026" y="67617"/>
                  <a:pt x="42026" y="69131"/>
                  <a:pt x="42026" y="70140"/>
                </a:cubicBezTo>
                <a:cubicBezTo>
                  <a:pt x="33419" y="70140"/>
                  <a:pt x="25316" y="70140"/>
                  <a:pt x="16709" y="70140"/>
                </a:cubicBezTo>
                <a:cubicBezTo>
                  <a:pt x="16709" y="69131"/>
                  <a:pt x="16709" y="68122"/>
                  <a:pt x="16709" y="66608"/>
                </a:cubicBezTo>
                <a:cubicBezTo>
                  <a:pt x="18228" y="66608"/>
                  <a:pt x="19747" y="66104"/>
                  <a:pt x="20759" y="66104"/>
                </a:cubicBezTo>
                <a:cubicBezTo>
                  <a:pt x="23797" y="65598"/>
                  <a:pt x="24811" y="64590"/>
                  <a:pt x="24811" y="62066"/>
                </a:cubicBezTo>
                <a:cubicBezTo>
                  <a:pt x="24811" y="61057"/>
                  <a:pt x="24811" y="60552"/>
                  <a:pt x="24811" y="59543"/>
                </a:cubicBezTo>
                <a:cubicBezTo>
                  <a:pt x="24811" y="43396"/>
                  <a:pt x="24811" y="27249"/>
                  <a:pt x="24811" y="11101"/>
                </a:cubicBezTo>
                <a:cubicBezTo>
                  <a:pt x="24811" y="7065"/>
                  <a:pt x="24811" y="6560"/>
                  <a:pt x="20759" y="7065"/>
                </a:cubicBezTo>
                <a:cubicBezTo>
                  <a:pt x="19240" y="7065"/>
                  <a:pt x="17722" y="7065"/>
                  <a:pt x="16203" y="7569"/>
                </a:cubicBezTo>
                <a:cubicBezTo>
                  <a:pt x="13165" y="8073"/>
                  <a:pt x="10632" y="9083"/>
                  <a:pt x="9114" y="11607"/>
                </a:cubicBezTo>
                <a:cubicBezTo>
                  <a:pt x="7595" y="13625"/>
                  <a:pt x="6582" y="16147"/>
                  <a:pt x="5570" y="18166"/>
                </a:cubicBezTo>
                <a:cubicBezTo>
                  <a:pt x="5063" y="19174"/>
                  <a:pt x="4557" y="20184"/>
                  <a:pt x="4051" y="21194"/>
                </a:cubicBezTo>
                <a:cubicBezTo>
                  <a:pt x="2531" y="20688"/>
                  <a:pt x="1519" y="20184"/>
                  <a:pt x="0" y="19680"/>
                </a:cubicBezTo>
                <a:cubicBezTo>
                  <a:pt x="2531" y="13119"/>
                  <a:pt x="4557" y="6560"/>
                  <a:pt x="6582" y="0"/>
                </a:cubicBezTo>
                <a:cubicBezTo>
                  <a:pt x="7595" y="0"/>
                  <a:pt x="8608" y="0"/>
                  <a:pt x="9620" y="0"/>
                </a:cubicBezTo>
                <a:cubicBezTo>
                  <a:pt x="10127" y="504"/>
                  <a:pt x="10127" y="1514"/>
                  <a:pt x="10632" y="2018"/>
                </a:cubicBezTo>
                <a:cubicBezTo>
                  <a:pt x="23292" y="2018"/>
                  <a:pt x="35443" y="2018"/>
                  <a:pt x="48103" y="2018"/>
                </a:cubicBezTo>
                <a:cubicBezTo>
                  <a:pt x="48103" y="1514"/>
                  <a:pt x="48608" y="504"/>
                  <a:pt x="49115" y="0"/>
                </a:cubicBezTo>
                <a:cubicBezTo>
                  <a:pt x="49621" y="0"/>
                  <a:pt x="50634" y="0"/>
                  <a:pt x="52153" y="0"/>
                </a:cubicBezTo>
                <a:cubicBezTo>
                  <a:pt x="54178" y="6560"/>
                  <a:pt x="56709" y="13119"/>
                  <a:pt x="58735" y="19680"/>
                </a:cubicBezTo>
                <a:cubicBezTo>
                  <a:pt x="57216" y="20184"/>
                  <a:pt x="56204" y="20688"/>
                  <a:pt x="54685" y="2119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5" name="Freeform 15"/>
          <p:cNvSpPr/>
          <p:nvPr/>
        </p:nvSpPr>
        <p:spPr>
          <a:xfrm>
            <a:off x="10896600" y="685800"/>
            <a:ext cx="25091" cy="67859"/>
          </a:xfrm>
          <a:custGeom>
            <a:avLst/>
            <a:gdLst/>
            <a:ahLst/>
            <a:cxnLst/>
            <a:rect l="l" t="t" r="r" b="b"/>
            <a:pathLst>
              <a:path w="25091" h="67859">
                <a:moveTo>
                  <a:pt x="0" y="67859"/>
                </a:moveTo>
                <a:cubicBezTo>
                  <a:pt x="0" y="66846"/>
                  <a:pt x="0" y="65833"/>
                  <a:pt x="0" y="64314"/>
                </a:cubicBezTo>
                <a:cubicBezTo>
                  <a:pt x="1505" y="64314"/>
                  <a:pt x="3011" y="64314"/>
                  <a:pt x="4516" y="63807"/>
                </a:cubicBezTo>
                <a:cubicBezTo>
                  <a:pt x="6524" y="63302"/>
                  <a:pt x="7527" y="62795"/>
                  <a:pt x="8029" y="60263"/>
                </a:cubicBezTo>
                <a:cubicBezTo>
                  <a:pt x="8029" y="59251"/>
                  <a:pt x="8029" y="58237"/>
                  <a:pt x="8029" y="57225"/>
                </a:cubicBezTo>
                <a:cubicBezTo>
                  <a:pt x="8029" y="41525"/>
                  <a:pt x="8029" y="26333"/>
                  <a:pt x="8029" y="10635"/>
                </a:cubicBezTo>
                <a:cubicBezTo>
                  <a:pt x="8029" y="9115"/>
                  <a:pt x="8029" y="8103"/>
                  <a:pt x="8029" y="6584"/>
                </a:cubicBezTo>
                <a:cubicBezTo>
                  <a:pt x="7527" y="5063"/>
                  <a:pt x="6524" y="4051"/>
                  <a:pt x="4516" y="4051"/>
                </a:cubicBezTo>
                <a:cubicBezTo>
                  <a:pt x="3011" y="3545"/>
                  <a:pt x="2008" y="3545"/>
                  <a:pt x="502" y="3545"/>
                </a:cubicBezTo>
                <a:cubicBezTo>
                  <a:pt x="502" y="2026"/>
                  <a:pt x="502" y="1012"/>
                  <a:pt x="502" y="0"/>
                </a:cubicBezTo>
                <a:cubicBezTo>
                  <a:pt x="8531" y="0"/>
                  <a:pt x="16560" y="0"/>
                  <a:pt x="24590" y="0"/>
                </a:cubicBezTo>
                <a:cubicBezTo>
                  <a:pt x="24590" y="1012"/>
                  <a:pt x="24590" y="2026"/>
                  <a:pt x="24590" y="3545"/>
                </a:cubicBezTo>
                <a:cubicBezTo>
                  <a:pt x="23585" y="3545"/>
                  <a:pt x="22080" y="3545"/>
                  <a:pt x="21077" y="4051"/>
                </a:cubicBezTo>
                <a:cubicBezTo>
                  <a:pt x="19069" y="4051"/>
                  <a:pt x="17564" y="5063"/>
                  <a:pt x="17062" y="7596"/>
                </a:cubicBezTo>
                <a:cubicBezTo>
                  <a:pt x="17062" y="8609"/>
                  <a:pt x="16560" y="10128"/>
                  <a:pt x="16560" y="11647"/>
                </a:cubicBezTo>
                <a:cubicBezTo>
                  <a:pt x="16560" y="26840"/>
                  <a:pt x="16560" y="42032"/>
                  <a:pt x="16560" y="57225"/>
                </a:cubicBezTo>
                <a:cubicBezTo>
                  <a:pt x="16560" y="62795"/>
                  <a:pt x="18066" y="63807"/>
                  <a:pt x="23084" y="64314"/>
                </a:cubicBezTo>
                <a:cubicBezTo>
                  <a:pt x="23585" y="64314"/>
                  <a:pt x="24087" y="64314"/>
                  <a:pt x="24590" y="64314"/>
                </a:cubicBezTo>
                <a:cubicBezTo>
                  <a:pt x="24590" y="64821"/>
                  <a:pt x="25091" y="65328"/>
                  <a:pt x="25091" y="66340"/>
                </a:cubicBezTo>
                <a:cubicBezTo>
                  <a:pt x="25091" y="66846"/>
                  <a:pt x="24590" y="67353"/>
                  <a:pt x="24590" y="67859"/>
                </a:cubicBezTo>
                <a:cubicBezTo>
                  <a:pt x="16560" y="67859"/>
                  <a:pt x="8531" y="67859"/>
                  <a:pt x="0" y="6785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6" name="Freeform 16"/>
          <p:cNvSpPr/>
          <p:nvPr/>
        </p:nvSpPr>
        <p:spPr>
          <a:xfrm>
            <a:off x="11544300" y="685800"/>
            <a:ext cx="24521" cy="68429"/>
          </a:xfrm>
          <a:custGeom>
            <a:avLst/>
            <a:gdLst/>
            <a:ahLst/>
            <a:cxnLst/>
            <a:rect l="l" t="t" r="r" b="b"/>
            <a:pathLst>
              <a:path w="24521" h="68429">
                <a:moveTo>
                  <a:pt x="0" y="3548"/>
                </a:moveTo>
                <a:cubicBezTo>
                  <a:pt x="0" y="2027"/>
                  <a:pt x="0" y="1013"/>
                  <a:pt x="0" y="0"/>
                </a:cubicBezTo>
                <a:cubicBezTo>
                  <a:pt x="8007" y="0"/>
                  <a:pt x="16013" y="0"/>
                  <a:pt x="24521" y="0"/>
                </a:cubicBezTo>
                <a:cubicBezTo>
                  <a:pt x="24521" y="1013"/>
                  <a:pt x="24521" y="2027"/>
                  <a:pt x="24521" y="3548"/>
                </a:cubicBezTo>
                <a:cubicBezTo>
                  <a:pt x="23020" y="3548"/>
                  <a:pt x="22019" y="3548"/>
                  <a:pt x="21018" y="4055"/>
                </a:cubicBezTo>
                <a:cubicBezTo>
                  <a:pt x="18515" y="4055"/>
                  <a:pt x="17515" y="5069"/>
                  <a:pt x="17014" y="7603"/>
                </a:cubicBezTo>
                <a:cubicBezTo>
                  <a:pt x="16514" y="9124"/>
                  <a:pt x="16514" y="10137"/>
                  <a:pt x="16514" y="11659"/>
                </a:cubicBezTo>
                <a:cubicBezTo>
                  <a:pt x="16514" y="26864"/>
                  <a:pt x="16514" y="42071"/>
                  <a:pt x="16514" y="57277"/>
                </a:cubicBezTo>
                <a:cubicBezTo>
                  <a:pt x="16514" y="62854"/>
                  <a:pt x="17515" y="63867"/>
                  <a:pt x="23020" y="64374"/>
                </a:cubicBezTo>
                <a:cubicBezTo>
                  <a:pt x="23520" y="64374"/>
                  <a:pt x="24021" y="64374"/>
                  <a:pt x="24521" y="64374"/>
                </a:cubicBezTo>
                <a:cubicBezTo>
                  <a:pt x="24521" y="65387"/>
                  <a:pt x="24521" y="66909"/>
                  <a:pt x="24521" y="67922"/>
                </a:cubicBezTo>
                <a:cubicBezTo>
                  <a:pt x="22520" y="68429"/>
                  <a:pt x="4503" y="68429"/>
                  <a:pt x="0" y="67922"/>
                </a:cubicBezTo>
                <a:cubicBezTo>
                  <a:pt x="0" y="66909"/>
                  <a:pt x="0" y="65895"/>
                  <a:pt x="0" y="64374"/>
                </a:cubicBezTo>
                <a:cubicBezTo>
                  <a:pt x="1501" y="64374"/>
                  <a:pt x="2502" y="64374"/>
                  <a:pt x="3503" y="63867"/>
                </a:cubicBezTo>
                <a:cubicBezTo>
                  <a:pt x="6505" y="63867"/>
                  <a:pt x="7507" y="62854"/>
                  <a:pt x="8007" y="59812"/>
                </a:cubicBezTo>
                <a:cubicBezTo>
                  <a:pt x="8007" y="59305"/>
                  <a:pt x="8007" y="58292"/>
                  <a:pt x="8007" y="57277"/>
                </a:cubicBezTo>
                <a:cubicBezTo>
                  <a:pt x="8007" y="41565"/>
                  <a:pt x="8007" y="25851"/>
                  <a:pt x="8007" y="10137"/>
                </a:cubicBezTo>
                <a:cubicBezTo>
                  <a:pt x="8007" y="9124"/>
                  <a:pt x="7507" y="8110"/>
                  <a:pt x="7507" y="6590"/>
                </a:cubicBezTo>
                <a:cubicBezTo>
                  <a:pt x="7007" y="5069"/>
                  <a:pt x="6005" y="4055"/>
                  <a:pt x="4503" y="4055"/>
                </a:cubicBezTo>
                <a:cubicBezTo>
                  <a:pt x="3002" y="3548"/>
                  <a:pt x="1501" y="3548"/>
                  <a:pt x="0" y="3548"/>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7" name="Freeform 17"/>
          <p:cNvSpPr/>
          <p:nvPr/>
        </p:nvSpPr>
        <p:spPr>
          <a:xfrm>
            <a:off x="11239500" y="685800"/>
            <a:ext cx="24521" cy="67859"/>
          </a:xfrm>
          <a:custGeom>
            <a:avLst/>
            <a:gdLst/>
            <a:ahLst/>
            <a:cxnLst/>
            <a:rect l="l" t="t" r="r" b="b"/>
            <a:pathLst>
              <a:path w="24521" h="67859">
                <a:moveTo>
                  <a:pt x="0" y="3545"/>
                </a:moveTo>
                <a:cubicBezTo>
                  <a:pt x="0" y="2026"/>
                  <a:pt x="0" y="1012"/>
                  <a:pt x="0" y="0"/>
                </a:cubicBezTo>
                <a:cubicBezTo>
                  <a:pt x="8007" y="0"/>
                  <a:pt x="16013" y="0"/>
                  <a:pt x="24521" y="0"/>
                </a:cubicBezTo>
                <a:cubicBezTo>
                  <a:pt x="24521" y="1012"/>
                  <a:pt x="24521" y="2026"/>
                  <a:pt x="24521" y="3545"/>
                </a:cubicBezTo>
                <a:cubicBezTo>
                  <a:pt x="23020" y="3545"/>
                  <a:pt x="22019" y="3545"/>
                  <a:pt x="21018" y="4051"/>
                </a:cubicBezTo>
                <a:cubicBezTo>
                  <a:pt x="18515" y="4051"/>
                  <a:pt x="17014" y="5063"/>
                  <a:pt x="17014" y="7596"/>
                </a:cubicBezTo>
                <a:cubicBezTo>
                  <a:pt x="16514" y="9115"/>
                  <a:pt x="16514" y="10635"/>
                  <a:pt x="16514" y="11647"/>
                </a:cubicBezTo>
                <a:cubicBezTo>
                  <a:pt x="16514" y="26840"/>
                  <a:pt x="16514" y="42032"/>
                  <a:pt x="16514" y="56718"/>
                </a:cubicBezTo>
                <a:cubicBezTo>
                  <a:pt x="16514" y="58237"/>
                  <a:pt x="16514" y="59756"/>
                  <a:pt x="17014" y="60770"/>
                </a:cubicBezTo>
                <a:cubicBezTo>
                  <a:pt x="17014" y="62795"/>
                  <a:pt x="18015" y="63807"/>
                  <a:pt x="20018" y="63807"/>
                </a:cubicBezTo>
                <a:cubicBezTo>
                  <a:pt x="21519" y="63807"/>
                  <a:pt x="22520" y="64314"/>
                  <a:pt x="24521" y="64314"/>
                </a:cubicBezTo>
                <a:cubicBezTo>
                  <a:pt x="24521" y="65328"/>
                  <a:pt x="24521" y="66846"/>
                  <a:pt x="24521" y="67859"/>
                </a:cubicBezTo>
                <a:cubicBezTo>
                  <a:pt x="16514" y="67859"/>
                  <a:pt x="8007" y="67859"/>
                  <a:pt x="0" y="67859"/>
                </a:cubicBezTo>
                <a:cubicBezTo>
                  <a:pt x="0" y="66846"/>
                  <a:pt x="0" y="65833"/>
                  <a:pt x="0" y="64314"/>
                </a:cubicBezTo>
                <a:cubicBezTo>
                  <a:pt x="1501" y="64314"/>
                  <a:pt x="3002" y="64314"/>
                  <a:pt x="4003" y="63807"/>
                </a:cubicBezTo>
                <a:cubicBezTo>
                  <a:pt x="6505" y="63302"/>
                  <a:pt x="7507" y="62288"/>
                  <a:pt x="7507" y="60263"/>
                </a:cubicBezTo>
                <a:cubicBezTo>
                  <a:pt x="8007" y="58744"/>
                  <a:pt x="8007" y="57225"/>
                  <a:pt x="8007" y="55705"/>
                </a:cubicBezTo>
                <a:cubicBezTo>
                  <a:pt x="8007" y="41020"/>
                  <a:pt x="8007" y="26840"/>
                  <a:pt x="8007" y="12661"/>
                </a:cubicBezTo>
                <a:cubicBezTo>
                  <a:pt x="8007" y="10635"/>
                  <a:pt x="8007" y="9115"/>
                  <a:pt x="7507" y="7596"/>
                </a:cubicBezTo>
                <a:cubicBezTo>
                  <a:pt x="7507" y="5063"/>
                  <a:pt x="6505" y="4051"/>
                  <a:pt x="4003" y="4051"/>
                </a:cubicBezTo>
                <a:cubicBezTo>
                  <a:pt x="2502" y="3545"/>
                  <a:pt x="1501" y="3545"/>
                  <a:pt x="0" y="354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8" name="Freeform 18"/>
          <p:cNvSpPr/>
          <p:nvPr/>
        </p:nvSpPr>
        <p:spPr>
          <a:xfrm>
            <a:off x="11518900" y="368300"/>
            <a:ext cx="164802" cy="184189"/>
          </a:xfrm>
          <a:custGeom>
            <a:avLst/>
            <a:gdLst/>
            <a:ahLst/>
            <a:cxnLst/>
            <a:rect l="l" t="t" r="r" b="b"/>
            <a:pathLst>
              <a:path w="164802" h="184189">
                <a:moveTo>
                  <a:pt x="164802" y="52770"/>
                </a:moveTo>
                <a:cubicBezTo>
                  <a:pt x="164802" y="52770"/>
                  <a:pt x="164294" y="53278"/>
                  <a:pt x="164294" y="53786"/>
                </a:cubicBezTo>
                <a:cubicBezTo>
                  <a:pt x="163787" y="54800"/>
                  <a:pt x="163787" y="56322"/>
                  <a:pt x="163280" y="57845"/>
                </a:cubicBezTo>
                <a:cubicBezTo>
                  <a:pt x="158209" y="70023"/>
                  <a:pt x="152124" y="81185"/>
                  <a:pt x="143504" y="90827"/>
                </a:cubicBezTo>
                <a:cubicBezTo>
                  <a:pt x="139447" y="95392"/>
                  <a:pt x="135391" y="99959"/>
                  <a:pt x="131333" y="104018"/>
                </a:cubicBezTo>
                <a:cubicBezTo>
                  <a:pt x="129305" y="106049"/>
                  <a:pt x="127277" y="107064"/>
                  <a:pt x="125249" y="108585"/>
                </a:cubicBezTo>
                <a:cubicBezTo>
                  <a:pt x="123727" y="110108"/>
                  <a:pt x="122206" y="111122"/>
                  <a:pt x="121192" y="113152"/>
                </a:cubicBezTo>
                <a:cubicBezTo>
                  <a:pt x="120178" y="114675"/>
                  <a:pt x="120686" y="115181"/>
                  <a:pt x="122206" y="115689"/>
                </a:cubicBezTo>
                <a:cubicBezTo>
                  <a:pt x="123220" y="115689"/>
                  <a:pt x="124235" y="115689"/>
                  <a:pt x="124742" y="115689"/>
                </a:cubicBezTo>
                <a:cubicBezTo>
                  <a:pt x="129305" y="116196"/>
                  <a:pt x="133361" y="116704"/>
                  <a:pt x="137419" y="116704"/>
                </a:cubicBezTo>
                <a:cubicBezTo>
                  <a:pt x="137926" y="116704"/>
                  <a:pt x="138941" y="117211"/>
                  <a:pt x="139447" y="117211"/>
                </a:cubicBezTo>
                <a:cubicBezTo>
                  <a:pt x="141982" y="118226"/>
                  <a:pt x="142997" y="119240"/>
                  <a:pt x="142997" y="121778"/>
                </a:cubicBezTo>
                <a:cubicBezTo>
                  <a:pt x="143504" y="125330"/>
                  <a:pt x="142997" y="128374"/>
                  <a:pt x="141475" y="131418"/>
                </a:cubicBezTo>
                <a:cubicBezTo>
                  <a:pt x="140461" y="134463"/>
                  <a:pt x="138433" y="137508"/>
                  <a:pt x="136404" y="140552"/>
                </a:cubicBezTo>
                <a:cubicBezTo>
                  <a:pt x="131841" y="146641"/>
                  <a:pt x="125755" y="151207"/>
                  <a:pt x="120178" y="155774"/>
                </a:cubicBezTo>
                <a:cubicBezTo>
                  <a:pt x="118149" y="157804"/>
                  <a:pt x="115614" y="159327"/>
                  <a:pt x="113078" y="160341"/>
                </a:cubicBezTo>
                <a:cubicBezTo>
                  <a:pt x="108008" y="162878"/>
                  <a:pt x="102937" y="165922"/>
                  <a:pt x="97866" y="168459"/>
                </a:cubicBezTo>
                <a:cubicBezTo>
                  <a:pt x="94825" y="169474"/>
                  <a:pt x="92288" y="170997"/>
                  <a:pt x="89247" y="172518"/>
                </a:cubicBezTo>
                <a:cubicBezTo>
                  <a:pt x="87725" y="173026"/>
                  <a:pt x="85697" y="173026"/>
                  <a:pt x="84176" y="173534"/>
                </a:cubicBezTo>
                <a:cubicBezTo>
                  <a:pt x="83161" y="173534"/>
                  <a:pt x="81639" y="173026"/>
                  <a:pt x="81133" y="172011"/>
                </a:cubicBezTo>
                <a:cubicBezTo>
                  <a:pt x="80626" y="170997"/>
                  <a:pt x="81133" y="169982"/>
                  <a:pt x="82147" y="168967"/>
                </a:cubicBezTo>
                <a:cubicBezTo>
                  <a:pt x="82654" y="168459"/>
                  <a:pt x="83161" y="167444"/>
                  <a:pt x="83668" y="166938"/>
                </a:cubicBezTo>
                <a:cubicBezTo>
                  <a:pt x="87725" y="163892"/>
                  <a:pt x="91782" y="160341"/>
                  <a:pt x="95838" y="157296"/>
                </a:cubicBezTo>
                <a:cubicBezTo>
                  <a:pt x="97359" y="155774"/>
                  <a:pt x="98373" y="154760"/>
                  <a:pt x="98881" y="153237"/>
                </a:cubicBezTo>
                <a:cubicBezTo>
                  <a:pt x="99388" y="152222"/>
                  <a:pt x="100402" y="150699"/>
                  <a:pt x="101416" y="149685"/>
                </a:cubicBezTo>
                <a:cubicBezTo>
                  <a:pt x="103951" y="147655"/>
                  <a:pt x="106487" y="145626"/>
                  <a:pt x="108515" y="143088"/>
                </a:cubicBezTo>
                <a:cubicBezTo>
                  <a:pt x="110037" y="142074"/>
                  <a:pt x="110543" y="141059"/>
                  <a:pt x="111050" y="139537"/>
                </a:cubicBezTo>
                <a:cubicBezTo>
                  <a:pt x="111050" y="137508"/>
                  <a:pt x="112065" y="135985"/>
                  <a:pt x="113078" y="134463"/>
                </a:cubicBezTo>
                <a:cubicBezTo>
                  <a:pt x="114093" y="133448"/>
                  <a:pt x="115108" y="132433"/>
                  <a:pt x="116121" y="131418"/>
                </a:cubicBezTo>
                <a:cubicBezTo>
                  <a:pt x="115108" y="129897"/>
                  <a:pt x="113586" y="129897"/>
                  <a:pt x="111558" y="130404"/>
                </a:cubicBezTo>
                <a:cubicBezTo>
                  <a:pt x="107500" y="131926"/>
                  <a:pt x="103951" y="133956"/>
                  <a:pt x="100909" y="137000"/>
                </a:cubicBezTo>
                <a:cubicBezTo>
                  <a:pt x="97359" y="140044"/>
                  <a:pt x="94317" y="143088"/>
                  <a:pt x="90767" y="146641"/>
                </a:cubicBezTo>
                <a:cubicBezTo>
                  <a:pt x="85697" y="151715"/>
                  <a:pt x="79611" y="155774"/>
                  <a:pt x="73020" y="159327"/>
                </a:cubicBezTo>
                <a:cubicBezTo>
                  <a:pt x="66427" y="162371"/>
                  <a:pt x="60343" y="166430"/>
                  <a:pt x="53750" y="169982"/>
                </a:cubicBezTo>
                <a:cubicBezTo>
                  <a:pt x="45131" y="174549"/>
                  <a:pt x="36510" y="178608"/>
                  <a:pt x="26876" y="181145"/>
                </a:cubicBezTo>
                <a:cubicBezTo>
                  <a:pt x="21805" y="183175"/>
                  <a:pt x="16227" y="184189"/>
                  <a:pt x="10142" y="184189"/>
                </a:cubicBezTo>
                <a:cubicBezTo>
                  <a:pt x="8113" y="183681"/>
                  <a:pt x="6085" y="183175"/>
                  <a:pt x="3550" y="183175"/>
                </a:cubicBezTo>
                <a:cubicBezTo>
                  <a:pt x="3043" y="183175"/>
                  <a:pt x="2535" y="182667"/>
                  <a:pt x="2028" y="182667"/>
                </a:cubicBezTo>
                <a:cubicBezTo>
                  <a:pt x="0" y="181652"/>
                  <a:pt x="0" y="180129"/>
                  <a:pt x="2028" y="178608"/>
                </a:cubicBezTo>
                <a:cubicBezTo>
                  <a:pt x="14199" y="170997"/>
                  <a:pt x="26876" y="162878"/>
                  <a:pt x="39552" y="155266"/>
                </a:cubicBezTo>
                <a:cubicBezTo>
                  <a:pt x="42595" y="153237"/>
                  <a:pt x="46144" y="151207"/>
                  <a:pt x="49694" y="150699"/>
                </a:cubicBezTo>
                <a:cubicBezTo>
                  <a:pt x="50709" y="150193"/>
                  <a:pt x="51215" y="149685"/>
                  <a:pt x="51722" y="149685"/>
                </a:cubicBezTo>
                <a:cubicBezTo>
                  <a:pt x="68456" y="139537"/>
                  <a:pt x="85697" y="130404"/>
                  <a:pt x="103444" y="122286"/>
                </a:cubicBezTo>
                <a:cubicBezTo>
                  <a:pt x="103951" y="121778"/>
                  <a:pt x="104966" y="121271"/>
                  <a:pt x="105472" y="120763"/>
                </a:cubicBezTo>
                <a:cubicBezTo>
                  <a:pt x="105980" y="120255"/>
                  <a:pt x="106487" y="119240"/>
                  <a:pt x="106487" y="118734"/>
                </a:cubicBezTo>
                <a:cubicBezTo>
                  <a:pt x="106487" y="118226"/>
                  <a:pt x="105472" y="117719"/>
                  <a:pt x="104966" y="117719"/>
                </a:cubicBezTo>
                <a:cubicBezTo>
                  <a:pt x="101923" y="117211"/>
                  <a:pt x="99388" y="118226"/>
                  <a:pt x="96345" y="119240"/>
                </a:cubicBezTo>
                <a:cubicBezTo>
                  <a:pt x="93303" y="120763"/>
                  <a:pt x="90260" y="121778"/>
                  <a:pt x="86711" y="123300"/>
                </a:cubicBezTo>
                <a:cubicBezTo>
                  <a:pt x="86204" y="123300"/>
                  <a:pt x="85697" y="123807"/>
                  <a:pt x="85189" y="123807"/>
                </a:cubicBezTo>
                <a:cubicBezTo>
                  <a:pt x="83161" y="123807"/>
                  <a:pt x="82654" y="123807"/>
                  <a:pt x="82654" y="121271"/>
                </a:cubicBezTo>
                <a:cubicBezTo>
                  <a:pt x="82654" y="119748"/>
                  <a:pt x="83161" y="118226"/>
                  <a:pt x="84176" y="117211"/>
                </a:cubicBezTo>
                <a:cubicBezTo>
                  <a:pt x="84682" y="116196"/>
                  <a:pt x="85697" y="115689"/>
                  <a:pt x="86204" y="114675"/>
                </a:cubicBezTo>
                <a:cubicBezTo>
                  <a:pt x="87217" y="112644"/>
                  <a:pt x="87217" y="110614"/>
                  <a:pt x="85189" y="109093"/>
                </a:cubicBezTo>
                <a:cubicBezTo>
                  <a:pt x="83161" y="107570"/>
                  <a:pt x="80626" y="106049"/>
                  <a:pt x="78090" y="104526"/>
                </a:cubicBezTo>
                <a:cubicBezTo>
                  <a:pt x="75048" y="103003"/>
                  <a:pt x="72512" y="104018"/>
                  <a:pt x="69977" y="106556"/>
                </a:cubicBezTo>
                <a:cubicBezTo>
                  <a:pt x="67442" y="109093"/>
                  <a:pt x="64906" y="111122"/>
                  <a:pt x="61864" y="113660"/>
                </a:cubicBezTo>
                <a:cubicBezTo>
                  <a:pt x="59836" y="115689"/>
                  <a:pt x="56793" y="117211"/>
                  <a:pt x="54257" y="119240"/>
                </a:cubicBezTo>
                <a:cubicBezTo>
                  <a:pt x="53243" y="119748"/>
                  <a:pt x="51722" y="120763"/>
                  <a:pt x="50201" y="119748"/>
                </a:cubicBezTo>
                <a:cubicBezTo>
                  <a:pt x="49187" y="118734"/>
                  <a:pt x="49187" y="117211"/>
                  <a:pt x="49694" y="116196"/>
                </a:cubicBezTo>
                <a:cubicBezTo>
                  <a:pt x="49694" y="114675"/>
                  <a:pt x="50201" y="113660"/>
                  <a:pt x="50709" y="112644"/>
                </a:cubicBezTo>
                <a:cubicBezTo>
                  <a:pt x="51722" y="111122"/>
                  <a:pt x="53243" y="110108"/>
                  <a:pt x="54257" y="108585"/>
                </a:cubicBezTo>
                <a:cubicBezTo>
                  <a:pt x="55778" y="107064"/>
                  <a:pt x="57300" y="105541"/>
                  <a:pt x="58821" y="103511"/>
                </a:cubicBezTo>
                <a:cubicBezTo>
                  <a:pt x="59836" y="102497"/>
                  <a:pt x="60343" y="100467"/>
                  <a:pt x="60850" y="98944"/>
                </a:cubicBezTo>
                <a:cubicBezTo>
                  <a:pt x="61864" y="96915"/>
                  <a:pt x="61864" y="94886"/>
                  <a:pt x="59836" y="92856"/>
                </a:cubicBezTo>
                <a:cubicBezTo>
                  <a:pt x="58821" y="92348"/>
                  <a:pt x="58315" y="91841"/>
                  <a:pt x="58315" y="90827"/>
                </a:cubicBezTo>
                <a:cubicBezTo>
                  <a:pt x="57300" y="89811"/>
                  <a:pt x="57300" y="88796"/>
                  <a:pt x="58821" y="88289"/>
                </a:cubicBezTo>
                <a:cubicBezTo>
                  <a:pt x="62371" y="87781"/>
                  <a:pt x="65921" y="86766"/>
                  <a:pt x="69470" y="86260"/>
                </a:cubicBezTo>
                <a:cubicBezTo>
                  <a:pt x="70992" y="86260"/>
                  <a:pt x="71498" y="85752"/>
                  <a:pt x="72512" y="84737"/>
                </a:cubicBezTo>
                <a:cubicBezTo>
                  <a:pt x="74033" y="82707"/>
                  <a:pt x="76062" y="80678"/>
                  <a:pt x="77583" y="78649"/>
                </a:cubicBezTo>
                <a:cubicBezTo>
                  <a:pt x="78598" y="77126"/>
                  <a:pt x="79611" y="75604"/>
                  <a:pt x="80119" y="73574"/>
                </a:cubicBezTo>
                <a:cubicBezTo>
                  <a:pt x="80626" y="71544"/>
                  <a:pt x="79611" y="71037"/>
                  <a:pt x="78090" y="71544"/>
                </a:cubicBezTo>
                <a:cubicBezTo>
                  <a:pt x="76570" y="71544"/>
                  <a:pt x="75555" y="72052"/>
                  <a:pt x="74541" y="73067"/>
                </a:cubicBezTo>
                <a:cubicBezTo>
                  <a:pt x="73020" y="74082"/>
                  <a:pt x="70992" y="74082"/>
                  <a:pt x="69470" y="73574"/>
                </a:cubicBezTo>
                <a:cubicBezTo>
                  <a:pt x="67949" y="73574"/>
                  <a:pt x="67442" y="73067"/>
                  <a:pt x="66934" y="71544"/>
                </a:cubicBezTo>
                <a:cubicBezTo>
                  <a:pt x="66934" y="70529"/>
                  <a:pt x="66934" y="69515"/>
                  <a:pt x="67949" y="68500"/>
                </a:cubicBezTo>
                <a:cubicBezTo>
                  <a:pt x="69470" y="67485"/>
                  <a:pt x="70484" y="66471"/>
                  <a:pt x="71498" y="65456"/>
                </a:cubicBezTo>
                <a:cubicBezTo>
                  <a:pt x="72512" y="63933"/>
                  <a:pt x="73020" y="62412"/>
                  <a:pt x="73020" y="60382"/>
                </a:cubicBezTo>
                <a:cubicBezTo>
                  <a:pt x="73020" y="58859"/>
                  <a:pt x="72512" y="58351"/>
                  <a:pt x="70992" y="58351"/>
                </a:cubicBezTo>
                <a:cubicBezTo>
                  <a:pt x="68962" y="58351"/>
                  <a:pt x="66934" y="58351"/>
                  <a:pt x="65414" y="57845"/>
                </a:cubicBezTo>
                <a:cubicBezTo>
                  <a:pt x="60343" y="56830"/>
                  <a:pt x="57807" y="53786"/>
                  <a:pt x="56793" y="48711"/>
                </a:cubicBezTo>
                <a:cubicBezTo>
                  <a:pt x="56793" y="46175"/>
                  <a:pt x="57300" y="45667"/>
                  <a:pt x="59836" y="46175"/>
                </a:cubicBezTo>
                <a:cubicBezTo>
                  <a:pt x="61356" y="46175"/>
                  <a:pt x="62878" y="46175"/>
                  <a:pt x="64399" y="46681"/>
                </a:cubicBezTo>
                <a:cubicBezTo>
                  <a:pt x="69470" y="47189"/>
                  <a:pt x="74033" y="46681"/>
                  <a:pt x="78598" y="43637"/>
                </a:cubicBezTo>
                <a:cubicBezTo>
                  <a:pt x="80119" y="42114"/>
                  <a:pt x="82654" y="41608"/>
                  <a:pt x="84682" y="41100"/>
                </a:cubicBezTo>
                <a:cubicBezTo>
                  <a:pt x="88232" y="40085"/>
                  <a:pt x="91275" y="38564"/>
                  <a:pt x="93303" y="35518"/>
                </a:cubicBezTo>
                <a:cubicBezTo>
                  <a:pt x="97866" y="30444"/>
                  <a:pt x="101416" y="24863"/>
                  <a:pt x="102937" y="18266"/>
                </a:cubicBezTo>
                <a:cubicBezTo>
                  <a:pt x="103444" y="15222"/>
                  <a:pt x="103951" y="11670"/>
                  <a:pt x="103951" y="8626"/>
                </a:cubicBezTo>
                <a:cubicBezTo>
                  <a:pt x="103444" y="7611"/>
                  <a:pt x="103444" y="6596"/>
                  <a:pt x="103444" y="5074"/>
                </a:cubicBezTo>
                <a:cubicBezTo>
                  <a:pt x="103444" y="3552"/>
                  <a:pt x="103444" y="2029"/>
                  <a:pt x="104966" y="1015"/>
                </a:cubicBezTo>
                <a:cubicBezTo>
                  <a:pt x="106994" y="0"/>
                  <a:pt x="108008" y="1015"/>
                  <a:pt x="109530" y="1523"/>
                </a:cubicBezTo>
                <a:cubicBezTo>
                  <a:pt x="116628" y="5582"/>
                  <a:pt x="119671" y="14207"/>
                  <a:pt x="116628" y="21819"/>
                </a:cubicBezTo>
                <a:cubicBezTo>
                  <a:pt x="116121" y="24356"/>
                  <a:pt x="114600" y="26386"/>
                  <a:pt x="113586" y="28415"/>
                </a:cubicBezTo>
                <a:cubicBezTo>
                  <a:pt x="111050" y="32474"/>
                  <a:pt x="108515" y="36533"/>
                  <a:pt x="105980" y="40593"/>
                </a:cubicBezTo>
                <a:cubicBezTo>
                  <a:pt x="104966" y="42114"/>
                  <a:pt x="104459" y="44144"/>
                  <a:pt x="103951" y="46175"/>
                </a:cubicBezTo>
                <a:cubicBezTo>
                  <a:pt x="103444" y="47189"/>
                  <a:pt x="102937" y="48204"/>
                  <a:pt x="102937" y="49726"/>
                </a:cubicBezTo>
                <a:cubicBezTo>
                  <a:pt x="102937" y="51755"/>
                  <a:pt x="103951" y="52770"/>
                  <a:pt x="105472" y="53278"/>
                </a:cubicBezTo>
                <a:cubicBezTo>
                  <a:pt x="108008" y="53786"/>
                  <a:pt x="110037" y="53278"/>
                  <a:pt x="112065" y="52770"/>
                </a:cubicBezTo>
                <a:cubicBezTo>
                  <a:pt x="119671" y="49219"/>
                  <a:pt x="127277" y="46175"/>
                  <a:pt x="135391" y="44144"/>
                </a:cubicBezTo>
                <a:cubicBezTo>
                  <a:pt x="138941" y="43129"/>
                  <a:pt x="141982" y="42622"/>
                  <a:pt x="145532" y="41608"/>
                </a:cubicBezTo>
                <a:cubicBezTo>
                  <a:pt x="147053" y="41608"/>
                  <a:pt x="149081" y="41608"/>
                  <a:pt x="150603" y="43129"/>
                </a:cubicBezTo>
                <a:cubicBezTo>
                  <a:pt x="151616" y="43637"/>
                  <a:pt x="152631" y="43637"/>
                  <a:pt x="154153" y="43637"/>
                </a:cubicBezTo>
                <a:cubicBezTo>
                  <a:pt x="154659" y="44144"/>
                  <a:pt x="155674" y="43637"/>
                  <a:pt x="156688" y="43637"/>
                </a:cubicBezTo>
                <a:cubicBezTo>
                  <a:pt x="160744" y="43637"/>
                  <a:pt x="163787" y="45159"/>
                  <a:pt x="164802" y="49219"/>
                </a:cubicBezTo>
                <a:cubicBezTo>
                  <a:pt x="164802" y="50234"/>
                  <a:pt x="164802" y="51248"/>
                  <a:pt x="164802" y="52770"/>
                </a:cubicBezTo>
                <a:close/>
                <a:moveTo>
                  <a:pt x="104459" y="61904"/>
                </a:moveTo>
                <a:cubicBezTo>
                  <a:pt x="102937" y="61904"/>
                  <a:pt x="101416" y="62412"/>
                  <a:pt x="100402" y="63933"/>
                </a:cubicBezTo>
                <a:cubicBezTo>
                  <a:pt x="95838" y="70023"/>
                  <a:pt x="90767" y="76111"/>
                  <a:pt x="85697" y="82199"/>
                </a:cubicBezTo>
                <a:cubicBezTo>
                  <a:pt x="84176" y="84230"/>
                  <a:pt x="83161" y="86260"/>
                  <a:pt x="83161" y="88796"/>
                </a:cubicBezTo>
                <a:cubicBezTo>
                  <a:pt x="82147" y="93363"/>
                  <a:pt x="83668" y="95392"/>
                  <a:pt x="87725" y="97930"/>
                </a:cubicBezTo>
                <a:cubicBezTo>
                  <a:pt x="89247" y="98944"/>
                  <a:pt x="90767" y="98438"/>
                  <a:pt x="91782" y="96915"/>
                </a:cubicBezTo>
                <a:cubicBezTo>
                  <a:pt x="92795" y="95392"/>
                  <a:pt x="92795" y="94378"/>
                  <a:pt x="93303" y="92856"/>
                </a:cubicBezTo>
                <a:cubicBezTo>
                  <a:pt x="93810" y="91333"/>
                  <a:pt x="93810" y="89304"/>
                  <a:pt x="94317" y="87781"/>
                </a:cubicBezTo>
                <a:cubicBezTo>
                  <a:pt x="94825" y="86766"/>
                  <a:pt x="95331" y="85245"/>
                  <a:pt x="96345" y="84737"/>
                </a:cubicBezTo>
                <a:cubicBezTo>
                  <a:pt x="98373" y="83215"/>
                  <a:pt x="99894" y="83722"/>
                  <a:pt x="100909" y="86260"/>
                </a:cubicBezTo>
                <a:cubicBezTo>
                  <a:pt x="100909" y="86766"/>
                  <a:pt x="100909" y="86766"/>
                  <a:pt x="100909" y="87274"/>
                </a:cubicBezTo>
                <a:cubicBezTo>
                  <a:pt x="102431" y="92856"/>
                  <a:pt x="103951" y="97930"/>
                  <a:pt x="104459" y="103511"/>
                </a:cubicBezTo>
                <a:cubicBezTo>
                  <a:pt x="104459" y="104526"/>
                  <a:pt x="104966" y="106049"/>
                  <a:pt x="106487" y="106556"/>
                </a:cubicBezTo>
                <a:cubicBezTo>
                  <a:pt x="108515" y="106556"/>
                  <a:pt x="109022" y="105541"/>
                  <a:pt x="110037" y="104526"/>
                </a:cubicBezTo>
                <a:cubicBezTo>
                  <a:pt x="110037" y="104018"/>
                  <a:pt x="110037" y="104018"/>
                  <a:pt x="110543" y="103511"/>
                </a:cubicBezTo>
                <a:cubicBezTo>
                  <a:pt x="112065" y="100974"/>
                  <a:pt x="114093" y="97930"/>
                  <a:pt x="116121" y="95392"/>
                </a:cubicBezTo>
                <a:cubicBezTo>
                  <a:pt x="120178" y="89811"/>
                  <a:pt x="124742" y="84737"/>
                  <a:pt x="129305" y="79663"/>
                </a:cubicBezTo>
                <a:cubicBezTo>
                  <a:pt x="131333" y="77126"/>
                  <a:pt x="132348" y="74588"/>
                  <a:pt x="132348" y="71544"/>
                </a:cubicBezTo>
                <a:cubicBezTo>
                  <a:pt x="132348" y="69515"/>
                  <a:pt x="131333" y="68500"/>
                  <a:pt x="129305" y="67993"/>
                </a:cubicBezTo>
                <a:cubicBezTo>
                  <a:pt x="128292" y="67993"/>
                  <a:pt x="127277" y="67993"/>
                  <a:pt x="126770" y="67993"/>
                </a:cubicBezTo>
                <a:cubicBezTo>
                  <a:pt x="121699" y="66471"/>
                  <a:pt x="117136" y="65456"/>
                  <a:pt x="112065" y="63933"/>
                </a:cubicBezTo>
                <a:cubicBezTo>
                  <a:pt x="109530" y="63426"/>
                  <a:pt x="106994" y="62412"/>
                  <a:pt x="104459" y="619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29" name="Freeform 19"/>
          <p:cNvSpPr/>
          <p:nvPr/>
        </p:nvSpPr>
        <p:spPr>
          <a:xfrm>
            <a:off x="11214100" y="393700"/>
            <a:ext cx="193883" cy="208139"/>
          </a:xfrm>
          <a:custGeom>
            <a:avLst/>
            <a:gdLst/>
            <a:ahLst/>
            <a:cxnLst/>
            <a:rect l="l" t="t" r="r" b="b"/>
            <a:pathLst>
              <a:path w="193883" h="208139">
                <a:moveTo>
                  <a:pt x="42017" y="207632"/>
                </a:moveTo>
                <a:cubicBezTo>
                  <a:pt x="45053" y="200543"/>
                  <a:pt x="48598" y="194972"/>
                  <a:pt x="56191" y="192441"/>
                </a:cubicBezTo>
                <a:cubicBezTo>
                  <a:pt x="60747" y="191427"/>
                  <a:pt x="64797" y="189908"/>
                  <a:pt x="68847" y="187883"/>
                </a:cubicBezTo>
                <a:cubicBezTo>
                  <a:pt x="85046" y="179780"/>
                  <a:pt x="95170" y="166106"/>
                  <a:pt x="100232" y="148887"/>
                </a:cubicBezTo>
                <a:cubicBezTo>
                  <a:pt x="100738" y="146356"/>
                  <a:pt x="101244" y="143824"/>
                  <a:pt x="101751" y="141798"/>
                </a:cubicBezTo>
                <a:cubicBezTo>
                  <a:pt x="102257" y="139266"/>
                  <a:pt x="101751" y="138759"/>
                  <a:pt x="99725" y="138759"/>
                </a:cubicBezTo>
                <a:cubicBezTo>
                  <a:pt x="94158" y="139266"/>
                  <a:pt x="89096" y="140785"/>
                  <a:pt x="84033" y="143317"/>
                </a:cubicBezTo>
                <a:cubicBezTo>
                  <a:pt x="80489" y="144836"/>
                  <a:pt x="76945" y="146356"/>
                  <a:pt x="72895" y="147368"/>
                </a:cubicBezTo>
                <a:cubicBezTo>
                  <a:pt x="68847" y="148887"/>
                  <a:pt x="65809" y="151926"/>
                  <a:pt x="62266" y="154459"/>
                </a:cubicBezTo>
                <a:cubicBezTo>
                  <a:pt x="53153" y="162561"/>
                  <a:pt x="42522" y="169145"/>
                  <a:pt x="31386" y="174208"/>
                </a:cubicBezTo>
                <a:cubicBezTo>
                  <a:pt x="26830" y="176234"/>
                  <a:pt x="21768" y="177754"/>
                  <a:pt x="17211" y="178766"/>
                </a:cubicBezTo>
                <a:cubicBezTo>
                  <a:pt x="12149" y="180285"/>
                  <a:pt x="7593" y="178260"/>
                  <a:pt x="4555" y="174208"/>
                </a:cubicBezTo>
                <a:cubicBezTo>
                  <a:pt x="2024" y="171171"/>
                  <a:pt x="507" y="167119"/>
                  <a:pt x="507" y="163068"/>
                </a:cubicBezTo>
                <a:cubicBezTo>
                  <a:pt x="507" y="156991"/>
                  <a:pt x="0" y="151420"/>
                  <a:pt x="0" y="145849"/>
                </a:cubicBezTo>
                <a:cubicBezTo>
                  <a:pt x="0" y="144836"/>
                  <a:pt x="0" y="143824"/>
                  <a:pt x="507" y="143317"/>
                </a:cubicBezTo>
                <a:cubicBezTo>
                  <a:pt x="507" y="141798"/>
                  <a:pt x="2024" y="141291"/>
                  <a:pt x="3038" y="142810"/>
                </a:cubicBezTo>
                <a:cubicBezTo>
                  <a:pt x="3543" y="143317"/>
                  <a:pt x="3543" y="143824"/>
                  <a:pt x="4050" y="144330"/>
                </a:cubicBezTo>
                <a:cubicBezTo>
                  <a:pt x="4555" y="144836"/>
                  <a:pt x="4555" y="145849"/>
                  <a:pt x="5062" y="146862"/>
                </a:cubicBezTo>
                <a:cubicBezTo>
                  <a:pt x="8100" y="150407"/>
                  <a:pt x="11643" y="152433"/>
                  <a:pt x="16199" y="150913"/>
                </a:cubicBezTo>
                <a:cubicBezTo>
                  <a:pt x="18730" y="150407"/>
                  <a:pt x="20756" y="149394"/>
                  <a:pt x="23287" y="148382"/>
                </a:cubicBezTo>
                <a:cubicBezTo>
                  <a:pt x="24299" y="147875"/>
                  <a:pt x="25818" y="147368"/>
                  <a:pt x="26830" y="147368"/>
                </a:cubicBezTo>
                <a:cubicBezTo>
                  <a:pt x="29361" y="147875"/>
                  <a:pt x="30880" y="146862"/>
                  <a:pt x="32904" y="145849"/>
                </a:cubicBezTo>
                <a:cubicBezTo>
                  <a:pt x="38979" y="142810"/>
                  <a:pt x="45053" y="139266"/>
                  <a:pt x="50622" y="135721"/>
                </a:cubicBezTo>
                <a:cubicBezTo>
                  <a:pt x="59734" y="130656"/>
                  <a:pt x="69352" y="127112"/>
                  <a:pt x="78971" y="123567"/>
                </a:cubicBezTo>
                <a:cubicBezTo>
                  <a:pt x="85551" y="121035"/>
                  <a:pt x="92639" y="118502"/>
                  <a:pt x="99725" y="115970"/>
                </a:cubicBezTo>
                <a:cubicBezTo>
                  <a:pt x="100738" y="115465"/>
                  <a:pt x="101751" y="114958"/>
                  <a:pt x="102763" y="114451"/>
                </a:cubicBezTo>
                <a:cubicBezTo>
                  <a:pt x="107319" y="112425"/>
                  <a:pt x="110357" y="108881"/>
                  <a:pt x="110862" y="103309"/>
                </a:cubicBezTo>
                <a:cubicBezTo>
                  <a:pt x="111876" y="90143"/>
                  <a:pt x="112888" y="76469"/>
                  <a:pt x="112381" y="62796"/>
                </a:cubicBezTo>
                <a:cubicBezTo>
                  <a:pt x="111876" y="53174"/>
                  <a:pt x="110357" y="44059"/>
                  <a:pt x="106307" y="34943"/>
                </a:cubicBezTo>
                <a:cubicBezTo>
                  <a:pt x="103776" y="29373"/>
                  <a:pt x="101751" y="23802"/>
                  <a:pt x="99725" y="18231"/>
                </a:cubicBezTo>
                <a:cubicBezTo>
                  <a:pt x="98207" y="14180"/>
                  <a:pt x="97701" y="9622"/>
                  <a:pt x="98207" y="5065"/>
                </a:cubicBezTo>
                <a:cubicBezTo>
                  <a:pt x="98207" y="2026"/>
                  <a:pt x="100738" y="0"/>
                  <a:pt x="103776" y="1013"/>
                </a:cubicBezTo>
                <a:cubicBezTo>
                  <a:pt x="107826" y="2026"/>
                  <a:pt x="112381" y="2532"/>
                  <a:pt x="116431" y="3545"/>
                </a:cubicBezTo>
                <a:cubicBezTo>
                  <a:pt x="117950" y="3545"/>
                  <a:pt x="118962" y="4558"/>
                  <a:pt x="119974" y="5065"/>
                </a:cubicBezTo>
                <a:cubicBezTo>
                  <a:pt x="122000" y="6584"/>
                  <a:pt x="123518" y="8103"/>
                  <a:pt x="125543" y="9622"/>
                </a:cubicBezTo>
                <a:cubicBezTo>
                  <a:pt x="128074" y="11647"/>
                  <a:pt x="131111" y="13167"/>
                  <a:pt x="134149" y="14686"/>
                </a:cubicBezTo>
                <a:cubicBezTo>
                  <a:pt x="138704" y="16712"/>
                  <a:pt x="141235" y="20256"/>
                  <a:pt x="141742" y="24815"/>
                </a:cubicBezTo>
                <a:cubicBezTo>
                  <a:pt x="141742" y="27854"/>
                  <a:pt x="141742" y="30385"/>
                  <a:pt x="140730" y="33424"/>
                </a:cubicBezTo>
                <a:cubicBezTo>
                  <a:pt x="140223" y="34436"/>
                  <a:pt x="139211" y="35450"/>
                  <a:pt x="138199" y="36462"/>
                </a:cubicBezTo>
                <a:cubicBezTo>
                  <a:pt x="137187" y="37475"/>
                  <a:pt x="136680" y="37982"/>
                  <a:pt x="136680" y="38994"/>
                </a:cubicBezTo>
                <a:cubicBezTo>
                  <a:pt x="137187" y="52668"/>
                  <a:pt x="137187" y="66341"/>
                  <a:pt x="137187" y="80015"/>
                </a:cubicBezTo>
                <a:cubicBezTo>
                  <a:pt x="137692" y="83560"/>
                  <a:pt x="137692" y="87104"/>
                  <a:pt x="138199" y="90649"/>
                </a:cubicBezTo>
                <a:cubicBezTo>
                  <a:pt x="138704" y="92674"/>
                  <a:pt x="139211" y="93181"/>
                  <a:pt x="140730" y="92169"/>
                </a:cubicBezTo>
                <a:cubicBezTo>
                  <a:pt x="147311" y="89130"/>
                  <a:pt x="153386" y="86092"/>
                  <a:pt x="158448" y="81027"/>
                </a:cubicBezTo>
                <a:cubicBezTo>
                  <a:pt x="160472" y="78495"/>
                  <a:pt x="162498" y="75963"/>
                  <a:pt x="164522" y="72925"/>
                </a:cubicBezTo>
                <a:cubicBezTo>
                  <a:pt x="167053" y="69886"/>
                  <a:pt x="169584" y="66848"/>
                  <a:pt x="172622" y="64822"/>
                </a:cubicBezTo>
                <a:cubicBezTo>
                  <a:pt x="177178" y="61783"/>
                  <a:pt x="181733" y="60771"/>
                  <a:pt x="186795" y="61783"/>
                </a:cubicBezTo>
                <a:cubicBezTo>
                  <a:pt x="191858" y="62796"/>
                  <a:pt x="193883" y="66341"/>
                  <a:pt x="192364" y="71406"/>
                </a:cubicBezTo>
                <a:cubicBezTo>
                  <a:pt x="191858" y="73937"/>
                  <a:pt x="190340" y="76469"/>
                  <a:pt x="188314" y="77989"/>
                </a:cubicBezTo>
                <a:cubicBezTo>
                  <a:pt x="185783" y="81027"/>
                  <a:pt x="182747" y="83560"/>
                  <a:pt x="179709" y="85585"/>
                </a:cubicBezTo>
                <a:cubicBezTo>
                  <a:pt x="172622" y="90143"/>
                  <a:pt x="166041" y="95714"/>
                  <a:pt x="158953" y="100778"/>
                </a:cubicBezTo>
                <a:cubicBezTo>
                  <a:pt x="152373" y="105842"/>
                  <a:pt x="146298" y="110907"/>
                  <a:pt x="139211" y="115970"/>
                </a:cubicBezTo>
                <a:cubicBezTo>
                  <a:pt x="137692" y="117490"/>
                  <a:pt x="137187" y="118502"/>
                  <a:pt x="137187" y="120528"/>
                </a:cubicBezTo>
                <a:cubicBezTo>
                  <a:pt x="135161" y="133189"/>
                  <a:pt x="132630" y="145343"/>
                  <a:pt x="128580" y="156991"/>
                </a:cubicBezTo>
                <a:cubicBezTo>
                  <a:pt x="128074" y="159017"/>
                  <a:pt x="127062" y="160536"/>
                  <a:pt x="126556" y="162055"/>
                </a:cubicBezTo>
                <a:cubicBezTo>
                  <a:pt x="126049" y="163068"/>
                  <a:pt x="126049" y="164080"/>
                  <a:pt x="125037" y="164587"/>
                </a:cubicBezTo>
                <a:cubicBezTo>
                  <a:pt x="114407" y="176741"/>
                  <a:pt x="102257" y="187883"/>
                  <a:pt x="87577" y="195478"/>
                </a:cubicBezTo>
                <a:cubicBezTo>
                  <a:pt x="75427" y="202569"/>
                  <a:pt x="62266" y="206620"/>
                  <a:pt x="48091" y="207632"/>
                </a:cubicBezTo>
                <a:cubicBezTo>
                  <a:pt x="47079" y="207632"/>
                  <a:pt x="45560" y="208139"/>
                  <a:pt x="44548" y="208139"/>
                </a:cubicBezTo>
                <a:cubicBezTo>
                  <a:pt x="44041" y="208139"/>
                  <a:pt x="43029" y="208139"/>
                  <a:pt x="42017" y="2076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0" name="Freeform 20"/>
          <p:cNvSpPr/>
          <p:nvPr/>
        </p:nvSpPr>
        <p:spPr>
          <a:xfrm>
            <a:off x="10693400" y="406400"/>
            <a:ext cx="98082" cy="227527"/>
          </a:xfrm>
          <a:custGeom>
            <a:avLst/>
            <a:gdLst/>
            <a:ahLst/>
            <a:cxnLst/>
            <a:rect l="l" t="t" r="r" b="b"/>
            <a:pathLst>
              <a:path w="98082" h="227527">
                <a:moveTo>
                  <a:pt x="66573" y="185974"/>
                </a:moveTo>
                <a:cubicBezTo>
                  <a:pt x="65557" y="186987"/>
                  <a:pt x="65049" y="187494"/>
                  <a:pt x="64541" y="188001"/>
                </a:cubicBezTo>
                <a:cubicBezTo>
                  <a:pt x="56918" y="195096"/>
                  <a:pt x="49295" y="201177"/>
                  <a:pt x="40655" y="206751"/>
                </a:cubicBezTo>
                <a:cubicBezTo>
                  <a:pt x="37606" y="208271"/>
                  <a:pt x="35066" y="209791"/>
                  <a:pt x="32017" y="211311"/>
                </a:cubicBezTo>
                <a:cubicBezTo>
                  <a:pt x="30999" y="212325"/>
                  <a:pt x="29983" y="212832"/>
                  <a:pt x="28967" y="213845"/>
                </a:cubicBezTo>
                <a:cubicBezTo>
                  <a:pt x="27442" y="215872"/>
                  <a:pt x="25410" y="217899"/>
                  <a:pt x="23885" y="219419"/>
                </a:cubicBezTo>
                <a:cubicBezTo>
                  <a:pt x="22361" y="220939"/>
                  <a:pt x="20836" y="222460"/>
                  <a:pt x="19312" y="223473"/>
                </a:cubicBezTo>
                <a:cubicBezTo>
                  <a:pt x="13721" y="227527"/>
                  <a:pt x="6607" y="226007"/>
                  <a:pt x="3557" y="219926"/>
                </a:cubicBezTo>
                <a:cubicBezTo>
                  <a:pt x="2033" y="216886"/>
                  <a:pt x="1016" y="213338"/>
                  <a:pt x="508" y="210298"/>
                </a:cubicBezTo>
                <a:cubicBezTo>
                  <a:pt x="0" y="204724"/>
                  <a:pt x="0" y="199657"/>
                  <a:pt x="508" y="194083"/>
                </a:cubicBezTo>
                <a:cubicBezTo>
                  <a:pt x="1016" y="192054"/>
                  <a:pt x="1524" y="189521"/>
                  <a:pt x="3557" y="188507"/>
                </a:cubicBezTo>
                <a:cubicBezTo>
                  <a:pt x="10164" y="182933"/>
                  <a:pt x="14229" y="175332"/>
                  <a:pt x="16770" y="167731"/>
                </a:cubicBezTo>
                <a:cubicBezTo>
                  <a:pt x="18296" y="164691"/>
                  <a:pt x="18804" y="161651"/>
                  <a:pt x="19820" y="158610"/>
                </a:cubicBezTo>
                <a:cubicBezTo>
                  <a:pt x="21345" y="154050"/>
                  <a:pt x="22869" y="148982"/>
                  <a:pt x="24902" y="144929"/>
                </a:cubicBezTo>
                <a:cubicBezTo>
                  <a:pt x="28459" y="137833"/>
                  <a:pt x="28459" y="130739"/>
                  <a:pt x="26934" y="123645"/>
                </a:cubicBezTo>
                <a:cubicBezTo>
                  <a:pt x="26426" y="121618"/>
                  <a:pt x="25918" y="120098"/>
                  <a:pt x="25410" y="118071"/>
                </a:cubicBezTo>
                <a:cubicBezTo>
                  <a:pt x="24902" y="116044"/>
                  <a:pt x="23885" y="114017"/>
                  <a:pt x="22361" y="111990"/>
                </a:cubicBezTo>
                <a:cubicBezTo>
                  <a:pt x="21345" y="109963"/>
                  <a:pt x="19820" y="107429"/>
                  <a:pt x="19312" y="104896"/>
                </a:cubicBezTo>
                <a:cubicBezTo>
                  <a:pt x="18296" y="102362"/>
                  <a:pt x="19312" y="100842"/>
                  <a:pt x="22361" y="100842"/>
                </a:cubicBezTo>
                <a:cubicBezTo>
                  <a:pt x="24393" y="100842"/>
                  <a:pt x="25918" y="100842"/>
                  <a:pt x="27442" y="101855"/>
                </a:cubicBezTo>
                <a:cubicBezTo>
                  <a:pt x="27951" y="102362"/>
                  <a:pt x="28459" y="102869"/>
                  <a:pt x="28967" y="102869"/>
                </a:cubicBezTo>
                <a:cubicBezTo>
                  <a:pt x="31509" y="105402"/>
                  <a:pt x="34558" y="105909"/>
                  <a:pt x="38115" y="105909"/>
                </a:cubicBezTo>
                <a:cubicBezTo>
                  <a:pt x="42181" y="105909"/>
                  <a:pt x="45738" y="107429"/>
                  <a:pt x="48787" y="110470"/>
                </a:cubicBezTo>
                <a:cubicBezTo>
                  <a:pt x="50311" y="111990"/>
                  <a:pt x="52344" y="113003"/>
                  <a:pt x="54378" y="113003"/>
                </a:cubicBezTo>
                <a:cubicBezTo>
                  <a:pt x="55902" y="113003"/>
                  <a:pt x="56918" y="113510"/>
                  <a:pt x="58443" y="114017"/>
                </a:cubicBezTo>
                <a:cubicBezTo>
                  <a:pt x="60984" y="114524"/>
                  <a:pt x="63016" y="116044"/>
                  <a:pt x="64033" y="118071"/>
                </a:cubicBezTo>
                <a:cubicBezTo>
                  <a:pt x="64033" y="118577"/>
                  <a:pt x="64541" y="119084"/>
                  <a:pt x="65049" y="119591"/>
                </a:cubicBezTo>
                <a:cubicBezTo>
                  <a:pt x="66573" y="119591"/>
                  <a:pt x="67081" y="118577"/>
                  <a:pt x="67591" y="117057"/>
                </a:cubicBezTo>
                <a:cubicBezTo>
                  <a:pt x="68099" y="116044"/>
                  <a:pt x="68099" y="115030"/>
                  <a:pt x="68099" y="114017"/>
                </a:cubicBezTo>
                <a:cubicBezTo>
                  <a:pt x="68099" y="109963"/>
                  <a:pt x="68099" y="105402"/>
                  <a:pt x="68607" y="101349"/>
                </a:cubicBezTo>
                <a:cubicBezTo>
                  <a:pt x="69623" y="89187"/>
                  <a:pt x="70640" y="76518"/>
                  <a:pt x="69623" y="64356"/>
                </a:cubicBezTo>
                <a:cubicBezTo>
                  <a:pt x="69623" y="59795"/>
                  <a:pt x="68607" y="55235"/>
                  <a:pt x="67591" y="50168"/>
                </a:cubicBezTo>
                <a:cubicBezTo>
                  <a:pt x="67081" y="45607"/>
                  <a:pt x="64541" y="41046"/>
                  <a:pt x="61492" y="37499"/>
                </a:cubicBezTo>
                <a:cubicBezTo>
                  <a:pt x="58951" y="33952"/>
                  <a:pt x="56410" y="30912"/>
                  <a:pt x="53360" y="27871"/>
                </a:cubicBezTo>
                <a:cubicBezTo>
                  <a:pt x="49803" y="23310"/>
                  <a:pt x="45738" y="18242"/>
                  <a:pt x="42181" y="13682"/>
                </a:cubicBezTo>
                <a:cubicBezTo>
                  <a:pt x="40147" y="11148"/>
                  <a:pt x="39131" y="7601"/>
                  <a:pt x="39131" y="4561"/>
                </a:cubicBezTo>
                <a:cubicBezTo>
                  <a:pt x="39131" y="1520"/>
                  <a:pt x="40655" y="0"/>
                  <a:pt x="43705" y="1013"/>
                </a:cubicBezTo>
                <a:cubicBezTo>
                  <a:pt x="45230" y="1013"/>
                  <a:pt x="46754" y="2027"/>
                  <a:pt x="48279" y="3040"/>
                </a:cubicBezTo>
                <a:cubicBezTo>
                  <a:pt x="53360" y="7601"/>
                  <a:pt x="58951" y="11148"/>
                  <a:pt x="65049" y="14188"/>
                </a:cubicBezTo>
                <a:cubicBezTo>
                  <a:pt x="71656" y="17736"/>
                  <a:pt x="78262" y="21789"/>
                  <a:pt x="83853" y="26350"/>
                </a:cubicBezTo>
                <a:cubicBezTo>
                  <a:pt x="87410" y="29392"/>
                  <a:pt x="90968" y="32432"/>
                  <a:pt x="93509" y="36486"/>
                </a:cubicBezTo>
                <a:cubicBezTo>
                  <a:pt x="94525" y="38006"/>
                  <a:pt x="95541" y="39526"/>
                  <a:pt x="96049" y="42060"/>
                </a:cubicBezTo>
                <a:cubicBezTo>
                  <a:pt x="97574" y="61822"/>
                  <a:pt x="98082" y="82092"/>
                  <a:pt x="98082" y="102362"/>
                </a:cubicBezTo>
                <a:cubicBezTo>
                  <a:pt x="98082" y="117564"/>
                  <a:pt x="97574" y="132766"/>
                  <a:pt x="96049" y="147969"/>
                </a:cubicBezTo>
                <a:cubicBezTo>
                  <a:pt x="94525" y="162664"/>
                  <a:pt x="93000" y="177359"/>
                  <a:pt x="89442" y="191548"/>
                </a:cubicBezTo>
                <a:cubicBezTo>
                  <a:pt x="87918" y="196616"/>
                  <a:pt x="86393" y="202190"/>
                  <a:pt x="83853" y="207258"/>
                </a:cubicBezTo>
                <a:cubicBezTo>
                  <a:pt x="82328" y="209791"/>
                  <a:pt x="80804" y="212325"/>
                  <a:pt x="78770" y="214352"/>
                </a:cubicBezTo>
                <a:cubicBezTo>
                  <a:pt x="77246" y="215872"/>
                  <a:pt x="75721" y="216886"/>
                  <a:pt x="73688" y="216886"/>
                </a:cubicBezTo>
                <a:cubicBezTo>
                  <a:pt x="71148" y="217392"/>
                  <a:pt x="69115" y="216379"/>
                  <a:pt x="68607" y="213845"/>
                </a:cubicBezTo>
                <a:cubicBezTo>
                  <a:pt x="68607" y="212832"/>
                  <a:pt x="68607" y="211818"/>
                  <a:pt x="68099" y="210298"/>
                </a:cubicBezTo>
                <a:cubicBezTo>
                  <a:pt x="68099" y="206244"/>
                  <a:pt x="68607" y="202190"/>
                  <a:pt x="68607" y="198137"/>
                </a:cubicBezTo>
                <a:cubicBezTo>
                  <a:pt x="68099" y="194083"/>
                  <a:pt x="68099" y="190028"/>
                  <a:pt x="66573" y="185974"/>
                </a:cubicBezTo>
                <a:close/>
                <a:moveTo>
                  <a:pt x="67081" y="129219"/>
                </a:moveTo>
                <a:cubicBezTo>
                  <a:pt x="64541" y="130232"/>
                  <a:pt x="63524" y="131752"/>
                  <a:pt x="63016" y="133779"/>
                </a:cubicBezTo>
                <a:cubicBezTo>
                  <a:pt x="62508" y="135299"/>
                  <a:pt x="62000" y="137326"/>
                  <a:pt x="60475" y="138341"/>
                </a:cubicBezTo>
                <a:cubicBezTo>
                  <a:pt x="57935" y="140368"/>
                  <a:pt x="54886" y="141888"/>
                  <a:pt x="51836" y="141888"/>
                </a:cubicBezTo>
                <a:cubicBezTo>
                  <a:pt x="49295" y="141888"/>
                  <a:pt x="47771" y="142902"/>
                  <a:pt x="46246" y="144422"/>
                </a:cubicBezTo>
                <a:cubicBezTo>
                  <a:pt x="44213" y="146449"/>
                  <a:pt x="42689" y="147969"/>
                  <a:pt x="41165" y="149996"/>
                </a:cubicBezTo>
                <a:cubicBezTo>
                  <a:pt x="39639" y="151516"/>
                  <a:pt x="38623" y="153036"/>
                  <a:pt x="38115" y="154556"/>
                </a:cubicBezTo>
                <a:cubicBezTo>
                  <a:pt x="36082" y="159624"/>
                  <a:pt x="33541" y="163678"/>
                  <a:pt x="29983" y="167731"/>
                </a:cubicBezTo>
                <a:cubicBezTo>
                  <a:pt x="27442" y="170772"/>
                  <a:pt x="25410" y="173812"/>
                  <a:pt x="22869" y="176853"/>
                </a:cubicBezTo>
                <a:cubicBezTo>
                  <a:pt x="19820" y="180400"/>
                  <a:pt x="17278" y="184454"/>
                  <a:pt x="15754" y="189014"/>
                </a:cubicBezTo>
                <a:cubicBezTo>
                  <a:pt x="14737" y="191041"/>
                  <a:pt x="14737" y="192054"/>
                  <a:pt x="17278" y="193068"/>
                </a:cubicBezTo>
                <a:cubicBezTo>
                  <a:pt x="19312" y="193576"/>
                  <a:pt x="21345" y="194083"/>
                  <a:pt x="23377" y="193576"/>
                </a:cubicBezTo>
                <a:cubicBezTo>
                  <a:pt x="26934" y="193068"/>
                  <a:pt x="29983" y="191548"/>
                  <a:pt x="32525" y="189521"/>
                </a:cubicBezTo>
                <a:cubicBezTo>
                  <a:pt x="35066" y="188001"/>
                  <a:pt x="37098" y="185974"/>
                  <a:pt x="39639" y="183947"/>
                </a:cubicBezTo>
                <a:cubicBezTo>
                  <a:pt x="41165" y="182933"/>
                  <a:pt x="42181" y="181920"/>
                  <a:pt x="44213" y="181413"/>
                </a:cubicBezTo>
                <a:cubicBezTo>
                  <a:pt x="49295" y="180400"/>
                  <a:pt x="53868" y="177866"/>
                  <a:pt x="57935" y="175332"/>
                </a:cubicBezTo>
                <a:cubicBezTo>
                  <a:pt x="60475" y="173812"/>
                  <a:pt x="62508" y="172292"/>
                  <a:pt x="64541" y="171279"/>
                </a:cubicBezTo>
                <a:cubicBezTo>
                  <a:pt x="66573" y="169758"/>
                  <a:pt x="67591" y="167731"/>
                  <a:pt x="67591" y="164691"/>
                </a:cubicBezTo>
                <a:cubicBezTo>
                  <a:pt x="67081" y="154050"/>
                  <a:pt x="67081" y="142902"/>
                  <a:pt x="67081" y="131752"/>
                </a:cubicBezTo>
                <a:cubicBezTo>
                  <a:pt x="67081" y="131246"/>
                  <a:pt x="67081" y="130232"/>
                  <a:pt x="67081" y="1292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1" name="Freeform 21"/>
          <p:cNvSpPr/>
          <p:nvPr/>
        </p:nvSpPr>
        <p:spPr>
          <a:xfrm>
            <a:off x="10833100" y="431800"/>
            <a:ext cx="115761" cy="160238"/>
          </a:xfrm>
          <a:custGeom>
            <a:avLst/>
            <a:gdLst/>
            <a:ahLst/>
            <a:cxnLst/>
            <a:rect l="l" t="t" r="r" b="b"/>
            <a:pathLst>
              <a:path w="115761" h="160238">
                <a:moveTo>
                  <a:pt x="17187" y="0"/>
                </a:moveTo>
                <a:cubicBezTo>
                  <a:pt x="17692" y="507"/>
                  <a:pt x="18198" y="1015"/>
                  <a:pt x="18703" y="1015"/>
                </a:cubicBezTo>
                <a:cubicBezTo>
                  <a:pt x="24265" y="6085"/>
                  <a:pt x="29319" y="11156"/>
                  <a:pt x="34879" y="16227"/>
                </a:cubicBezTo>
                <a:cubicBezTo>
                  <a:pt x="35890" y="17242"/>
                  <a:pt x="36396" y="18255"/>
                  <a:pt x="36901" y="19270"/>
                </a:cubicBezTo>
                <a:cubicBezTo>
                  <a:pt x="43473" y="31947"/>
                  <a:pt x="47517" y="45131"/>
                  <a:pt x="50044" y="59329"/>
                </a:cubicBezTo>
                <a:cubicBezTo>
                  <a:pt x="50044" y="60851"/>
                  <a:pt x="50550" y="62879"/>
                  <a:pt x="51055" y="64907"/>
                </a:cubicBezTo>
                <a:cubicBezTo>
                  <a:pt x="52066" y="67442"/>
                  <a:pt x="54089" y="67950"/>
                  <a:pt x="56617" y="66935"/>
                </a:cubicBezTo>
                <a:cubicBezTo>
                  <a:pt x="58133" y="65921"/>
                  <a:pt x="59144" y="65414"/>
                  <a:pt x="60660" y="64400"/>
                </a:cubicBezTo>
                <a:cubicBezTo>
                  <a:pt x="64704" y="61358"/>
                  <a:pt x="68749" y="58315"/>
                  <a:pt x="73298" y="55273"/>
                </a:cubicBezTo>
                <a:cubicBezTo>
                  <a:pt x="74309" y="54765"/>
                  <a:pt x="74814" y="53751"/>
                  <a:pt x="74814" y="52230"/>
                </a:cubicBezTo>
                <a:cubicBezTo>
                  <a:pt x="74814" y="48174"/>
                  <a:pt x="74814" y="44624"/>
                  <a:pt x="74814" y="40566"/>
                </a:cubicBezTo>
                <a:cubicBezTo>
                  <a:pt x="74814" y="38031"/>
                  <a:pt x="77342" y="34989"/>
                  <a:pt x="80374" y="34989"/>
                </a:cubicBezTo>
                <a:cubicBezTo>
                  <a:pt x="80880" y="34989"/>
                  <a:pt x="81891" y="35496"/>
                  <a:pt x="81891" y="36003"/>
                </a:cubicBezTo>
                <a:cubicBezTo>
                  <a:pt x="82396" y="36510"/>
                  <a:pt x="82902" y="37017"/>
                  <a:pt x="82902" y="38031"/>
                </a:cubicBezTo>
                <a:cubicBezTo>
                  <a:pt x="82902" y="40060"/>
                  <a:pt x="84419" y="42088"/>
                  <a:pt x="86441" y="43609"/>
                </a:cubicBezTo>
                <a:cubicBezTo>
                  <a:pt x="91496" y="47666"/>
                  <a:pt x="97056" y="50709"/>
                  <a:pt x="103123" y="52737"/>
                </a:cubicBezTo>
                <a:cubicBezTo>
                  <a:pt x="105145" y="53751"/>
                  <a:pt x="105650" y="54765"/>
                  <a:pt x="105650" y="56793"/>
                </a:cubicBezTo>
                <a:cubicBezTo>
                  <a:pt x="106155" y="70992"/>
                  <a:pt x="99079" y="81134"/>
                  <a:pt x="85430" y="86205"/>
                </a:cubicBezTo>
                <a:cubicBezTo>
                  <a:pt x="78858" y="88740"/>
                  <a:pt x="71782" y="89755"/>
                  <a:pt x="64704" y="88740"/>
                </a:cubicBezTo>
                <a:cubicBezTo>
                  <a:pt x="60155" y="87725"/>
                  <a:pt x="56617" y="92290"/>
                  <a:pt x="57628" y="96346"/>
                </a:cubicBezTo>
                <a:cubicBezTo>
                  <a:pt x="57628" y="97361"/>
                  <a:pt x="58133" y="98374"/>
                  <a:pt x="58133" y="99389"/>
                </a:cubicBezTo>
                <a:cubicBezTo>
                  <a:pt x="59649" y="102939"/>
                  <a:pt x="59649" y="106995"/>
                  <a:pt x="58133" y="111051"/>
                </a:cubicBezTo>
                <a:cubicBezTo>
                  <a:pt x="57628" y="112573"/>
                  <a:pt x="56617" y="113588"/>
                  <a:pt x="55100" y="114601"/>
                </a:cubicBezTo>
                <a:cubicBezTo>
                  <a:pt x="51055" y="117137"/>
                  <a:pt x="48023" y="120687"/>
                  <a:pt x="44990" y="124743"/>
                </a:cubicBezTo>
                <a:cubicBezTo>
                  <a:pt x="42462" y="128800"/>
                  <a:pt x="42968" y="130828"/>
                  <a:pt x="48023" y="131843"/>
                </a:cubicBezTo>
                <a:cubicBezTo>
                  <a:pt x="51055" y="132349"/>
                  <a:pt x="54089" y="132349"/>
                  <a:pt x="57122" y="131335"/>
                </a:cubicBezTo>
                <a:cubicBezTo>
                  <a:pt x="63188" y="129814"/>
                  <a:pt x="69254" y="127786"/>
                  <a:pt x="74814" y="125757"/>
                </a:cubicBezTo>
                <a:cubicBezTo>
                  <a:pt x="78353" y="124236"/>
                  <a:pt x="81891" y="123222"/>
                  <a:pt x="85936" y="123222"/>
                </a:cubicBezTo>
                <a:cubicBezTo>
                  <a:pt x="88969" y="122715"/>
                  <a:pt x="92001" y="121700"/>
                  <a:pt x="94529" y="120179"/>
                </a:cubicBezTo>
                <a:cubicBezTo>
                  <a:pt x="98572" y="118657"/>
                  <a:pt x="102617" y="116629"/>
                  <a:pt x="107166" y="116122"/>
                </a:cubicBezTo>
                <a:cubicBezTo>
                  <a:pt x="108177" y="116122"/>
                  <a:pt x="109694" y="116122"/>
                  <a:pt x="111210" y="116122"/>
                </a:cubicBezTo>
                <a:cubicBezTo>
                  <a:pt x="114244" y="116629"/>
                  <a:pt x="115760" y="119672"/>
                  <a:pt x="114750" y="122207"/>
                </a:cubicBezTo>
                <a:cubicBezTo>
                  <a:pt x="112726" y="126771"/>
                  <a:pt x="110199" y="131335"/>
                  <a:pt x="108177" y="135392"/>
                </a:cubicBezTo>
                <a:cubicBezTo>
                  <a:pt x="106661" y="137420"/>
                  <a:pt x="104639" y="138942"/>
                  <a:pt x="102617" y="140463"/>
                </a:cubicBezTo>
                <a:cubicBezTo>
                  <a:pt x="98067" y="142998"/>
                  <a:pt x="93012" y="145026"/>
                  <a:pt x="87958" y="146548"/>
                </a:cubicBezTo>
                <a:cubicBezTo>
                  <a:pt x="82396" y="148069"/>
                  <a:pt x="76331" y="149591"/>
                  <a:pt x="70771" y="151111"/>
                </a:cubicBezTo>
                <a:cubicBezTo>
                  <a:pt x="68749" y="151619"/>
                  <a:pt x="66220" y="151111"/>
                  <a:pt x="64198" y="151111"/>
                </a:cubicBezTo>
                <a:cubicBezTo>
                  <a:pt x="61671" y="151111"/>
                  <a:pt x="60155" y="151619"/>
                  <a:pt x="58638" y="152632"/>
                </a:cubicBezTo>
                <a:cubicBezTo>
                  <a:pt x="49033" y="159732"/>
                  <a:pt x="37407" y="160238"/>
                  <a:pt x="27803" y="154154"/>
                </a:cubicBezTo>
                <a:cubicBezTo>
                  <a:pt x="25781" y="152632"/>
                  <a:pt x="23759" y="150604"/>
                  <a:pt x="22242" y="148069"/>
                </a:cubicBezTo>
                <a:cubicBezTo>
                  <a:pt x="18703" y="142491"/>
                  <a:pt x="16176" y="136406"/>
                  <a:pt x="13649" y="130321"/>
                </a:cubicBezTo>
                <a:cubicBezTo>
                  <a:pt x="13143" y="129306"/>
                  <a:pt x="13143" y="128800"/>
                  <a:pt x="12638" y="127786"/>
                </a:cubicBezTo>
                <a:cubicBezTo>
                  <a:pt x="10110" y="122207"/>
                  <a:pt x="8594" y="116629"/>
                  <a:pt x="9100" y="110038"/>
                </a:cubicBezTo>
                <a:cubicBezTo>
                  <a:pt x="9605" y="109023"/>
                  <a:pt x="9100" y="108010"/>
                  <a:pt x="9100" y="106488"/>
                </a:cubicBezTo>
                <a:cubicBezTo>
                  <a:pt x="6066" y="94825"/>
                  <a:pt x="3033" y="82655"/>
                  <a:pt x="505" y="70992"/>
                </a:cubicBezTo>
                <a:cubicBezTo>
                  <a:pt x="0" y="69978"/>
                  <a:pt x="0" y="68964"/>
                  <a:pt x="0" y="67950"/>
                </a:cubicBezTo>
                <a:cubicBezTo>
                  <a:pt x="3033" y="53751"/>
                  <a:pt x="6066" y="39553"/>
                  <a:pt x="9100" y="25354"/>
                </a:cubicBezTo>
                <a:cubicBezTo>
                  <a:pt x="11121" y="17748"/>
                  <a:pt x="13143" y="9634"/>
                  <a:pt x="16176" y="2028"/>
                </a:cubicBezTo>
                <a:cubicBezTo>
                  <a:pt x="16681" y="1015"/>
                  <a:pt x="16681" y="507"/>
                  <a:pt x="1718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2" name="Freeform 22"/>
          <p:cNvSpPr/>
          <p:nvPr/>
        </p:nvSpPr>
        <p:spPr>
          <a:xfrm>
            <a:off x="11010900" y="495300"/>
            <a:ext cx="137429" cy="152255"/>
          </a:xfrm>
          <a:custGeom>
            <a:avLst/>
            <a:gdLst/>
            <a:ahLst/>
            <a:cxnLst/>
            <a:rect l="l" t="t" r="r" b="b"/>
            <a:pathLst>
              <a:path w="137429" h="152255">
                <a:moveTo>
                  <a:pt x="93817" y="51766"/>
                </a:moveTo>
                <a:cubicBezTo>
                  <a:pt x="95338" y="51260"/>
                  <a:pt x="96859" y="50244"/>
                  <a:pt x="98381" y="49737"/>
                </a:cubicBezTo>
                <a:cubicBezTo>
                  <a:pt x="101423" y="47706"/>
                  <a:pt x="104466" y="46184"/>
                  <a:pt x="108016" y="45677"/>
                </a:cubicBezTo>
                <a:cubicBezTo>
                  <a:pt x="112074" y="45169"/>
                  <a:pt x="116130" y="46692"/>
                  <a:pt x="119680" y="48721"/>
                </a:cubicBezTo>
                <a:cubicBezTo>
                  <a:pt x="120186" y="49229"/>
                  <a:pt x="120694" y="49737"/>
                  <a:pt x="121201" y="50244"/>
                </a:cubicBezTo>
                <a:cubicBezTo>
                  <a:pt x="122723" y="52274"/>
                  <a:pt x="122723" y="54812"/>
                  <a:pt x="120186" y="56335"/>
                </a:cubicBezTo>
                <a:cubicBezTo>
                  <a:pt x="111566" y="64455"/>
                  <a:pt x="101423" y="70545"/>
                  <a:pt x="90775" y="75113"/>
                </a:cubicBezTo>
                <a:cubicBezTo>
                  <a:pt x="90267" y="75620"/>
                  <a:pt x="89253" y="75620"/>
                  <a:pt x="88745" y="76128"/>
                </a:cubicBezTo>
                <a:cubicBezTo>
                  <a:pt x="84689" y="77650"/>
                  <a:pt x="83167" y="80695"/>
                  <a:pt x="82660" y="85263"/>
                </a:cubicBezTo>
                <a:cubicBezTo>
                  <a:pt x="82660" y="89831"/>
                  <a:pt x="83674" y="94906"/>
                  <a:pt x="85703" y="98966"/>
                </a:cubicBezTo>
                <a:cubicBezTo>
                  <a:pt x="92296" y="114699"/>
                  <a:pt x="94324" y="131446"/>
                  <a:pt x="93817" y="148195"/>
                </a:cubicBezTo>
                <a:cubicBezTo>
                  <a:pt x="93817" y="151240"/>
                  <a:pt x="92803" y="152255"/>
                  <a:pt x="89760" y="151747"/>
                </a:cubicBezTo>
                <a:cubicBezTo>
                  <a:pt x="86717" y="151747"/>
                  <a:pt x="83674" y="150732"/>
                  <a:pt x="81646" y="148195"/>
                </a:cubicBezTo>
                <a:cubicBezTo>
                  <a:pt x="80632" y="147180"/>
                  <a:pt x="80632" y="145658"/>
                  <a:pt x="80632" y="144643"/>
                </a:cubicBezTo>
                <a:cubicBezTo>
                  <a:pt x="80632" y="144135"/>
                  <a:pt x="80632" y="143120"/>
                  <a:pt x="80632" y="142612"/>
                </a:cubicBezTo>
                <a:cubicBezTo>
                  <a:pt x="80632" y="139060"/>
                  <a:pt x="79111" y="136522"/>
                  <a:pt x="76068" y="135000"/>
                </a:cubicBezTo>
                <a:cubicBezTo>
                  <a:pt x="74040" y="133477"/>
                  <a:pt x="71504" y="132969"/>
                  <a:pt x="68969" y="131954"/>
                </a:cubicBezTo>
                <a:cubicBezTo>
                  <a:pt x="68461" y="131954"/>
                  <a:pt x="67954" y="131954"/>
                  <a:pt x="67447" y="131954"/>
                </a:cubicBezTo>
                <a:cubicBezTo>
                  <a:pt x="65418" y="130940"/>
                  <a:pt x="63898" y="129417"/>
                  <a:pt x="63898" y="127894"/>
                </a:cubicBezTo>
                <a:cubicBezTo>
                  <a:pt x="63390" y="125865"/>
                  <a:pt x="64911" y="123834"/>
                  <a:pt x="66939" y="123327"/>
                </a:cubicBezTo>
                <a:cubicBezTo>
                  <a:pt x="67954" y="122819"/>
                  <a:pt x="68969" y="122819"/>
                  <a:pt x="69982" y="122819"/>
                </a:cubicBezTo>
                <a:cubicBezTo>
                  <a:pt x="73025" y="122311"/>
                  <a:pt x="74546" y="120788"/>
                  <a:pt x="75561" y="117744"/>
                </a:cubicBezTo>
                <a:cubicBezTo>
                  <a:pt x="77589" y="111653"/>
                  <a:pt x="76575" y="105564"/>
                  <a:pt x="73025" y="99981"/>
                </a:cubicBezTo>
                <a:cubicBezTo>
                  <a:pt x="72010" y="98966"/>
                  <a:pt x="71504" y="98966"/>
                  <a:pt x="70489" y="99981"/>
                </a:cubicBezTo>
                <a:cubicBezTo>
                  <a:pt x="69982" y="99981"/>
                  <a:pt x="69475" y="100489"/>
                  <a:pt x="68969" y="100995"/>
                </a:cubicBezTo>
                <a:cubicBezTo>
                  <a:pt x="65418" y="104041"/>
                  <a:pt x="62376" y="106578"/>
                  <a:pt x="59333" y="109624"/>
                </a:cubicBezTo>
                <a:cubicBezTo>
                  <a:pt x="56797" y="111653"/>
                  <a:pt x="54769" y="114191"/>
                  <a:pt x="53247" y="117236"/>
                </a:cubicBezTo>
                <a:cubicBezTo>
                  <a:pt x="52741" y="117744"/>
                  <a:pt x="52233" y="118251"/>
                  <a:pt x="51219" y="119267"/>
                </a:cubicBezTo>
                <a:cubicBezTo>
                  <a:pt x="42598" y="128402"/>
                  <a:pt x="33470" y="137029"/>
                  <a:pt x="24342" y="146164"/>
                </a:cubicBezTo>
                <a:cubicBezTo>
                  <a:pt x="20792" y="150224"/>
                  <a:pt x="17750" y="150732"/>
                  <a:pt x="13185" y="148702"/>
                </a:cubicBezTo>
                <a:cubicBezTo>
                  <a:pt x="10142" y="147687"/>
                  <a:pt x="8114" y="145658"/>
                  <a:pt x="6593" y="143120"/>
                </a:cubicBezTo>
                <a:cubicBezTo>
                  <a:pt x="2028" y="137537"/>
                  <a:pt x="507" y="130432"/>
                  <a:pt x="0" y="123327"/>
                </a:cubicBezTo>
                <a:cubicBezTo>
                  <a:pt x="0" y="121804"/>
                  <a:pt x="507" y="121296"/>
                  <a:pt x="1521" y="121296"/>
                </a:cubicBezTo>
                <a:cubicBezTo>
                  <a:pt x="2536" y="120788"/>
                  <a:pt x="3550" y="120282"/>
                  <a:pt x="4564" y="120282"/>
                </a:cubicBezTo>
                <a:cubicBezTo>
                  <a:pt x="6593" y="119267"/>
                  <a:pt x="8114" y="119267"/>
                  <a:pt x="10142" y="120282"/>
                </a:cubicBezTo>
                <a:cubicBezTo>
                  <a:pt x="12170" y="121296"/>
                  <a:pt x="14200" y="120788"/>
                  <a:pt x="16228" y="118759"/>
                </a:cubicBezTo>
                <a:cubicBezTo>
                  <a:pt x="17242" y="118251"/>
                  <a:pt x="18763" y="117236"/>
                  <a:pt x="19778" y="116728"/>
                </a:cubicBezTo>
                <a:cubicBezTo>
                  <a:pt x="23327" y="114699"/>
                  <a:pt x="26370" y="112669"/>
                  <a:pt x="29920" y="111147"/>
                </a:cubicBezTo>
                <a:cubicBezTo>
                  <a:pt x="30427" y="110639"/>
                  <a:pt x="31441" y="110131"/>
                  <a:pt x="31948" y="109624"/>
                </a:cubicBezTo>
                <a:cubicBezTo>
                  <a:pt x="41077" y="104549"/>
                  <a:pt x="49698" y="98966"/>
                  <a:pt x="58825" y="93891"/>
                </a:cubicBezTo>
                <a:cubicBezTo>
                  <a:pt x="61868" y="91860"/>
                  <a:pt x="64911" y="89831"/>
                  <a:pt x="67954" y="87293"/>
                </a:cubicBezTo>
                <a:cubicBezTo>
                  <a:pt x="70489" y="85263"/>
                  <a:pt x="72518" y="82725"/>
                  <a:pt x="73532" y="78665"/>
                </a:cubicBezTo>
                <a:cubicBezTo>
                  <a:pt x="72518" y="78665"/>
                  <a:pt x="72010" y="78157"/>
                  <a:pt x="70997" y="78157"/>
                </a:cubicBezTo>
                <a:cubicBezTo>
                  <a:pt x="67954" y="77142"/>
                  <a:pt x="66939" y="75113"/>
                  <a:pt x="67447" y="72067"/>
                </a:cubicBezTo>
                <a:cubicBezTo>
                  <a:pt x="67954" y="71053"/>
                  <a:pt x="68461" y="69530"/>
                  <a:pt x="68969" y="68515"/>
                </a:cubicBezTo>
                <a:cubicBezTo>
                  <a:pt x="70489" y="64455"/>
                  <a:pt x="72010" y="60395"/>
                  <a:pt x="73532" y="56841"/>
                </a:cubicBezTo>
                <a:cubicBezTo>
                  <a:pt x="73532" y="56335"/>
                  <a:pt x="74040" y="55827"/>
                  <a:pt x="74040" y="55320"/>
                </a:cubicBezTo>
                <a:cubicBezTo>
                  <a:pt x="74546" y="53289"/>
                  <a:pt x="74040" y="52781"/>
                  <a:pt x="72518" y="52781"/>
                </a:cubicBezTo>
                <a:cubicBezTo>
                  <a:pt x="70997" y="52781"/>
                  <a:pt x="69982" y="52781"/>
                  <a:pt x="68461" y="53289"/>
                </a:cubicBezTo>
                <a:cubicBezTo>
                  <a:pt x="66939" y="53797"/>
                  <a:pt x="64911" y="54304"/>
                  <a:pt x="62883" y="54812"/>
                </a:cubicBezTo>
                <a:cubicBezTo>
                  <a:pt x="61868" y="55320"/>
                  <a:pt x="61361" y="56335"/>
                  <a:pt x="61361" y="57349"/>
                </a:cubicBezTo>
                <a:cubicBezTo>
                  <a:pt x="61361" y="61918"/>
                  <a:pt x="61361" y="66484"/>
                  <a:pt x="61361" y="71053"/>
                </a:cubicBezTo>
                <a:cubicBezTo>
                  <a:pt x="61361" y="72067"/>
                  <a:pt x="60855" y="73082"/>
                  <a:pt x="60347" y="74097"/>
                </a:cubicBezTo>
                <a:cubicBezTo>
                  <a:pt x="54769" y="81203"/>
                  <a:pt x="49698" y="88308"/>
                  <a:pt x="44120" y="95413"/>
                </a:cubicBezTo>
                <a:cubicBezTo>
                  <a:pt x="44120" y="95921"/>
                  <a:pt x="43612" y="95921"/>
                  <a:pt x="43612" y="96429"/>
                </a:cubicBezTo>
                <a:cubicBezTo>
                  <a:pt x="41077" y="93891"/>
                  <a:pt x="39049" y="91860"/>
                  <a:pt x="37019" y="89323"/>
                </a:cubicBezTo>
                <a:cubicBezTo>
                  <a:pt x="35498" y="87800"/>
                  <a:pt x="34991" y="86277"/>
                  <a:pt x="34991" y="84248"/>
                </a:cubicBezTo>
                <a:cubicBezTo>
                  <a:pt x="34484" y="83233"/>
                  <a:pt x="34484" y="81711"/>
                  <a:pt x="33976" y="80695"/>
                </a:cubicBezTo>
                <a:cubicBezTo>
                  <a:pt x="29413" y="70037"/>
                  <a:pt x="28905" y="59379"/>
                  <a:pt x="31948" y="48214"/>
                </a:cubicBezTo>
                <a:cubicBezTo>
                  <a:pt x="33976" y="42631"/>
                  <a:pt x="33976" y="37556"/>
                  <a:pt x="33470" y="31974"/>
                </a:cubicBezTo>
                <a:cubicBezTo>
                  <a:pt x="33470" y="30451"/>
                  <a:pt x="33470" y="28928"/>
                  <a:pt x="33470" y="27405"/>
                </a:cubicBezTo>
                <a:cubicBezTo>
                  <a:pt x="33470" y="25376"/>
                  <a:pt x="34484" y="23853"/>
                  <a:pt x="36512" y="23853"/>
                </a:cubicBezTo>
                <a:cubicBezTo>
                  <a:pt x="38034" y="23345"/>
                  <a:pt x="39555" y="23853"/>
                  <a:pt x="40569" y="24361"/>
                </a:cubicBezTo>
                <a:cubicBezTo>
                  <a:pt x="42090" y="25376"/>
                  <a:pt x="43105" y="26391"/>
                  <a:pt x="44627" y="27913"/>
                </a:cubicBezTo>
                <a:cubicBezTo>
                  <a:pt x="45641" y="28928"/>
                  <a:pt x="46148" y="29944"/>
                  <a:pt x="47161" y="30959"/>
                </a:cubicBezTo>
                <a:cubicBezTo>
                  <a:pt x="50204" y="33496"/>
                  <a:pt x="52233" y="34004"/>
                  <a:pt x="55275" y="31974"/>
                </a:cubicBezTo>
                <a:cubicBezTo>
                  <a:pt x="59333" y="29436"/>
                  <a:pt x="63390" y="26899"/>
                  <a:pt x="67447" y="24361"/>
                </a:cubicBezTo>
                <a:cubicBezTo>
                  <a:pt x="72010" y="20808"/>
                  <a:pt x="76575" y="17763"/>
                  <a:pt x="81139" y="14210"/>
                </a:cubicBezTo>
                <a:cubicBezTo>
                  <a:pt x="82660" y="12687"/>
                  <a:pt x="84689" y="12181"/>
                  <a:pt x="86717" y="11673"/>
                </a:cubicBezTo>
                <a:cubicBezTo>
                  <a:pt x="89760" y="11673"/>
                  <a:pt x="92296" y="10150"/>
                  <a:pt x="94831" y="8120"/>
                </a:cubicBezTo>
                <a:cubicBezTo>
                  <a:pt x="99395" y="3045"/>
                  <a:pt x="105481" y="1015"/>
                  <a:pt x="112074" y="508"/>
                </a:cubicBezTo>
                <a:cubicBezTo>
                  <a:pt x="118158" y="0"/>
                  <a:pt x="124751" y="0"/>
                  <a:pt x="130837" y="2029"/>
                </a:cubicBezTo>
                <a:cubicBezTo>
                  <a:pt x="132358" y="2537"/>
                  <a:pt x="133880" y="3552"/>
                  <a:pt x="135401" y="4568"/>
                </a:cubicBezTo>
                <a:cubicBezTo>
                  <a:pt x="136923" y="5075"/>
                  <a:pt x="137429" y="6598"/>
                  <a:pt x="137429" y="8120"/>
                </a:cubicBezTo>
                <a:cubicBezTo>
                  <a:pt x="137429" y="9135"/>
                  <a:pt x="137429" y="9643"/>
                  <a:pt x="136415" y="10658"/>
                </a:cubicBezTo>
                <a:cubicBezTo>
                  <a:pt x="132865" y="13195"/>
                  <a:pt x="129315" y="15733"/>
                  <a:pt x="125766" y="18778"/>
                </a:cubicBezTo>
                <a:cubicBezTo>
                  <a:pt x="121708" y="21824"/>
                  <a:pt x="117652" y="25376"/>
                  <a:pt x="114609" y="29436"/>
                </a:cubicBezTo>
                <a:cubicBezTo>
                  <a:pt x="113087" y="31466"/>
                  <a:pt x="111059" y="32988"/>
                  <a:pt x="109031" y="34004"/>
                </a:cubicBezTo>
                <a:cubicBezTo>
                  <a:pt x="108016" y="34511"/>
                  <a:pt x="107509" y="35019"/>
                  <a:pt x="107001" y="35526"/>
                </a:cubicBezTo>
                <a:cubicBezTo>
                  <a:pt x="102438" y="40094"/>
                  <a:pt x="98381" y="44154"/>
                  <a:pt x="94324" y="48214"/>
                </a:cubicBezTo>
                <a:cubicBezTo>
                  <a:pt x="93309" y="49229"/>
                  <a:pt x="92803" y="50244"/>
                  <a:pt x="93817" y="5176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3" name="Freeform 23"/>
          <p:cNvSpPr/>
          <p:nvPr/>
        </p:nvSpPr>
        <p:spPr>
          <a:xfrm>
            <a:off x="11506200" y="546100"/>
            <a:ext cx="141991" cy="90099"/>
          </a:xfrm>
          <a:custGeom>
            <a:avLst/>
            <a:gdLst/>
            <a:ahLst/>
            <a:cxnLst/>
            <a:rect l="l" t="t" r="r" b="b"/>
            <a:pathLst>
              <a:path w="141991" h="90099">
                <a:moveTo>
                  <a:pt x="8114" y="67321"/>
                </a:moveTo>
                <a:cubicBezTo>
                  <a:pt x="9127" y="65297"/>
                  <a:pt x="8114" y="64284"/>
                  <a:pt x="7099" y="62766"/>
                </a:cubicBezTo>
                <a:cubicBezTo>
                  <a:pt x="4564" y="59728"/>
                  <a:pt x="2535" y="56185"/>
                  <a:pt x="1015" y="52136"/>
                </a:cubicBezTo>
                <a:cubicBezTo>
                  <a:pt x="0" y="48086"/>
                  <a:pt x="507" y="44543"/>
                  <a:pt x="3043" y="41001"/>
                </a:cubicBezTo>
                <a:cubicBezTo>
                  <a:pt x="4564" y="39482"/>
                  <a:pt x="6086" y="38470"/>
                  <a:pt x="8114" y="38975"/>
                </a:cubicBezTo>
                <a:cubicBezTo>
                  <a:pt x="9127" y="38975"/>
                  <a:pt x="10142" y="38470"/>
                  <a:pt x="11157" y="38975"/>
                </a:cubicBezTo>
                <a:cubicBezTo>
                  <a:pt x="14707" y="39987"/>
                  <a:pt x="18256" y="38470"/>
                  <a:pt x="20284" y="35938"/>
                </a:cubicBezTo>
                <a:cubicBezTo>
                  <a:pt x="22313" y="33914"/>
                  <a:pt x="24849" y="32902"/>
                  <a:pt x="27384" y="32395"/>
                </a:cubicBezTo>
                <a:cubicBezTo>
                  <a:pt x="28905" y="32395"/>
                  <a:pt x="30427" y="31383"/>
                  <a:pt x="31948" y="30876"/>
                </a:cubicBezTo>
                <a:cubicBezTo>
                  <a:pt x="45133" y="23790"/>
                  <a:pt x="58825" y="17716"/>
                  <a:pt x="73024" y="12654"/>
                </a:cubicBezTo>
                <a:cubicBezTo>
                  <a:pt x="77081" y="11135"/>
                  <a:pt x="81644" y="9618"/>
                  <a:pt x="85702" y="8099"/>
                </a:cubicBezTo>
                <a:cubicBezTo>
                  <a:pt x="88237" y="7087"/>
                  <a:pt x="91280" y="7087"/>
                  <a:pt x="94323" y="6580"/>
                </a:cubicBezTo>
                <a:cubicBezTo>
                  <a:pt x="98379" y="6074"/>
                  <a:pt x="101929" y="5568"/>
                  <a:pt x="105987" y="4555"/>
                </a:cubicBezTo>
                <a:cubicBezTo>
                  <a:pt x="108522" y="4049"/>
                  <a:pt x="111058" y="2531"/>
                  <a:pt x="113593" y="1519"/>
                </a:cubicBezTo>
                <a:cubicBezTo>
                  <a:pt x="115114" y="507"/>
                  <a:pt x="116636" y="0"/>
                  <a:pt x="118157" y="0"/>
                </a:cubicBezTo>
                <a:cubicBezTo>
                  <a:pt x="123735" y="0"/>
                  <a:pt x="129313" y="507"/>
                  <a:pt x="134384" y="2531"/>
                </a:cubicBezTo>
                <a:cubicBezTo>
                  <a:pt x="139963" y="4555"/>
                  <a:pt x="141991" y="9618"/>
                  <a:pt x="138948" y="14679"/>
                </a:cubicBezTo>
                <a:cubicBezTo>
                  <a:pt x="136920" y="19234"/>
                  <a:pt x="133370" y="22777"/>
                  <a:pt x="129821" y="25309"/>
                </a:cubicBezTo>
                <a:cubicBezTo>
                  <a:pt x="127792" y="26827"/>
                  <a:pt x="126271" y="26827"/>
                  <a:pt x="124242" y="26827"/>
                </a:cubicBezTo>
                <a:cubicBezTo>
                  <a:pt x="119678" y="27333"/>
                  <a:pt x="115621" y="27840"/>
                  <a:pt x="111564" y="28345"/>
                </a:cubicBezTo>
                <a:cubicBezTo>
                  <a:pt x="110550" y="28852"/>
                  <a:pt x="109028" y="28852"/>
                  <a:pt x="108015" y="29359"/>
                </a:cubicBezTo>
                <a:cubicBezTo>
                  <a:pt x="105987" y="30371"/>
                  <a:pt x="105479" y="31888"/>
                  <a:pt x="105479" y="33914"/>
                </a:cubicBezTo>
                <a:cubicBezTo>
                  <a:pt x="105479" y="35432"/>
                  <a:pt x="105987" y="36951"/>
                  <a:pt x="106493" y="38470"/>
                </a:cubicBezTo>
                <a:cubicBezTo>
                  <a:pt x="108015" y="41506"/>
                  <a:pt x="109028" y="44037"/>
                  <a:pt x="110550" y="46568"/>
                </a:cubicBezTo>
                <a:cubicBezTo>
                  <a:pt x="112071" y="50617"/>
                  <a:pt x="113593" y="54160"/>
                  <a:pt x="113593" y="58210"/>
                </a:cubicBezTo>
                <a:cubicBezTo>
                  <a:pt x="113593" y="63778"/>
                  <a:pt x="113086" y="68839"/>
                  <a:pt x="111564" y="73901"/>
                </a:cubicBezTo>
                <a:cubicBezTo>
                  <a:pt x="109536" y="79469"/>
                  <a:pt x="105987" y="82000"/>
                  <a:pt x="99901" y="82507"/>
                </a:cubicBezTo>
                <a:cubicBezTo>
                  <a:pt x="98379" y="82507"/>
                  <a:pt x="97366" y="82507"/>
                  <a:pt x="95844" y="82507"/>
                </a:cubicBezTo>
                <a:cubicBezTo>
                  <a:pt x="94323" y="82507"/>
                  <a:pt x="92801" y="82507"/>
                  <a:pt x="91787" y="84531"/>
                </a:cubicBezTo>
                <a:cubicBezTo>
                  <a:pt x="91280" y="85037"/>
                  <a:pt x="90773" y="85543"/>
                  <a:pt x="90265" y="86050"/>
                </a:cubicBezTo>
                <a:cubicBezTo>
                  <a:pt x="86716" y="89087"/>
                  <a:pt x="83166" y="90099"/>
                  <a:pt x="79110" y="88580"/>
                </a:cubicBezTo>
                <a:cubicBezTo>
                  <a:pt x="76573" y="87062"/>
                  <a:pt x="73530" y="85543"/>
                  <a:pt x="70996" y="84024"/>
                </a:cubicBezTo>
                <a:cubicBezTo>
                  <a:pt x="68967" y="82507"/>
                  <a:pt x="66939" y="82000"/>
                  <a:pt x="63896" y="82000"/>
                </a:cubicBezTo>
                <a:cubicBezTo>
                  <a:pt x="62882" y="82000"/>
                  <a:pt x="61360" y="82507"/>
                  <a:pt x="60347" y="80988"/>
                </a:cubicBezTo>
                <a:cubicBezTo>
                  <a:pt x="58825" y="79469"/>
                  <a:pt x="57810" y="77951"/>
                  <a:pt x="57304" y="75926"/>
                </a:cubicBezTo>
                <a:cubicBezTo>
                  <a:pt x="56797" y="74913"/>
                  <a:pt x="57304" y="74408"/>
                  <a:pt x="58317" y="74408"/>
                </a:cubicBezTo>
                <a:cubicBezTo>
                  <a:pt x="59332" y="74408"/>
                  <a:pt x="60853" y="74408"/>
                  <a:pt x="61868" y="74408"/>
                </a:cubicBezTo>
                <a:cubicBezTo>
                  <a:pt x="69474" y="74913"/>
                  <a:pt x="77081" y="73901"/>
                  <a:pt x="84181" y="71370"/>
                </a:cubicBezTo>
                <a:cubicBezTo>
                  <a:pt x="87730" y="69853"/>
                  <a:pt x="90773" y="67827"/>
                  <a:pt x="93815" y="65297"/>
                </a:cubicBezTo>
                <a:cubicBezTo>
                  <a:pt x="95336" y="63778"/>
                  <a:pt x="95844" y="62259"/>
                  <a:pt x="95336" y="60740"/>
                </a:cubicBezTo>
                <a:cubicBezTo>
                  <a:pt x="94830" y="56185"/>
                  <a:pt x="94323" y="51629"/>
                  <a:pt x="93815" y="46568"/>
                </a:cubicBezTo>
                <a:cubicBezTo>
                  <a:pt x="93308" y="44037"/>
                  <a:pt x="93308" y="41506"/>
                  <a:pt x="93308" y="38975"/>
                </a:cubicBezTo>
                <a:cubicBezTo>
                  <a:pt x="93308" y="36951"/>
                  <a:pt x="92801" y="35938"/>
                  <a:pt x="90773" y="35938"/>
                </a:cubicBezTo>
                <a:cubicBezTo>
                  <a:pt x="87730" y="35432"/>
                  <a:pt x="85194" y="35432"/>
                  <a:pt x="82659" y="37963"/>
                </a:cubicBezTo>
                <a:cubicBezTo>
                  <a:pt x="82152" y="38470"/>
                  <a:pt x="81138" y="38975"/>
                  <a:pt x="80123" y="39987"/>
                </a:cubicBezTo>
                <a:cubicBezTo>
                  <a:pt x="78095" y="41001"/>
                  <a:pt x="76067" y="42013"/>
                  <a:pt x="73530" y="41506"/>
                </a:cubicBezTo>
                <a:cubicBezTo>
                  <a:pt x="67953" y="41506"/>
                  <a:pt x="62882" y="43025"/>
                  <a:pt x="58825" y="46062"/>
                </a:cubicBezTo>
                <a:cubicBezTo>
                  <a:pt x="52739" y="50617"/>
                  <a:pt x="46655" y="55173"/>
                  <a:pt x="40569" y="59728"/>
                </a:cubicBezTo>
                <a:cubicBezTo>
                  <a:pt x="36004" y="62766"/>
                  <a:pt x="31441" y="66309"/>
                  <a:pt x="26370" y="68334"/>
                </a:cubicBezTo>
                <a:cubicBezTo>
                  <a:pt x="21299" y="70358"/>
                  <a:pt x="16228" y="70865"/>
                  <a:pt x="11157" y="68839"/>
                </a:cubicBezTo>
                <a:cubicBezTo>
                  <a:pt x="10142" y="68839"/>
                  <a:pt x="9635" y="68334"/>
                  <a:pt x="9127" y="67827"/>
                </a:cubicBezTo>
                <a:cubicBezTo>
                  <a:pt x="8621" y="67827"/>
                  <a:pt x="8621" y="67827"/>
                  <a:pt x="8114" y="673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4" name="Freeform 24"/>
          <p:cNvSpPr/>
          <p:nvPr/>
        </p:nvSpPr>
        <p:spPr>
          <a:xfrm>
            <a:off x="11036300" y="431800"/>
            <a:ext cx="107776" cy="57594"/>
          </a:xfrm>
          <a:custGeom>
            <a:avLst/>
            <a:gdLst/>
            <a:ahLst/>
            <a:cxnLst/>
            <a:rect l="l" t="t" r="r" b="b"/>
            <a:pathLst>
              <a:path w="107776" h="57594">
                <a:moveTo>
                  <a:pt x="100151" y="0"/>
                </a:moveTo>
                <a:cubicBezTo>
                  <a:pt x="101167" y="0"/>
                  <a:pt x="102692" y="0"/>
                  <a:pt x="104217" y="0"/>
                </a:cubicBezTo>
                <a:cubicBezTo>
                  <a:pt x="106251" y="505"/>
                  <a:pt x="107776" y="2526"/>
                  <a:pt x="107268" y="4547"/>
                </a:cubicBezTo>
                <a:cubicBezTo>
                  <a:pt x="105235" y="9094"/>
                  <a:pt x="101675" y="12630"/>
                  <a:pt x="97100" y="14652"/>
                </a:cubicBezTo>
                <a:cubicBezTo>
                  <a:pt x="96083" y="14652"/>
                  <a:pt x="95575" y="14652"/>
                  <a:pt x="95067" y="14652"/>
                </a:cubicBezTo>
                <a:cubicBezTo>
                  <a:pt x="92525" y="14147"/>
                  <a:pt x="90491" y="15156"/>
                  <a:pt x="88458" y="16673"/>
                </a:cubicBezTo>
                <a:cubicBezTo>
                  <a:pt x="80324" y="21725"/>
                  <a:pt x="73207" y="27282"/>
                  <a:pt x="67106" y="33849"/>
                </a:cubicBezTo>
                <a:cubicBezTo>
                  <a:pt x="63039" y="37892"/>
                  <a:pt x="58971" y="41933"/>
                  <a:pt x="55413" y="45975"/>
                </a:cubicBezTo>
                <a:cubicBezTo>
                  <a:pt x="50329" y="51533"/>
                  <a:pt x="43721" y="55574"/>
                  <a:pt x="36095" y="56585"/>
                </a:cubicBezTo>
                <a:cubicBezTo>
                  <a:pt x="31011" y="57594"/>
                  <a:pt x="25419" y="56585"/>
                  <a:pt x="20335" y="54564"/>
                </a:cubicBezTo>
                <a:cubicBezTo>
                  <a:pt x="14743" y="52542"/>
                  <a:pt x="9660" y="49511"/>
                  <a:pt x="4576" y="45470"/>
                </a:cubicBezTo>
                <a:cubicBezTo>
                  <a:pt x="4576" y="45470"/>
                  <a:pt x="4576" y="44964"/>
                  <a:pt x="4067" y="44964"/>
                </a:cubicBezTo>
                <a:cubicBezTo>
                  <a:pt x="0" y="40923"/>
                  <a:pt x="1017" y="35366"/>
                  <a:pt x="5592" y="32334"/>
                </a:cubicBezTo>
                <a:cubicBezTo>
                  <a:pt x="6101" y="31829"/>
                  <a:pt x="7117" y="31829"/>
                  <a:pt x="7625" y="31323"/>
                </a:cubicBezTo>
                <a:cubicBezTo>
                  <a:pt x="24402" y="24756"/>
                  <a:pt x="41178" y="18188"/>
                  <a:pt x="57955" y="11620"/>
                </a:cubicBezTo>
                <a:cubicBezTo>
                  <a:pt x="60496" y="10610"/>
                  <a:pt x="63547" y="9599"/>
                  <a:pt x="66090" y="9094"/>
                </a:cubicBezTo>
                <a:cubicBezTo>
                  <a:pt x="72189" y="7578"/>
                  <a:pt x="77781" y="6063"/>
                  <a:pt x="83374" y="3537"/>
                </a:cubicBezTo>
                <a:cubicBezTo>
                  <a:pt x="88966" y="1011"/>
                  <a:pt x="94558" y="0"/>
                  <a:pt x="100151"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5" name="Freeform 25"/>
          <p:cNvSpPr/>
          <p:nvPr/>
        </p:nvSpPr>
        <p:spPr>
          <a:xfrm>
            <a:off x="11074400" y="355600"/>
            <a:ext cx="57594" cy="63867"/>
          </a:xfrm>
          <a:custGeom>
            <a:avLst/>
            <a:gdLst/>
            <a:ahLst/>
            <a:cxnLst/>
            <a:rect l="l" t="t" r="r" b="b"/>
            <a:pathLst>
              <a:path w="57594" h="63867">
                <a:moveTo>
                  <a:pt x="57594" y="35481"/>
                </a:moveTo>
                <a:cubicBezTo>
                  <a:pt x="57594" y="40043"/>
                  <a:pt x="55068" y="43591"/>
                  <a:pt x="51027" y="46126"/>
                </a:cubicBezTo>
                <a:cubicBezTo>
                  <a:pt x="47490" y="48153"/>
                  <a:pt x="43449" y="49168"/>
                  <a:pt x="39407" y="49168"/>
                </a:cubicBezTo>
                <a:cubicBezTo>
                  <a:pt x="32334" y="49168"/>
                  <a:pt x="33344" y="49675"/>
                  <a:pt x="29303" y="53730"/>
                </a:cubicBezTo>
                <a:cubicBezTo>
                  <a:pt x="26271" y="56264"/>
                  <a:pt x="23240" y="58798"/>
                  <a:pt x="20208" y="61332"/>
                </a:cubicBezTo>
                <a:cubicBezTo>
                  <a:pt x="19199" y="62347"/>
                  <a:pt x="17682" y="62854"/>
                  <a:pt x="15662" y="63360"/>
                </a:cubicBezTo>
                <a:cubicBezTo>
                  <a:pt x="14147" y="63867"/>
                  <a:pt x="12630" y="63360"/>
                  <a:pt x="11620" y="61840"/>
                </a:cubicBezTo>
                <a:cubicBezTo>
                  <a:pt x="11115" y="59812"/>
                  <a:pt x="10610" y="58292"/>
                  <a:pt x="11620" y="56770"/>
                </a:cubicBezTo>
                <a:cubicBezTo>
                  <a:pt x="16673" y="49675"/>
                  <a:pt x="16673" y="42071"/>
                  <a:pt x="13136" y="34468"/>
                </a:cubicBezTo>
                <a:cubicBezTo>
                  <a:pt x="11620" y="30919"/>
                  <a:pt x="9599" y="28386"/>
                  <a:pt x="8084" y="25344"/>
                </a:cubicBezTo>
                <a:cubicBezTo>
                  <a:pt x="7073" y="23316"/>
                  <a:pt x="6063" y="21796"/>
                  <a:pt x="5558" y="19769"/>
                </a:cubicBezTo>
                <a:cubicBezTo>
                  <a:pt x="4547" y="16727"/>
                  <a:pt x="3537" y="13686"/>
                  <a:pt x="1515" y="10644"/>
                </a:cubicBezTo>
                <a:cubicBezTo>
                  <a:pt x="0" y="8617"/>
                  <a:pt x="0" y="6082"/>
                  <a:pt x="1515" y="3042"/>
                </a:cubicBezTo>
                <a:cubicBezTo>
                  <a:pt x="2526" y="1013"/>
                  <a:pt x="4041" y="0"/>
                  <a:pt x="6063" y="0"/>
                </a:cubicBezTo>
                <a:cubicBezTo>
                  <a:pt x="7073" y="0"/>
                  <a:pt x="8084" y="507"/>
                  <a:pt x="9094" y="507"/>
                </a:cubicBezTo>
                <a:cubicBezTo>
                  <a:pt x="14652" y="1520"/>
                  <a:pt x="20208" y="3548"/>
                  <a:pt x="25262" y="6082"/>
                </a:cubicBezTo>
                <a:cubicBezTo>
                  <a:pt x="31323" y="9630"/>
                  <a:pt x="37386" y="12672"/>
                  <a:pt x="43449" y="15714"/>
                </a:cubicBezTo>
                <a:cubicBezTo>
                  <a:pt x="47490" y="18247"/>
                  <a:pt x="51027" y="20782"/>
                  <a:pt x="53553" y="24331"/>
                </a:cubicBezTo>
                <a:cubicBezTo>
                  <a:pt x="56079" y="27371"/>
                  <a:pt x="57594" y="30919"/>
                  <a:pt x="57594" y="3548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6" name="Freeform 26"/>
          <p:cNvSpPr/>
          <p:nvPr/>
        </p:nvSpPr>
        <p:spPr>
          <a:xfrm>
            <a:off x="11518900" y="419100"/>
            <a:ext cx="56454" cy="76413"/>
          </a:xfrm>
          <a:custGeom>
            <a:avLst/>
            <a:gdLst/>
            <a:ahLst/>
            <a:cxnLst/>
            <a:rect l="l" t="t" r="r" b="b"/>
            <a:pathLst>
              <a:path w="56454" h="76413">
                <a:moveTo>
                  <a:pt x="56454" y="60112"/>
                </a:moveTo>
                <a:cubicBezTo>
                  <a:pt x="55946" y="61130"/>
                  <a:pt x="55437" y="62659"/>
                  <a:pt x="54929" y="63678"/>
                </a:cubicBezTo>
                <a:cubicBezTo>
                  <a:pt x="52385" y="66733"/>
                  <a:pt x="50350" y="69281"/>
                  <a:pt x="47808" y="72338"/>
                </a:cubicBezTo>
                <a:cubicBezTo>
                  <a:pt x="45773" y="74375"/>
                  <a:pt x="43739" y="75394"/>
                  <a:pt x="40687" y="75904"/>
                </a:cubicBezTo>
                <a:cubicBezTo>
                  <a:pt x="38144" y="76413"/>
                  <a:pt x="37127" y="75904"/>
                  <a:pt x="36619" y="73356"/>
                </a:cubicBezTo>
                <a:cubicBezTo>
                  <a:pt x="35602" y="68772"/>
                  <a:pt x="34585" y="64187"/>
                  <a:pt x="33567" y="59602"/>
                </a:cubicBezTo>
                <a:cubicBezTo>
                  <a:pt x="32550" y="55018"/>
                  <a:pt x="32041" y="50433"/>
                  <a:pt x="30008" y="45848"/>
                </a:cubicBezTo>
                <a:cubicBezTo>
                  <a:pt x="28990" y="43301"/>
                  <a:pt x="27464" y="40753"/>
                  <a:pt x="25429" y="38207"/>
                </a:cubicBezTo>
                <a:cubicBezTo>
                  <a:pt x="20344" y="32093"/>
                  <a:pt x="14750" y="25980"/>
                  <a:pt x="9663" y="20377"/>
                </a:cubicBezTo>
                <a:cubicBezTo>
                  <a:pt x="7629" y="17830"/>
                  <a:pt x="5594" y="15792"/>
                  <a:pt x="3052" y="13754"/>
                </a:cubicBezTo>
                <a:cubicBezTo>
                  <a:pt x="508" y="11208"/>
                  <a:pt x="0" y="8660"/>
                  <a:pt x="0" y="5094"/>
                </a:cubicBezTo>
                <a:cubicBezTo>
                  <a:pt x="0" y="4585"/>
                  <a:pt x="0" y="4585"/>
                  <a:pt x="0" y="4075"/>
                </a:cubicBezTo>
                <a:cubicBezTo>
                  <a:pt x="1017" y="509"/>
                  <a:pt x="1525" y="0"/>
                  <a:pt x="4577" y="1019"/>
                </a:cubicBezTo>
                <a:cubicBezTo>
                  <a:pt x="6104" y="2037"/>
                  <a:pt x="7629" y="2548"/>
                  <a:pt x="9154" y="3566"/>
                </a:cubicBezTo>
                <a:cubicBezTo>
                  <a:pt x="10681" y="5094"/>
                  <a:pt x="12206" y="6113"/>
                  <a:pt x="13733" y="7642"/>
                </a:cubicBezTo>
                <a:cubicBezTo>
                  <a:pt x="16275" y="10188"/>
                  <a:pt x="19327" y="12226"/>
                  <a:pt x="22379" y="13245"/>
                </a:cubicBezTo>
                <a:cubicBezTo>
                  <a:pt x="31025" y="16811"/>
                  <a:pt x="37636" y="21905"/>
                  <a:pt x="43231" y="29037"/>
                </a:cubicBezTo>
                <a:cubicBezTo>
                  <a:pt x="49842" y="37188"/>
                  <a:pt x="54420" y="46867"/>
                  <a:pt x="55946" y="58073"/>
                </a:cubicBezTo>
                <a:cubicBezTo>
                  <a:pt x="55946" y="58584"/>
                  <a:pt x="55946" y="59093"/>
                  <a:pt x="55946" y="59602"/>
                </a:cubicBezTo>
                <a:cubicBezTo>
                  <a:pt x="55946" y="59602"/>
                  <a:pt x="55946" y="60112"/>
                  <a:pt x="56454" y="6011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7" name="Freeform 27"/>
          <p:cNvSpPr/>
          <p:nvPr/>
        </p:nvSpPr>
        <p:spPr>
          <a:xfrm>
            <a:off x="11125200" y="558800"/>
            <a:ext cx="41058" cy="50182"/>
          </a:xfrm>
          <a:custGeom>
            <a:avLst/>
            <a:gdLst/>
            <a:ahLst/>
            <a:cxnLst/>
            <a:rect l="l" t="t" r="r" b="b"/>
            <a:pathLst>
              <a:path w="41058" h="50182">
                <a:moveTo>
                  <a:pt x="0" y="9124"/>
                </a:moveTo>
                <a:cubicBezTo>
                  <a:pt x="507" y="7603"/>
                  <a:pt x="507" y="6083"/>
                  <a:pt x="507" y="4562"/>
                </a:cubicBezTo>
                <a:cubicBezTo>
                  <a:pt x="1013" y="2028"/>
                  <a:pt x="2535" y="507"/>
                  <a:pt x="5575" y="507"/>
                </a:cubicBezTo>
                <a:cubicBezTo>
                  <a:pt x="12672" y="0"/>
                  <a:pt x="19769" y="1013"/>
                  <a:pt x="25344" y="6083"/>
                </a:cubicBezTo>
                <a:cubicBezTo>
                  <a:pt x="31427" y="10645"/>
                  <a:pt x="35483" y="16220"/>
                  <a:pt x="39538" y="22304"/>
                </a:cubicBezTo>
                <a:cubicBezTo>
                  <a:pt x="40044" y="23317"/>
                  <a:pt x="40551" y="24837"/>
                  <a:pt x="40551" y="25851"/>
                </a:cubicBezTo>
                <a:cubicBezTo>
                  <a:pt x="41058" y="30921"/>
                  <a:pt x="40551" y="35483"/>
                  <a:pt x="39031" y="40044"/>
                </a:cubicBezTo>
                <a:cubicBezTo>
                  <a:pt x="37509" y="45113"/>
                  <a:pt x="28892" y="50182"/>
                  <a:pt x="21796" y="46634"/>
                </a:cubicBezTo>
                <a:cubicBezTo>
                  <a:pt x="19262" y="45113"/>
                  <a:pt x="16727" y="43593"/>
                  <a:pt x="15207" y="41058"/>
                </a:cubicBezTo>
                <a:cubicBezTo>
                  <a:pt x="12165" y="37509"/>
                  <a:pt x="9124" y="33961"/>
                  <a:pt x="6083" y="30414"/>
                </a:cubicBezTo>
                <a:cubicBezTo>
                  <a:pt x="2028" y="24837"/>
                  <a:pt x="1013" y="18755"/>
                  <a:pt x="507" y="12165"/>
                </a:cubicBezTo>
                <a:cubicBezTo>
                  <a:pt x="507" y="11152"/>
                  <a:pt x="507" y="10138"/>
                  <a:pt x="507" y="9124"/>
                </a:cubicBezTo>
                <a:cubicBezTo>
                  <a:pt x="507" y="9124"/>
                  <a:pt x="507" y="9124"/>
                  <a:pt x="0" y="912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8" name="Freeform 28"/>
          <p:cNvSpPr/>
          <p:nvPr/>
        </p:nvSpPr>
        <p:spPr>
          <a:xfrm>
            <a:off x="11391900" y="546100"/>
            <a:ext cx="43909" cy="50752"/>
          </a:xfrm>
          <a:custGeom>
            <a:avLst/>
            <a:gdLst/>
            <a:ahLst/>
            <a:cxnLst/>
            <a:rect l="l" t="t" r="r" b="b"/>
            <a:pathLst>
              <a:path w="43909" h="50752">
                <a:moveTo>
                  <a:pt x="19178" y="50752"/>
                </a:moveTo>
                <a:cubicBezTo>
                  <a:pt x="17160" y="50245"/>
                  <a:pt x="15645" y="50245"/>
                  <a:pt x="13627" y="49737"/>
                </a:cubicBezTo>
                <a:cubicBezTo>
                  <a:pt x="12113" y="49229"/>
                  <a:pt x="11104" y="47706"/>
                  <a:pt x="11104" y="46185"/>
                </a:cubicBezTo>
                <a:cubicBezTo>
                  <a:pt x="11608" y="41109"/>
                  <a:pt x="10094" y="37048"/>
                  <a:pt x="8580" y="32988"/>
                </a:cubicBezTo>
                <a:cubicBezTo>
                  <a:pt x="5551" y="24868"/>
                  <a:pt x="2019" y="16749"/>
                  <a:pt x="504" y="8120"/>
                </a:cubicBezTo>
                <a:cubicBezTo>
                  <a:pt x="0" y="6090"/>
                  <a:pt x="0" y="4060"/>
                  <a:pt x="0" y="2029"/>
                </a:cubicBezTo>
                <a:cubicBezTo>
                  <a:pt x="0" y="1015"/>
                  <a:pt x="1010" y="0"/>
                  <a:pt x="2019" y="0"/>
                </a:cubicBezTo>
                <a:cubicBezTo>
                  <a:pt x="3533" y="0"/>
                  <a:pt x="5047" y="0"/>
                  <a:pt x="6057" y="0"/>
                </a:cubicBezTo>
                <a:cubicBezTo>
                  <a:pt x="7570" y="508"/>
                  <a:pt x="9084" y="1015"/>
                  <a:pt x="10094" y="2029"/>
                </a:cubicBezTo>
                <a:cubicBezTo>
                  <a:pt x="12113" y="3552"/>
                  <a:pt x="14131" y="4568"/>
                  <a:pt x="15645" y="6090"/>
                </a:cubicBezTo>
                <a:cubicBezTo>
                  <a:pt x="21198" y="11166"/>
                  <a:pt x="27254" y="15733"/>
                  <a:pt x="32805" y="20809"/>
                </a:cubicBezTo>
                <a:cubicBezTo>
                  <a:pt x="35329" y="22838"/>
                  <a:pt x="37348" y="25884"/>
                  <a:pt x="39366" y="28421"/>
                </a:cubicBezTo>
                <a:cubicBezTo>
                  <a:pt x="43909" y="35019"/>
                  <a:pt x="42899" y="39587"/>
                  <a:pt x="36843" y="44154"/>
                </a:cubicBezTo>
                <a:cubicBezTo>
                  <a:pt x="32301" y="48214"/>
                  <a:pt x="25235" y="50752"/>
                  <a:pt x="19178" y="5075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39" name="Freeform 29"/>
          <p:cNvSpPr/>
          <p:nvPr/>
        </p:nvSpPr>
        <p:spPr>
          <a:xfrm>
            <a:off x="11518900" y="482600"/>
            <a:ext cx="22810" cy="43909"/>
          </a:xfrm>
          <a:custGeom>
            <a:avLst/>
            <a:gdLst/>
            <a:ahLst/>
            <a:cxnLst/>
            <a:rect l="l" t="t" r="r" b="b"/>
            <a:pathLst>
              <a:path w="22810" h="43909">
                <a:moveTo>
                  <a:pt x="3110" y="28768"/>
                </a:moveTo>
                <a:cubicBezTo>
                  <a:pt x="3628" y="19684"/>
                  <a:pt x="2592" y="11608"/>
                  <a:pt x="1036" y="4037"/>
                </a:cubicBezTo>
                <a:cubicBezTo>
                  <a:pt x="518" y="3028"/>
                  <a:pt x="0" y="1514"/>
                  <a:pt x="1556" y="1010"/>
                </a:cubicBezTo>
                <a:cubicBezTo>
                  <a:pt x="2592" y="0"/>
                  <a:pt x="3628" y="0"/>
                  <a:pt x="5184" y="1010"/>
                </a:cubicBezTo>
                <a:cubicBezTo>
                  <a:pt x="6220" y="1514"/>
                  <a:pt x="7258" y="2019"/>
                  <a:pt x="7776" y="3028"/>
                </a:cubicBezTo>
                <a:cubicBezTo>
                  <a:pt x="10368" y="5551"/>
                  <a:pt x="12960" y="8580"/>
                  <a:pt x="15034" y="11104"/>
                </a:cubicBezTo>
                <a:cubicBezTo>
                  <a:pt x="17107" y="13627"/>
                  <a:pt x="18663" y="16151"/>
                  <a:pt x="20218" y="18169"/>
                </a:cubicBezTo>
                <a:cubicBezTo>
                  <a:pt x="21773" y="20693"/>
                  <a:pt x="22810" y="23217"/>
                  <a:pt x="22291" y="26245"/>
                </a:cubicBezTo>
                <a:cubicBezTo>
                  <a:pt x="21773" y="29778"/>
                  <a:pt x="21255" y="33815"/>
                  <a:pt x="19699" y="37348"/>
                </a:cubicBezTo>
                <a:cubicBezTo>
                  <a:pt x="17107" y="41890"/>
                  <a:pt x="13997" y="43909"/>
                  <a:pt x="8294" y="43909"/>
                </a:cubicBezTo>
                <a:cubicBezTo>
                  <a:pt x="6220" y="43909"/>
                  <a:pt x="5184" y="42899"/>
                  <a:pt x="4148" y="40881"/>
                </a:cubicBezTo>
                <a:cubicBezTo>
                  <a:pt x="3110" y="38358"/>
                  <a:pt x="3110" y="35834"/>
                  <a:pt x="3110" y="32805"/>
                </a:cubicBezTo>
                <a:cubicBezTo>
                  <a:pt x="3110" y="31292"/>
                  <a:pt x="3110" y="29778"/>
                  <a:pt x="3110" y="287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0" name="Freeform 30"/>
          <p:cNvSpPr/>
          <p:nvPr/>
        </p:nvSpPr>
        <p:spPr>
          <a:xfrm>
            <a:off x="10172700" y="330200"/>
            <a:ext cx="445931" cy="444892"/>
          </a:xfrm>
          <a:custGeom>
            <a:avLst/>
            <a:gdLst/>
            <a:ahLst/>
            <a:cxnLst/>
            <a:rect l="l" t="t" r="r" b="b"/>
            <a:pathLst>
              <a:path w="445931" h="444892">
                <a:moveTo>
                  <a:pt x="0" y="214823"/>
                </a:moveTo>
                <a:cubicBezTo>
                  <a:pt x="0" y="212975"/>
                  <a:pt x="462" y="211127"/>
                  <a:pt x="462" y="209279"/>
                </a:cubicBezTo>
                <a:cubicBezTo>
                  <a:pt x="1387" y="198653"/>
                  <a:pt x="2772" y="188029"/>
                  <a:pt x="4622" y="177402"/>
                </a:cubicBezTo>
                <a:cubicBezTo>
                  <a:pt x="8780" y="158923"/>
                  <a:pt x="14788" y="141368"/>
                  <a:pt x="23105" y="124275"/>
                </a:cubicBezTo>
                <a:cubicBezTo>
                  <a:pt x="41128" y="87777"/>
                  <a:pt x="67467" y="58673"/>
                  <a:pt x="101664" y="36035"/>
                </a:cubicBezTo>
                <a:cubicBezTo>
                  <a:pt x="122457" y="22175"/>
                  <a:pt x="145564" y="12474"/>
                  <a:pt x="170054" y="6468"/>
                </a:cubicBezTo>
                <a:cubicBezTo>
                  <a:pt x="183918" y="2772"/>
                  <a:pt x="198243" y="925"/>
                  <a:pt x="212107" y="462"/>
                </a:cubicBezTo>
                <a:cubicBezTo>
                  <a:pt x="213030" y="462"/>
                  <a:pt x="213954" y="0"/>
                  <a:pt x="214879" y="0"/>
                </a:cubicBezTo>
                <a:cubicBezTo>
                  <a:pt x="219961" y="0"/>
                  <a:pt x="225045" y="0"/>
                  <a:pt x="230128" y="0"/>
                </a:cubicBezTo>
                <a:cubicBezTo>
                  <a:pt x="231052" y="0"/>
                  <a:pt x="231515" y="462"/>
                  <a:pt x="232439" y="462"/>
                </a:cubicBezTo>
                <a:cubicBezTo>
                  <a:pt x="273566" y="2310"/>
                  <a:pt x="310996" y="14322"/>
                  <a:pt x="344730" y="36958"/>
                </a:cubicBezTo>
                <a:cubicBezTo>
                  <a:pt x="388630" y="66064"/>
                  <a:pt x="418667" y="105795"/>
                  <a:pt x="434840" y="156152"/>
                </a:cubicBezTo>
                <a:cubicBezTo>
                  <a:pt x="439924" y="172320"/>
                  <a:pt x="443159" y="189414"/>
                  <a:pt x="444544" y="206507"/>
                </a:cubicBezTo>
                <a:cubicBezTo>
                  <a:pt x="445931" y="232378"/>
                  <a:pt x="443620" y="257788"/>
                  <a:pt x="436690" y="282735"/>
                </a:cubicBezTo>
                <a:cubicBezTo>
                  <a:pt x="428371" y="311379"/>
                  <a:pt x="414508" y="337711"/>
                  <a:pt x="396024" y="361273"/>
                </a:cubicBezTo>
                <a:cubicBezTo>
                  <a:pt x="378464" y="382986"/>
                  <a:pt x="357669" y="400541"/>
                  <a:pt x="333639" y="414401"/>
                </a:cubicBezTo>
                <a:cubicBezTo>
                  <a:pt x="313769" y="426413"/>
                  <a:pt x="292513" y="434266"/>
                  <a:pt x="269869" y="439348"/>
                </a:cubicBezTo>
                <a:cubicBezTo>
                  <a:pt x="257392" y="442120"/>
                  <a:pt x="244916" y="443506"/>
                  <a:pt x="231977" y="444430"/>
                </a:cubicBezTo>
                <a:cubicBezTo>
                  <a:pt x="231052" y="444430"/>
                  <a:pt x="230128" y="444430"/>
                  <a:pt x="229666" y="444892"/>
                </a:cubicBezTo>
                <a:cubicBezTo>
                  <a:pt x="225045" y="444892"/>
                  <a:pt x="219961" y="444892"/>
                  <a:pt x="215341" y="444892"/>
                </a:cubicBezTo>
                <a:cubicBezTo>
                  <a:pt x="212568" y="444430"/>
                  <a:pt x="210257" y="443968"/>
                  <a:pt x="207485" y="443968"/>
                </a:cubicBezTo>
                <a:cubicBezTo>
                  <a:pt x="189001" y="442582"/>
                  <a:pt x="170979" y="439348"/>
                  <a:pt x="153419" y="433342"/>
                </a:cubicBezTo>
                <a:cubicBezTo>
                  <a:pt x="95194" y="413476"/>
                  <a:pt x="51756" y="376056"/>
                  <a:pt x="23567" y="321080"/>
                </a:cubicBezTo>
                <a:cubicBezTo>
                  <a:pt x="13863" y="302138"/>
                  <a:pt x="7394" y="281812"/>
                  <a:pt x="3697" y="260560"/>
                </a:cubicBezTo>
                <a:cubicBezTo>
                  <a:pt x="1848" y="252244"/>
                  <a:pt x="925" y="243929"/>
                  <a:pt x="462" y="235613"/>
                </a:cubicBezTo>
                <a:cubicBezTo>
                  <a:pt x="462" y="233765"/>
                  <a:pt x="0" y="231455"/>
                  <a:pt x="0" y="229607"/>
                </a:cubicBezTo>
                <a:cubicBezTo>
                  <a:pt x="0" y="224525"/>
                  <a:pt x="0" y="219443"/>
                  <a:pt x="0" y="214823"/>
                </a:cubicBezTo>
                <a:close/>
                <a:moveTo>
                  <a:pt x="222273" y="437039"/>
                </a:moveTo>
                <a:cubicBezTo>
                  <a:pt x="341033" y="437039"/>
                  <a:pt x="437151" y="340021"/>
                  <a:pt x="437151" y="222214"/>
                </a:cubicBezTo>
                <a:cubicBezTo>
                  <a:pt x="437613" y="105333"/>
                  <a:pt x="341958" y="7854"/>
                  <a:pt x="222734" y="7854"/>
                </a:cubicBezTo>
                <a:cubicBezTo>
                  <a:pt x="104436" y="7391"/>
                  <a:pt x="7856" y="103947"/>
                  <a:pt x="7856" y="221753"/>
                </a:cubicBezTo>
                <a:cubicBezTo>
                  <a:pt x="7394" y="340021"/>
                  <a:pt x="103974" y="436576"/>
                  <a:pt x="222273" y="43703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1" name="Freeform 31"/>
          <p:cNvSpPr/>
          <p:nvPr/>
        </p:nvSpPr>
        <p:spPr>
          <a:xfrm>
            <a:off x="10236200" y="393700"/>
            <a:ext cx="328991" cy="328472"/>
          </a:xfrm>
          <a:custGeom>
            <a:avLst/>
            <a:gdLst/>
            <a:ahLst/>
            <a:cxnLst/>
            <a:rect l="l" t="t" r="r" b="b"/>
            <a:pathLst>
              <a:path w="328991" h="328472">
                <a:moveTo>
                  <a:pt x="328991" y="164468"/>
                </a:moveTo>
                <a:cubicBezTo>
                  <a:pt x="328991" y="255016"/>
                  <a:pt x="254956" y="328472"/>
                  <a:pt x="164264" y="328472"/>
                </a:cubicBezTo>
                <a:cubicBezTo>
                  <a:pt x="73572" y="328472"/>
                  <a:pt x="462" y="254554"/>
                  <a:pt x="0" y="164929"/>
                </a:cubicBezTo>
                <a:cubicBezTo>
                  <a:pt x="0" y="74841"/>
                  <a:pt x="73109" y="925"/>
                  <a:pt x="163802" y="462"/>
                </a:cubicBezTo>
                <a:cubicBezTo>
                  <a:pt x="254956" y="0"/>
                  <a:pt x="328991" y="73456"/>
                  <a:pt x="328991" y="164468"/>
                </a:cubicBezTo>
                <a:close/>
                <a:moveTo>
                  <a:pt x="164264" y="323390"/>
                </a:moveTo>
                <a:cubicBezTo>
                  <a:pt x="252180" y="323853"/>
                  <a:pt x="323901" y="252245"/>
                  <a:pt x="323901" y="164468"/>
                </a:cubicBezTo>
                <a:cubicBezTo>
                  <a:pt x="323901" y="76690"/>
                  <a:pt x="252180" y="5544"/>
                  <a:pt x="164264" y="5544"/>
                </a:cubicBezTo>
                <a:cubicBezTo>
                  <a:pt x="76811" y="5544"/>
                  <a:pt x="5090" y="76690"/>
                  <a:pt x="5090" y="164468"/>
                </a:cubicBezTo>
                <a:cubicBezTo>
                  <a:pt x="5090" y="251783"/>
                  <a:pt x="76811" y="323390"/>
                  <a:pt x="164264" y="3233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2" name="Freeform 32"/>
          <p:cNvSpPr/>
          <p:nvPr/>
        </p:nvSpPr>
        <p:spPr>
          <a:xfrm>
            <a:off x="10541000" y="419100"/>
            <a:ext cx="36380" cy="43658"/>
          </a:xfrm>
          <a:custGeom>
            <a:avLst/>
            <a:gdLst/>
            <a:ahLst/>
            <a:cxnLst/>
            <a:rect l="l" t="t" r="r" b="b"/>
            <a:pathLst>
              <a:path w="36380" h="43658">
                <a:moveTo>
                  <a:pt x="17040" y="19042"/>
                </a:moveTo>
                <a:cubicBezTo>
                  <a:pt x="14737" y="21364"/>
                  <a:pt x="11974" y="23222"/>
                  <a:pt x="9671" y="25545"/>
                </a:cubicBezTo>
                <a:cubicBezTo>
                  <a:pt x="8289" y="26473"/>
                  <a:pt x="8289" y="27866"/>
                  <a:pt x="8750" y="28796"/>
                </a:cubicBezTo>
                <a:cubicBezTo>
                  <a:pt x="9210" y="29724"/>
                  <a:pt x="9210" y="30189"/>
                  <a:pt x="9210" y="30654"/>
                </a:cubicBezTo>
                <a:cubicBezTo>
                  <a:pt x="7828" y="30189"/>
                  <a:pt x="1382" y="21829"/>
                  <a:pt x="0" y="18578"/>
                </a:cubicBezTo>
                <a:cubicBezTo>
                  <a:pt x="921" y="19042"/>
                  <a:pt x="921" y="19042"/>
                  <a:pt x="1382" y="19507"/>
                </a:cubicBezTo>
                <a:cubicBezTo>
                  <a:pt x="3223" y="20436"/>
                  <a:pt x="4145" y="20436"/>
                  <a:pt x="5526" y="19507"/>
                </a:cubicBezTo>
                <a:cubicBezTo>
                  <a:pt x="11053" y="14863"/>
                  <a:pt x="16579" y="10218"/>
                  <a:pt x="22104" y="5573"/>
                </a:cubicBezTo>
                <a:cubicBezTo>
                  <a:pt x="23947" y="4180"/>
                  <a:pt x="23947" y="3251"/>
                  <a:pt x="23026" y="928"/>
                </a:cubicBezTo>
                <a:cubicBezTo>
                  <a:pt x="23026" y="465"/>
                  <a:pt x="23026" y="465"/>
                  <a:pt x="23026" y="0"/>
                </a:cubicBezTo>
                <a:cubicBezTo>
                  <a:pt x="23486" y="465"/>
                  <a:pt x="23947" y="465"/>
                  <a:pt x="23947" y="928"/>
                </a:cubicBezTo>
                <a:cubicBezTo>
                  <a:pt x="26711" y="4644"/>
                  <a:pt x="29473" y="8360"/>
                  <a:pt x="32236" y="12075"/>
                </a:cubicBezTo>
                <a:cubicBezTo>
                  <a:pt x="33618" y="13933"/>
                  <a:pt x="34539" y="16256"/>
                  <a:pt x="35460" y="18578"/>
                </a:cubicBezTo>
                <a:cubicBezTo>
                  <a:pt x="36380" y="20900"/>
                  <a:pt x="36380" y="23222"/>
                  <a:pt x="34539" y="25080"/>
                </a:cubicBezTo>
                <a:cubicBezTo>
                  <a:pt x="32697" y="27866"/>
                  <a:pt x="29473" y="28796"/>
                  <a:pt x="26250" y="27403"/>
                </a:cubicBezTo>
                <a:cubicBezTo>
                  <a:pt x="25329" y="26938"/>
                  <a:pt x="24408" y="26473"/>
                  <a:pt x="23026" y="26010"/>
                </a:cubicBezTo>
                <a:cubicBezTo>
                  <a:pt x="21645" y="32047"/>
                  <a:pt x="19342" y="37620"/>
                  <a:pt x="18421" y="43658"/>
                </a:cubicBezTo>
                <a:cubicBezTo>
                  <a:pt x="18421" y="43658"/>
                  <a:pt x="17960" y="43194"/>
                  <a:pt x="17499" y="42729"/>
                </a:cubicBezTo>
                <a:cubicBezTo>
                  <a:pt x="16579" y="41336"/>
                  <a:pt x="15197" y="39478"/>
                  <a:pt x="14276" y="38085"/>
                </a:cubicBezTo>
                <a:cubicBezTo>
                  <a:pt x="13355" y="37155"/>
                  <a:pt x="13355" y="36227"/>
                  <a:pt x="13355" y="34834"/>
                </a:cubicBezTo>
                <a:cubicBezTo>
                  <a:pt x="15197" y="30654"/>
                  <a:pt x="16579" y="26010"/>
                  <a:pt x="17499" y="21829"/>
                </a:cubicBezTo>
                <a:cubicBezTo>
                  <a:pt x="17960" y="20900"/>
                  <a:pt x="18421" y="19971"/>
                  <a:pt x="17040" y="19042"/>
                </a:cubicBezTo>
                <a:close/>
                <a:moveTo>
                  <a:pt x="18421" y="18114"/>
                </a:moveTo>
                <a:cubicBezTo>
                  <a:pt x="19342" y="19042"/>
                  <a:pt x="19802" y="19971"/>
                  <a:pt x="20724" y="20900"/>
                </a:cubicBezTo>
                <a:cubicBezTo>
                  <a:pt x="23026" y="23222"/>
                  <a:pt x="25329" y="23222"/>
                  <a:pt x="28091" y="20900"/>
                </a:cubicBezTo>
                <a:cubicBezTo>
                  <a:pt x="29013" y="20900"/>
                  <a:pt x="29473" y="20436"/>
                  <a:pt x="29934" y="19971"/>
                </a:cubicBezTo>
                <a:cubicBezTo>
                  <a:pt x="32697" y="17184"/>
                  <a:pt x="32697" y="14398"/>
                  <a:pt x="29934" y="11147"/>
                </a:cubicBezTo>
                <a:cubicBezTo>
                  <a:pt x="29013" y="10218"/>
                  <a:pt x="28552" y="9754"/>
                  <a:pt x="27170" y="11147"/>
                </a:cubicBezTo>
                <a:cubicBezTo>
                  <a:pt x="24868" y="12540"/>
                  <a:pt x="23026" y="14398"/>
                  <a:pt x="20724" y="16256"/>
                </a:cubicBezTo>
                <a:cubicBezTo>
                  <a:pt x="20263" y="16720"/>
                  <a:pt x="19342" y="17649"/>
                  <a:pt x="18421" y="1811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3" name="Freeform 33"/>
          <p:cNvSpPr/>
          <p:nvPr/>
        </p:nvSpPr>
        <p:spPr>
          <a:xfrm>
            <a:off x="10198100" y="508000"/>
            <a:ext cx="34822" cy="37421"/>
          </a:xfrm>
          <a:custGeom>
            <a:avLst/>
            <a:gdLst/>
            <a:ahLst/>
            <a:cxnLst/>
            <a:rect l="l" t="t" r="r" b="b"/>
            <a:pathLst>
              <a:path w="34822" h="37421">
                <a:moveTo>
                  <a:pt x="0" y="31808"/>
                </a:moveTo>
                <a:cubicBezTo>
                  <a:pt x="917" y="26662"/>
                  <a:pt x="1833" y="21985"/>
                  <a:pt x="2291" y="16839"/>
                </a:cubicBezTo>
                <a:cubicBezTo>
                  <a:pt x="2750" y="16839"/>
                  <a:pt x="2750" y="16839"/>
                  <a:pt x="3207" y="16839"/>
                </a:cubicBezTo>
                <a:cubicBezTo>
                  <a:pt x="3207" y="17308"/>
                  <a:pt x="3207" y="17775"/>
                  <a:pt x="3207" y="18242"/>
                </a:cubicBezTo>
                <a:cubicBezTo>
                  <a:pt x="3665" y="20114"/>
                  <a:pt x="4124" y="21049"/>
                  <a:pt x="5956" y="21518"/>
                </a:cubicBezTo>
                <a:cubicBezTo>
                  <a:pt x="9163" y="22452"/>
                  <a:pt x="12371" y="22921"/>
                  <a:pt x="16036" y="23388"/>
                </a:cubicBezTo>
                <a:cubicBezTo>
                  <a:pt x="15578" y="22921"/>
                  <a:pt x="15578" y="22452"/>
                  <a:pt x="15121" y="21985"/>
                </a:cubicBezTo>
                <a:cubicBezTo>
                  <a:pt x="12830" y="18242"/>
                  <a:pt x="10538" y="14968"/>
                  <a:pt x="8247" y="11227"/>
                </a:cubicBezTo>
                <a:cubicBezTo>
                  <a:pt x="8247" y="11227"/>
                  <a:pt x="7789" y="10758"/>
                  <a:pt x="7789" y="10291"/>
                </a:cubicBezTo>
                <a:cubicBezTo>
                  <a:pt x="6415" y="8887"/>
                  <a:pt x="5498" y="9355"/>
                  <a:pt x="4582" y="10758"/>
                </a:cubicBezTo>
                <a:cubicBezTo>
                  <a:pt x="4582" y="11694"/>
                  <a:pt x="4124" y="12162"/>
                  <a:pt x="3665" y="13565"/>
                </a:cubicBezTo>
                <a:cubicBezTo>
                  <a:pt x="3207" y="11227"/>
                  <a:pt x="4582" y="1871"/>
                  <a:pt x="5498" y="0"/>
                </a:cubicBezTo>
                <a:cubicBezTo>
                  <a:pt x="5956" y="0"/>
                  <a:pt x="5956" y="467"/>
                  <a:pt x="5956" y="467"/>
                </a:cubicBezTo>
                <a:cubicBezTo>
                  <a:pt x="5956" y="3743"/>
                  <a:pt x="7330" y="6548"/>
                  <a:pt x="8706" y="8887"/>
                </a:cubicBezTo>
                <a:cubicBezTo>
                  <a:pt x="10080" y="11694"/>
                  <a:pt x="11913" y="14033"/>
                  <a:pt x="13287" y="16372"/>
                </a:cubicBezTo>
                <a:cubicBezTo>
                  <a:pt x="14204" y="16372"/>
                  <a:pt x="14662" y="15904"/>
                  <a:pt x="15121" y="15904"/>
                </a:cubicBezTo>
                <a:cubicBezTo>
                  <a:pt x="20618" y="12630"/>
                  <a:pt x="26116" y="9355"/>
                  <a:pt x="31614" y="6081"/>
                </a:cubicBezTo>
                <a:cubicBezTo>
                  <a:pt x="32531" y="5613"/>
                  <a:pt x="33448" y="4677"/>
                  <a:pt x="34364" y="3743"/>
                </a:cubicBezTo>
                <a:cubicBezTo>
                  <a:pt x="34822" y="5613"/>
                  <a:pt x="33905" y="7017"/>
                  <a:pt x="33905" y="8420"/>
                </a:cubicBezTo>
                <a:cubicBezTo>
                  <a:pt x="33448" y="10291"/>
                  <a:pt x="33448" y="12162"/>
                  <a:pt x="32990" y="14033"/>
                </a:cubicBezTo>
                <a:cubicBezTo>
                  <a:pt x="32531" y="15436"/>
                  <a:pt x="32531" y="17308"/>
                  <a:pt x="32073" y="18711"/>
                </a:cubicBezTo>
                <a:cubicBezTo>
                  <a:pt x="31614" y="18711"/>
                  <a:pt x="31614" y="18711"/>
                  <a:pt x="31614" y="18711"/>
                </a:cubicBezTo>
                <a:cubicBezTo>
                  <a:pt x="31157" y="17775"/>
                  <a:pt x="31157" y="16372"/>
                  <a:pt x="31157" y="14968"/>
                </a:cubicBezTo>
                <a:cubicBezTo>
                  <a:pt x="30240" y="14968"/>
                  <a:pt x="29782" y="15436"/>
                  <a:pt x="29324" y="15436"/>
                </a:cubicBezTo>
                <a:cubicBezTo>
                  <a:pt x="25201" y="17775"/>
                  <a:pt x="21534" y="20114"/>
                  <a:pt x="17869" y="22452"/>
                </a:cubicBezTo>
                <a:cubicBezTo>
                  <a:pt x="17869" y="23388"/>
                  <a:pt x="18327" y="23856"/>
                  <a:pt x="19244" y="23856"/>
                </a:cubicBezTo>
                <a:cubicBezTo>
                  <a:pt x="21993" y="24792"/>
                  <a:pt x="24742" y="25259"/>
                  <a:pt x="27490" y="25726"/>
                </a:cubicBezTo>
                <a:cubicBezTo>
                  <a:pt x="28866" y="25726"/>
                  <a:pt x="29324" y="25259"/>
                  <a:pt x="30240" y="23856"/>
                </a:cubicBezTo>
                <a:cubicBezTo>
                  <a:pt x="30240" y="23388"/>
                  <a:pt x="30698" y="22921"/>
                  <a:pt x="31157" y="22452"/>
                </a:cubicBezTo>
                <a:cubicBezTo>
                  <a:pt x="30698" y="27130"/>
                  <a:pt x="29782" y="32276"/>
                  <a:pt x="28866" y="37421"/>
                </a:cubicBezTo>
                <a:cubicBezTo>
                  <a:pt x="28866" y="37421"/>
                  <a:pt x="28866" y="37421"/>
                  <a:pt x="28407" y="37421"/>
                </a:cubicBezTo>
                <a:cubicBezTo>
                  <a:pt x="28407" y="36953"/>
                  <a:pt x="28407" y="36486"/>
                  <a:pt x="28407" y="36017"/>
                </a:cubicBezTo>
                <a:cubicBezTo>
                  <a:pt x="27949" y="33679"/>
                  <a:pt x="27490" y="33212"/>
                  <a:pt x="25201" y="32743"/>
                </a:cubicBezTo>
                <a:cubicBezTo>
                  <a:pt x="18327" y="31340"/>
                  <a:pt x="11913" y="29936"/>
                  <a:pt x="5041" y="29002"/>
                </a:cubicBezTo>
                <a:cubicBezTo>
                  <a:pt x="2750" y="28533"/>
                  <a:pt x="2291" y="29002"/>
                  <a:pt x="1374" y="30872"/>
                </a:cubicBezTo>
                <a:cubicBezTo>
                  <a:pt x="917" y="31340"/>
                  <a:pt x="917" y="31808"/>
                  <a:pt x="458" y="31808"/>
                </a:cubicBezTo>
                <a:cubicBezTo>
                  <a:pt x="458" y="31808"/>
                  <a:pt x="458" y="31808"/>
                  <a:pt x="0" y="3180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4" name="Freeform 34"/>
          <p:cNvSpPr/>
          <p:nvPr/>
        </p:nvSpPr>
        <p:spPr>
          <a:xfrm>
            <a:off x="10502900" y="381000"/>
            <a:ext cx="37941" cy="40538"/>
          </a:xfrm>
          <a:custGeom>
            <a:avLst/>
            <a:gdLst/>
            <a:ahLst/>
            <a:cxnLst/>
            <a:rect l="l" t="t" r="r" b="b"/>
            <a:pathLst>
              <a:path w="37941" h="40538">
                <a:moveTo>
                  <a:pt x="28224" y="17240"/>
                </a:moveTo>
                <a:cubicBezTo>
                  <a:pt x="27762" y="19105"/>
                  <a:pt x="21284" y="28890"/>
                  <a:pt x="19434" y="30288"/>
                </a:cubicBezTo>
                <a:cubicBezTo>
                  <a:pt x="19896" y="28890"/>
                  <a:pt x="19896" y="27958"/>
                  <a:pt x="20358" y="27492"/>
                </a:cubicBezTo>
                <a:cubicBezTo>
                  <a:pt x="21284" y="24230"/>
                  <a:pt x="20358" y="21434"/>
                  <a:pt x="17120" y="19571"/>
                </a:cubicBezTo>
                <a:cubicBezTo>
                  <a:pt x="17120" y="19571"/>
                  <a:pt x="16657" y="20037"/>
                  <a:pt x="16657" y="20503"/>
                </a:cubicBezTo>
                <a:cubicBezTo>
                  <a:pt x="14806" y="23298"/>
                  <a:pt x="12955" y="25629"/>
                  <a:pt x="11105" y="28424"/>
                </a:cubicBezTo>
                <a:cubicBezTo>
                  <a:pt x="10179" y="29822"/>
                  <a:pt x="10179" y="30754"/>
                  <a:pt x="11567" y="31685"/>
                </a:cubicBezTo>
                <a:cubicBezTo>
                  <a:pt x="15269" y="35414"/>
                  <a:pt x="19434" y="37277"/>
                  <a:pt x="24986" y="34482"/>
                </a:cubicBezTo>
                <a:cubicBezTo>
                  <a:pt x="25911" y="34016"/>
                  <a:pt x="25911" y="34016"/>
                  <a:pt x="27299" y="34016"/>
                </a:cubicBezTo>
                <a:cubicBezTo>
                  <a:pt x="26374" y="35414"/>
                  <a:pt x="23134" y="39141"/>
                  <a:pt x="20822" y="40538"/>
                </a:cubicBezTo>
                <a:cubicBezTo>
                  <a:pt x="16657" y="38209"/>
                  <a:pt x="926" y="26095"/>
                  <a:pt x="0" y="24230"/>
                </a:cubicBezTo>
                <a:cubicBezTo>
                  <a:pt x="926" y="24696"/>
                  <a:pt x="1388" y="24696"/>
                  <a:pt x="1850" y="25163"/>
                </a:cubicBezTo>
                <a:cubicBezTo>
                  <a:pt x="3702" y="25629"/>
                  <a:pt x="4627" y="25163"/>
                  <a:pt x="5552" y="23764"/>
                </a:cubicBezTo>
                <a:cubicBezTo>
                  <a:pt x="9717" y="17706"/>
                  <a:pt x="13881" y="11650"/>
                  <a:pt x="18045" y="5592"/>
                </a:cubicBezTo>
                <a:cubicBezTo>
                  <a:pt x="19434" y="3727"/>
                  <a:pt x="18970" y="2795"/>
                  <a:pt x="18045" y="1398"/>
                </a:cubicBezTo>
                <a:cubicBezTo>
                  <a:pt x="17582" y="932"/>
                  <a:pt x="17582" y="466"/>
                  <a:pt x="17120" y="0"/>
                </a:cubicBezTo>
                <a:cubicBezTo>
                  <a:pt x="18508" y="466"/>
                  <a:pt x="35165" y="12581"/>
                  <a:pt x="37941" y="15377"/>
                </a:cubicBezTo>
                <a:cubicBezTo>
                  <a:pt x="36553" y="17706"/>
                  <a:pt x="33777" y="21434"/>
                  <a:pt x="32389" y="22366"/>
                </a:cubicBezTo>
                <a:cubicBezTo>
                  <a:pt x="32389" y="21900"/>
                  <a:pt x="32389" y="21434"/>
                  <a:pt x="32389" y="21434"/>
                </a:cubicBezTo>
                <a:cubicBezTo>
                  <a:pt x="34239" y="16774"/>
                  <a:pt x="33315" y="13979"/>
                  <a:pt x="30075" y="11184"/>
                </a:cubicBezTo>
                <a:cubicBezTo>
                  <a:pt x="29150" y="10251"/>
                  <a:pt x="28224" y="9319"/>
                  <a:pt x="26836" y="8853"/>
                </a:cubicBezTo>
                <a:cubicBezTo>
                  <a:pt x="25911" y="7921"/>
                  <a:pt x="24986" y="8387"/>
                  <a:pt x="24522" y="9319"/>
                </a:cubicBezTo>
                <a:cubicBezTo>
                  <a:pt x="22672" y="11650"/>
                  <a:pt x="20822" y="13979"/>
                  <a:pt x="18970" y="16774"/>
                </a:cubicBezTo>
                <a:cubicBezTo>
                  <a:pt x="18970" y="17240"/>
                  <a:pt x="18508" y="17706"/>
                  <a:pt x="18508" y="18172"/>
                </a:cubicBezTo>
                <a:cubicBezTo>
                  <a:pt x="19896" y="19571"/>
                  <a:pt x="21284" y="20503"/>
                  <a:pt x="23598" y="20037"/>
                </a:cubicBezTo>
                <a:cubicBezTo>
                  <a:pt x="24986" y="19571"/>
                  <a:pt x="26836" y="18172"/>
                  <a:pt x="28224" y="1724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5" name="Freeform 35"/>
          <p:cNvSpPr/>
          <p:nvPr/>
        </p:nvSpPr>
        <p:spPr>
          <a:xfrm>
            <a:off x="10198100" y="558800"/>
            <a:ext cx="32743" cy="31184"/>
          </a:xfrm>
          <a:custGeom>
            <a:avLst/>
            <a:gdLst/>
            <a:ahLst/>
            <a:cxnLst/>
            <a:rect l="l" t="t" r="r" b="b"/>
            <a:pathLst>
              <a:path w="32743" h="31184">
                <a:moveTo>
                  <a:pt x="22597" y="9172"/>
                </a:moveTo>
                <a:cubicBezTo>
                  <a:pt x="20292" y="10089"/>
                  <a:pt x="17986" y="11006"/>
                  <a:pt x="17064" y="13299"/>
                </a:cubicBezTo>
                <a:cubicBezTo>
                  <a:pt x="16603" y="14675"/>
                  <a:pt x="16603" y="16050"/>
                  <a:pt x="17525" y="17885"/>
                </a:cubicBezTo>
                <a:cubicBezTo>
                  <a:pt x="18447" y="17427"/>
                  <a:pt x="19369" y="17427"/>
                  <a:pt x="20292" y="17427"/>
                </a:cubicBezTo>
                <a:cubicBezTo>
                  <a:pt x="22597" y="16967"/>
                  <a:pt x="24903" y="16509"/>
                  <a:pt x="27671" y="16509"/>
                </a:cubicBezTo>
                <a:cubicBezTo>
                  <a:pt x="29054" y="16050"/>
                  <a:pt x="29515" y="15592"/>
                  <a:pt x="29976" y="13758"/>
                </a:cubicBezTo>
                <a:cubicBezTo>
                  <a:pt x="29976" y="8255"/>
                  <a:pt x="27208" y="3669"/>
                  <a:pt x="22136" y="1834"/>
                </a:cubicBezTo>
                <a:cubicBezTo>
                  <a:pt x="21675" y="1375"/>
                  <a:pt x="20753" y="1375"/>
                  <a:pt x="20292" y="0"/>
                </a:cubicBezTo>
                <a:cubicBezTo>
                  <a:pt x="23519" y="0"/>
                  <a:pt x="26286" y="458"/>
                  <a:pt x="29054" y="458"/>
                </a:cubicBezTo>
                <a:cubicBezTo>
                  <a:pt x="29976" y="2292"/>
                  <a:pt x="32743" y="24764"/>
                  <a:pt x="32282" y="27056"/>
                </a:cubicBezTo>
                <a:cubicBezTo>
                  <a:pt x="31821" y="26139"/>
                  <a:pt x="31821" y="25681"/>
                  <a:pt x="31360" y="25222"/>
                </a:cubicBezTo>
                <a:cubicBezTo>
                  <a:pt x="30898" y="23847"/>
                  <a:pt x="29976" y="23388"/>
                  <a:pt x="28593" y="23388"/>
                </a:cubicBezTo>
                <a:cubicBezTo>
                  <a:pt x="21214" y="24305"/>
                  <a:pt x="14296" y="25222"/>
                  <a:pt x="7379" y="26598"/>
                </a:cubicBezTo>
                <a:cubicBezTo>
                  <a:pt x="5535" y="26598"/>
                  <a:pt x="4611" y="27516"/>
                  <a:pt x="4150" y="29808"/>
                </a:cubicBezTo>
                <a:cubicBezTo>
                  <a:pt x="4150" y="30267"/>
                  <a:pt x="4150" y="30725"/>
                  <a:pt x="4150" y="31184"/>
                </a:cubicBezTo>
                <a:cubicBezTo>
                  <a:pt x="3228" y="29808"/>
                  <a:pt x="0" y="7797"/>
                  <a:pt x="461" y="5044"/>
                </a:cubicBezTo>
                <a:cubicBezTo>
                  <a:pt x="3228" y="4586"/>
                  <a:pt x="5535" y="4128"/>
                  <a:pt x="8301" y="4128"/>
                </a:cubicBezTo>
                <a:cubicBezTo>
                  <a:pt x="8301" y="4128"/>
                  <a:pt x="8762" y="4128"/>
                  <a:pt x="8762" y="4586"/>
                </a:cubicBezTo>
                <a:cubicBezTo>
                  <a:pt x="8301" y="4586"/>
                  <a:pt x="8301" y="5044"/>
                  <a:pt x="7840" y="5044"/>
                </a:cubicBezTo>
                <a:cubicBezTo>
                  <a:pt x="3689" y="6420"/>
                  <a:pt x="2306" y="9630"/>
                  <a:pt x="2767" y="13758"/>
                </a:cubicBezTo>
                <a:cubicBezTo>
                  <a:pt x="2767" y="14675"/>
                  <a:pt x="2767" y="16050"/>
                  <a:pt x="3228" y="17427"/>
                </a:cubicBezTo>
                <a:cubicBezTo>
                  <a:pt x="3228" y="19261"/>
                  <a:pt x="3689" y="19719"/>
                  <a:pt x="5996" y="19261"/>
                </a:cubicBezTo>
                <a:cubicBezTo>
                  <a:pt x="9224" y="18802"/>
                  <a:pt x="11990" y="18344"/>
                  <a:pt x="15218" y="17885"/>
                </a:cubicBezTo>
                <a:cubicBezTo>
                  <a:pt x="15679" y="15592"/>
                  <a:pt x="15218" y="13758"/>
                  <a:pt x="13374" y="12841"/>
                </a:cubicBezTo>
                <a:cubicBezTo>
                  <a:pt x="11990" y="11923"/>
                  <a:pt x="10146" y="11464"/>
                  <a:pt x="8301" y="11006"/>
                </a:cubicBezTo>
                <a:cubicBezTo>
                  <a:pt x="8301" y="10547"/>
                  <a:pt x="8762" y="10547"/>
                  <a:pt x="8762" y="10089"/>
                </a:cubicBezTo>
                <a:cubicBezTo>
                  <a:pt x="13374" y="9630"/>
                  <a:pt x="17986" y="9172"/>
                  <a:pt x="22597" y="8255"/>
                </a:cubicBezTo>
                <a:cubicBezTo>
                  <a:pt x="22597" y="8713"/>
                  <a:pt x="22597" y="8713"/>
                  <a:pt x="22597" y="91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6" name="Freeform 36"/>
          <p:cNvSpPr/>
          <p:nvPr/>
        </p:nvSpPr>
        <p:spPr>
          <a:xfrm>
            <a:off x="10363200" y="723900"/>
            <a:ext cx="22868" cy="32743"/>
          </a:xfrm>
          <a:custGeom>
            <a:avLst/>
            <a:gdLst/>
            <a:ahLst/>
            <a:cxnLst/>
            <a:rect l="l" t="t" r="r" b="b"/>
            <a:pathLst>
              <a:path w="22868" h="32743">
                <a:moveTo>
                  <a:pt x="7775" y="16372"/>
                </a:moveTo>
                <a:cubicBezTo>
                  <a:pt x="6861" y="15436"/>
                  <a:pt x="5489" y="14032"/>
                  <a:pt x="4573" y="12629"/>
                </a:cubicBezTo>
                <a:cubicBezTo>
                  <a:pt x="3202" y="10291"/>
                  <a:pt x="2744" y="7951"/>
                  <a:pt x="3659" y="5145"/>
                </a:cubicBezTo>
                <a:cubicBezTo>
                  <a:pt x="4573" y="2807"/>
                  <a:pt x="6403" y="1403"/>
                  <a:pt x="8689" y="467"/>
                </a:cubicBezTo>
                <a:cubicBezTo>
                  <a:pt x="11891" y="0"/>
                  <a:pt x="15093" y="0"/>
                  <a:pt x="17837" y="1403"/>
                </a:cubicBezTo>
                <a:cubicBezTo>
                  <a:pt x="19666" y="2339"/>
                  <a:pt x="21039" y="3743"/>
                  <a:pt x="21953" y="5613"/>
                </a:cubicBezTo>
                <a:cubicBezTo>
                  <a:pt x="22868" y="8420"/>
                  <a:pt x="21953" y="11227"/>
                  <a:pt x="19209" y="12629"/>
                </a:cubicBezTo>
                <a:cubicBezTo>
                  <a:pt x="17837" y="13098"/>
                  <a:pt x="16923" y="13565"/>
                  <a:pt x="15550" y="14032"/>
                </a:cubicBezTo>
                <a:cubicBezTo>
                  <a:pt x="16007" y="14501"/>
                  <a:pt x="16466" y="14968"/>
                  <a:pt x="16923" y="15436"/>
                </a:cubicBezTo>
                <a:cubicBezTo>
                  <a:pt x="18294" y="17308"/>
                  <a:pt x="19666" y="18711"/>
                  <a:pt x="20124" y="20582"/>
                </a:cubicBezTo>
                <a:cubicBezTo>
                  <a:pt x="21953" y="25726"/>
                  <a:pt x="19209" y="30872"/>
                  <a:pt x="13721" y="32276"/>
                </a:cubicBezTo>
                <a:cubicBezTo>
                  <a:pt x="10519" y="32743"/>
                  <a:pt x="7318" y="32276"/>
                  <a:pt x="4116" y="30404"/>
                </a:cubicBezTo>
                <a:cubicBezTo>
                  <a:pt x="1372" y="29000"/>
                  <a:pt x="0" y="26662"/>
                  <a:pt x="457" y="23856"/>
                </a:cubicBezTo>
                <a:cubicBezTo>
                  <a:pt x="457" y="20582"/>
                  <a:pt x="2287" y="18711"/>
                  <a:pt x="5030" y="17775"/>
                </a:cubicBezTo>
                <a:cubicBezTo>
                  <a:pt x="5946" y="17308"/>
                  <a:pt x="6861" y="16839"/>
                  <a:pt x="7775" y="16372"/>
                </a:cubicBezTo>
                <a:close/>
                <a:moveTo>
                  <a:pt x="9148" y="17775"/>
                </a:moveTo>
                <a:cubicBezTo>
                  <a:pt x="5946" y="20582"/>
                  <a:pt x="4573" y="25259"/>
                  <a:pt x="6403" y="28533"/>
                </a:cubicBezTo>
                <a:cubicBezTo>
                  <a:pt x="6861" y="30404"/>
                  <a:pt x="8232" y="31340"/>
                  <a:pt x="10062" y="31340"/>
                </a:cubicBezTo>
                <a:cubicBezTo>
                  <a:pt x="11891" y="31340"/>
                  <a:pt x="12807" y="29936"/>
                  <a:pt x="13721" y="28533"/>
                </a:cubicBezTo>
                <a:cubicBezTo>
                  <a:pt x="15093" y="24792"/>
                  <a:pt x="13264" y="20582"/>
                  <a:pt x="9148" y="17775"/>
                </a:cubicBezTo>
                <a:close/>
                <a:moveTo>
                  <a:pt x="14178" y="12629"/>
                </a:moveTo>
                <a:cubicBezTo>
                  <a:pt x="16923" y="10758"/>
                  <a:pt x="17837" y="6548"/>
                  <a:pt x="16466" y="3743"/>
                </a:cubicBezTo>
                <a:cubicBezTo>
                  <a:pt x="16007" y="1871"/>
                  <a:pt x="14635" y="1403"/>
                  <a:pt x="12807" y="1403"/>
                </a:cubicBezTo>
                <a:cubicBezTo>
                  <a:pt x="11434" y="1403"/>
                  <a:pt x="10519" y="2339"/>
                  <a:pt x="9605" y="3743"/>
                </a:cubicBezTo>
                <a:cubicBezTo>
                  <a:pt x="9148" y="5145"/>
                  <a:pt x="9148" y="7017"/>
                  <a:pt x="10062" y="8420"/>
                </a:cubicBezTo>
                <a:cubicBezTo>
                  <a:pt x="10977" y="10291"/>
                  <a:pt x="12348" y="11694"/>
                  <a:pt x="14178" y="1262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7" name="Freeform 37"/>
          <p:cNvSpPr/>
          <p:nvPr/>
        </p:nvSpPr>
        <p:spPr>
          <a:xfrm>
            <a:off x="10210800" y="609600"/>
            <a:ext cx="33783" cy="29105"/>
          </a:xfrm>
          <a:custGeom>
            <a:avLst/>
            <a:gdLst/>
            <a:ahLst/>
            <a:cxnLst/>
            <a:rect l="l" t="t" r="r" b="b"/>
            <a:pathLst>
              <a:path w="33783" h="29105">
                <a:moveTo>
                  <a:pt x="7305" y="29105"/>
                </a:moveTo>
                <a:cubicBezTo>
                  <a:pt x="6848" y="28644"/>
                  <a:pt x="6392" y="28181"/>
                  <a:pt x="6392" y="27719"/>
                </a:cubicBezTo>
                <a:cubicBezTo>
                  <a:pt x="4566" y="23561"/>
                  <a:pt x="3195" y="19403"/>
                  <a:pt x="1369" y="15707"/>
                </a:cubicBezTo>
                <a:cubicBezTo>
                  <a:pt x="456" y="13397"/>
                  <a:pt x="0" y="10626"/>
                  <a:pt x="0" y="8316"/>
                </a:cubicBezTo>
                <a:cubicBezTo>
                  <a:pt x="0" y="5081"/>
                  <a:pt x="913" y="2772"/>
                  <a:pt x="3653" y="1386"/>
                </a:cubicBezTo>
                <a:cubicBezTo>
                  <a:pt x="6392" y="0"/>
                  <a:pt x="8674" y="462"/>
                  <a:pt x="11413" y="1848"/>
                </a:cubicBezTo>
                <a:cubicBezTo>
                  <a:pt x="12783" y="2772"/>
                  <a:pt x="14153" y="4620"/>
                  <a:pt x="15066" y="6006"/>
                </a:cubicBezTo>
                <a:cubicBezTo>
                  <a:pt x="15978" y="7854"/>
                  <a:pt x="16435" y="10164"/>
                  <a:pt x="17348" y="12012"/>
                </a:cubicBezTo>
                <a:cubicBezTo>
                  <a:pt x="18261" y="11549"/>
                  <a:pt x="18717" y="11549"/>
                  <a:pt x="19174" y="11549"/>
                </a:cubicBezTo>
                <a:cubicBezTo>
                  <a:pt x="21001" y="10626"/>
                  <a:pt x="23283" y="9702"/>
                  <a:pt x="25109" y="8778"/>
                </a:cubicBezTo>
                <a:cubicBezTo>
                  <a:pt x="27849" y="7391"/>
                  <a:pt x="28304" y="6930"/>
                  <a:pt x="27849" y="4158"/>
                </a:cubicBezTo>
                <a:cubicBezTo>
                  <a:pt x="27849" y="3696"/>
                  <a:pt x="27849" y="3233"/>
                  <a:pt x="27849" y="2772"/>
                </a:cubicBezTo>
                <a:cubicBezTo>
                  <a:pt x="29218" y="4158"/>
                  <a:pt x="29218" y="6006"/>
                  <a:pt x="30131" y="7391"/>
                </a:cubicBezTo>
                <a:cubicBezTo>
                  <a:pt x="30587" y="9239"/>
                  <a:pt x="31500" y="10626"/>
                  <a:pt x="31957" y="12474"/>
                </a:cubicBezTo>
                <a:cubicBezTo>
                  <a:pt x="32413" y="13860"/>
                  <a:pt x="33783" y="15245"/>
                  <a:pt x="33326" y="17555"/>
                </a:cubicBezTo>
                <a:cubicBezTo>
                  <a:pt x="32870" y="16632"/>
                  <a:pt x="32413" y="16170"/>
                  <a:pt x="31957" y="15707"/>
                </a:cubicBezTo>
                <a:cubicBezTo>
                  <a:pt x="31044" y="14784"/>
                  <a:pt x="30131" y="14322"/>
                  <a:pt x="29218" y="14784"/>
                </a:cubicBezTo>
                <a:cubicBezTo>
                  <a:pt x="28304" y="15245"/>
                  <a:pt x="27391" y="15707"/>
                  <a:pt x="26478" y="16170"/>
                </a:cubicBezTo>
                <a:cubicBezTo>
                  <a:pt x="21001" y="18480"/>
                  <a:pt x="15522" y="20790"/>
                  <a:pt x="10043" y="23099"/>
                </a:cubicBezTo>
                <a:cubicBezTo>
                  <a:pt x="7305" y="24486"/>
                  <a:pt x="7305" y="24947"/>
                  <a:pt x="7305" y="28181"/>
                </a:cubicBezTo>
                <a:cubicBezTo>
                  <a:pt x="7305" y="28644"/>
                  <a:pt x="7305" y="28644"/>
                  <a:pt x="7305" y="29105"/>
                </a:cubicBezTo>
                <a:close/>
                <a:moveTo>
                  <a:pt x="16435" y="12474"/>
                </a:moveTo>
                <a:cubicBezTo>
                  <a:pt x="15522" y="11549"/>
                  <a:pt x="15522" y="10164"/>
                  <a:pt x="14609" y="9239"/>
                </a:cubicBezTo>
                <a:cubicBezTo>
                  <a:pt x="13240" y="7391"/>
                  <a:pt x="11413" y="6468"/>
                  <a:pt x="9587" y="7391"/>
                </a:cubicBezTo>
                <a:cubicBezTo>
                  <a:pt x="7761" y="7854"/>
                  <a:pt x="5935" y="8778"/>
                  <a:pt x="4566" y="9702"/>
                </a:cubicBezTo>
                <a:cubicBezTo>
                  <a:pt x="2282" y="11087"/>
                  <a:pt x="1826" y="13860"/>
                  <a:pt x="3195" y="16170"/>
                </a:cubicBezTo>
                <a:cubicBezTo>
                  <a:pt x="4108" y="17555"/>
                  <a:pt x="4566" y="18017"/>
                  <a:pt x="5935" y="17555"/>
                </a:cubicBezTo>
                <a:cubicBezTo>
                  <a:pt x="9130" y="15707"/>
                  <a:pt x="12783" y="14322"/>
                  <a:pt x="16435" y="1247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8" name="Freeform 38"/>
          <p:cNvSpPr/>
          <p:nvPr/>
        </p:nvSpPr>
        <p:spPr>
          <a:xfrm>
            <a:off x="10223500" y="419100"/>
            <a:ext cx="40019" cy="43658"/>
          </a:xfrm>
          <a:custGeom>
            <a:avLst/>
            <a:gdLst/>
            <a:ahLst/>
            <a:cxnLst/>
            <a:rect l="l" t="t" r="r" b="b"/>
            <a:pathLst>
              <a:path w="40019" h="43658">
                <a:moveTo>
                  <a:pt x="0" y="23438"/>
                </a:moveTo>
                <a:cubicBezTo>
                  <a:pt x="919" y="22518"/>
                  <a:pt x="2300" y="21139"/>
                  <a:pt x="2760" y="19761"/>
                </a:cubicBezTo>
                <a:cubicBezTo>
                  <a:pt x="4600" y="17004"/>
                  <a:pt x="6900" y="16085"/>
                  <a:pt x="10119" y="16544"/>
                </a:cubicBezTo>
                <a:cubicBezTo>
                  <a:pt x="15640" y="16544"/>
                  <a:pt x="21619" y="16544"/>
                  <a:pt x="27140" y="16544"/>
                </a:cubicBezTo>
                <a:cubicBezTo>
                  <a:pt x="28059" y="16544"/>
                  <a:pt x="28519" y="16544"/>
                  <a:pt x="29440" y="16544"/>
                </a:cubicBezTo>
                <a:cubicBezTo>
                  <a:pt x="28979" y="16085"/>
                  <a:pt x="28979" y="15625"/>
                  <a:pt x="28519" y="15165"/>
                </a:cubicBezTo>
                <a:cubicBezTo>
                  <a:pt x="25759" y="12868"/>
                  <a:pt x="23000" y="10570"/>
                  <a:pt x="20240" y="8272"/>
                </a:cubicBezTo>
                <a:cubicBezTo>
                  <a:pt x="17479" y="5514"/>
                  <a:pt x="17019" y="5514"/>
                  <a:pt x="13800" y="7353"/>
                </a:cubicBezTo>
                <a:cubicBezTo>
                  <a:pt x="13800" y="7813"/>
                  <a:pt x="13800" y="7353"/>
                  <a:pt x="13340" y="7353"/>
                </a:cubicBezTo>
                <a:cubicBezTo>
                  <a:pt x="13800" y="5974"/>
                  <a:pt x="17479" y="1379"/>
                  <a:pt x="19319" y="0"/>
                </a:cubicBezTo>
                <a:cubicBezTo>
                  <a:pt x="19319" y="919"/>
                  <a:pt x="19319" y="919"/>
                  <a:pt x="19319" y="1379"/>
                </a:cubicBezTo>
                <a:cubicBezTo>
                  <a:pt x="18400" y="3217"/>
                  <a:pt x="18860" y="4596"/>
                  <a:pt x="20240" y="5974"/>
                </a:cubicBezTo>
                <a:cubicBezTo>
                  <a:pt x="24840" y="9651"/>
                  <a:pt x="29440" y="13787"/>
                  <a:pt x="34039" y="17464"/>
                </a:cubicBezTo>
                <a:cubicBezTo>
                  <a:pt x="35879" y="19301"/>
                  <a:pt x="37719" y="21139"/>
                  <a:pt x="40019" y="22978"/>
                </a:cubicBezTo>
                <a:cubicBezTo>
                  <a:pt x="39099" y="23438"/>
                  <a:pt x="38638" y="23898"/>
                  <a:pt x="38179" y="23898"/>
                </a:cubicBezTo>
                <a:cubicBezTo>
                  <a:pt x="37259" y="23898"/>
                  <a:pt x="36339" y="23898"/>
                  <a:pt x="35419" y="23898"/>
                </a:cubicBezTo>
                <a:cubicBezTo>
                  <a:pt x="27600" y="23898"/>
                  <a:pt x="19319" y="23898"/>
                  <a:pt x="11500" y="23438"/>
                </a:cubicBezTo>
                <a:cubicBezTo>
                  <a:pt x="10580" y="23438"/>
                  <a:pt x="10119" y="23438"/>
                  <a:pt x="8740" y="23438"/>
                </a:cubicBezTo>
                <a:cubicBezTo>
                  <a:pt x="9200" y="24356"/>
                  <a:pt x="9660" y="24816"/>
                  <a:pt x="10119" y="25276"/>
                </a:cubicBezTo>
                <a:cubicBezTo>
                  <a:pt x="13800" y="28492"/>
                  <a:pt x="17940" y="31709"/>
                  <a:pt x="21619" y="35386"/>
                </a:cubicBezTo>
                <a:cubicBezTo>
                  <a:pt x="23459" y="37224"/>
                  <a:pt x="25300" y="38143"/>
                  <a:pt x="28059" y="35846"/>
                </a:cubicBezTo>
                <a:cubicBezTo>
                  <a:pt x="28059" y="35386"/>
                  <a:pt x="28059" y="35386"/>
                  <a:pt x="28059" y="35386"/>
                </a:cubicBezTo>
                <a:cubicBezTo>
                  <a:pt x="28059" y="36765"/>
                  <a:pt x="23919" y="42280"/>
                  <a:pt x="22079" y="43658"/>
                </a:cubicBezTo>
                <a:cubicBezTo>
                  <a:pt x="22079" y="42739"/>
                  <a:pt x="22079" y="42280"/>
                  <a:pt x="22540" y="41820"/>
                </a:cubicBezTo>
                <a:cubicBezTo>
                  <a:pt x="23459" y="39982"/>
                  <a:pt x="23000" y="39063"/>
                  <a:pt x="21619" y="37683"/>
                </a:cubicBezTo>
                <a:cubicBezTo>
                  <a:pt x="18860" y="35386"/>
                  <a:pt x="16100" y="33089"/>
                  <a:pt x="13800" y="30790"/>
                </a:cubicBezTo>
                <a:cubicBezTo>
                  <a:pt x="11500" y="28492"/>
                  <a:pt x="9200" y="26655"/>
                  <a:pt x="6900" y="24816"/>
                </a:cubicBezTo>
                <a:cubicBezTo>
                  <a:pt x="5519" y="23438"/>
                  <a:pt x="4600" y="23438"/>
                  <a:pt x="3219" y="23438"/>
                </a:cubicBezTo>
                <a:cubicBezTo>
                  <a:pt x="2300" y="23898"/>
                  <a:pt x="1380" y="23898"/>
                  <a:pt x="460" y="23898"/>
                </a:cubicBezTo>
                <a:cubicBezTo>
                  <a:pt x="0" y="23898"/>
                  <a:pt x="0" y="23898"/>
                  <a:pt x="0" y="234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49" name="Freeform 39"/>
          <p:cNvSpPr/>
          <p:nvPr/>
        </p:nvSpPr>
        <p:spPr>
          <a:xfrm>
            <a:off x="10464800" y="711200"/>
            <a:ext cx="28066" cy="32222"/>
          </a:xfrm>
          <a:custGeom>
            <a:avLst/>
            <a:gdLst/>
            <a:ahLst/>
            <a:cxnLst/>
            <a:rect l="l" t="t" r="r" b="b"/>
            <a:pathLst>
              <a:path w="28066" h="32222">
                <a:moveTo>
                  <a:pt x="16563" y="11968"/>
                </a:moveTo>
                <a:cubicBezTo>
                  <a:pt x="18404" y="12429"/>
                  <a:pt x="19784" y="12889"/>
                  <a:pt x="21165" y="13349"/>
                </a:cubicBezTo>
                <a:cubicBezTo>
                  <a:pt x="24845" y="14270"/>
                  <a:pt x="27146" y="17032"/>
                  <a:pt x="27606" y="20715"/>
                </a:cubicBezTo>
                <a:cubicBezTo>
                  <a:pt x="28066" y="23477"/>
                  <a:pt x="27146" y="25317"/>
                  <a:pt x="25306" y="27159"/>
                </a:cubicBezTo>
                <a:cubicBezTo>
                  <a:pt x="23005" y="29921"/>
                  <a:pt x="19324" y="31763"/>
                  <a:pt x="15644" y="31763"/>
                </a:cubicBezTo>
                <a:cubicBezTo>
                  <a:pt x="12883" y="32222"/>
                  <a:pt x="11043" y="30842"/>
                  <a:pt x="9662" y="28541"/>
                </a:cubicBezTo>
                <a:cubicBezTo>
                  <a:pt x="7822" y="26238"/>
                  <a:pt x="7822" y="23477"/>
                  <a:pt x="9662" y="21175"/>
                </a:cubicBezTo>
                <a:cubicBezTo>
                  <a:pt x="10122" y="20254"/>
                  <a:pt x="11043" y="19333"/>
                  <a:pt x="11962" y="17953"/>
                </a:cubicBezTo>
                <a:cubicBezTo>
                  <a:pt x="10582" y="17953"/>
                  <a:pt x="9202" y="17493"/>
                  <a:pt x="7822" y="17032"/>
                </a:cubicBezTo>
                <a:cubicBezTo>
                  <a:pt x="1380" y="14731"/>
                  <a:pt x="0" y="7826"/>
                  <a:pt x="5061" y="3683"/>
                </a:cubicBezTo>
                <a:cubicBezTo>
                  <a:pt x="7362" y="1842"/>
                  <a:pt x="10122" y="460"/>
                  <a:pt x="12883" y="0"/>
                </a:cubicBezTo>
                <a:cubicBezTo>
                  <a:pt x="15644" y="0"/>
                  <a:pt x="17944" y="921"/>
                  <a:pt x="19324" y="3222"/>
                </a:cubicBezTo>
                <a:cubicBezTo>
                  <a:pt x="20705" y="5524"/>
                  <a:pt x="19784" y="7826"/>
                  <a:pt x="18404" y="9667"/>
                </a:cubicBezTo>
                <a:cubicBezTo>
                  <a:pt x="17944" y="10588"/>
                  <a:pt x="17484" y="11048"/>
                  <a:pt x="16563" y="11968"/>
                </a:cubicBezTo>
                <a:close/>
                <a:moveTo>
                  <a:pt x="13343" y="18414"/>
                </a:moveTo>
                <a:cubicBezTo>
                  <a:pt x="13343" y="19794"/>
                  <a:pt x="12883" y="21175"/>
                  <a:pt x="12883" y="22095"/>
                </a:cubicBezTo>
                <a:cubicBezTo>
                  <a:pt x="13343" y="24858"/>
                  <a:pt x="14723" y="27159"/>
                  <a:pt x="17023" y="29000"/>
                </a:cubicBezTo>
                <a:cubicBezTo>
                  <a:pt x="18404" y="29921"/>
                  <a:pt x="19784" y="30382"/>
                  <a:pt x="21165" y="29461"/>
                </a:cubicBezTo>
                <a:cubicBezTo>
                  <a:pt x="23005" y="28541"/>
                  <a:pt x="23465" y="26699"/>
                  <a:pt x="23005" y="25317"/>
                </a:cubicBezTo>
                <a:cubicBezTo>
                  <a:pt x="22545" y="22556"/>
                  <a:pt x="21165" y="20715"/>
                  <a:pt x="18865" y="19794"/>
                </a:cubicBezTo>
                <a:cubicBezTo>
                  <a:pt x="17023" y="18873"/>
                  <a:pt x="15644" y="18873"/>
                  <a:pt x="13343" y="18414"/>
                </a:cubicBezTo>
                <a:close/>
                <a:moveTo>
                  <a:pt x="15183" y="11968"/>
                </a:moveTo>
                <a:cubicBezTo>
                  <a:pt x="16104" y="8285"/>
                  <a:pt x="15183" y="5524"/>
                  <a:pt x="12883" y="3222"/>
                </a:cubicBezTo>
                <a:cubicBezTo>
                  <a:pt x="11962" y="2301"/>
                  <a:pt x="11043" y="2301"/>
                  <a:pt x="10122" y="2301"/>
                </a:cubicBezTo>
                <a:cubicBezTo>
                  <a:pt x="8282" y="2301"/>
                  <a:pt x="7362" y="3222"/>
                  <a:pt x="6441" y="4604"/>
                </a:cubicBezTo>
                <a:cubicBezTo>
                  <a:pt x="5982" y="5984"/>
                  <a:pt x="6441" y="7365"/>
                  <a:pt x="7362" y="8746"/>
                </a:cubicBezTo>
                <a:cubicBezTo>
                  <a:pt x="9662" y="11048"/>
                  <a:pt x="11962" y="11509"/>
                  <a:pt x="15183" y="1196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0" name="Freeform 40"/>
          <p:cNvSpPr/>
          <p:nvPr/>
        </p:nvSpPr>
        <p:spPr>
          <a:xfrm>
            <a:off x="10261600" y="381000"/>
            <a:ext cx="37941" cy="36901"/>
          </a:xfrm>
          <a:custGeom>
            <a:avLst/>
            <a:gdLst/>
            <a:ahLst/>
            <a:cxnLst/>
            <a:rect l="l" t="t" r="r" b="b"/>
            <a:pathLst>
              <a:path w="37941" h="36901">
                <a:moveTo>
                  <a:pt x="20358" y="0"/>
                </a:moveTo>
                <a:cubicBezTo>
                  <a:pt x="21746" y="922"/>
                  <a:pt x="25911" y="6458"/>
                  <a:pt x="26374" y="8764"/>
                </a:cubicBezTo>
                <a:cubicBezTo>
                  <a:pt x="25911" y="9225"/>
                  <a:pt x="25448" y="8303"/>
                  <a:pt x="24522" y="8303"/>
                </a:cubicBezTo>
                <a:cubicBezTo>
                  <a:pt x="22210" y="6919"/>
                  <a:pt x="19896" y="6458"/>
                  <a:pt x="17582" y="6458"/>
                </a:cubicBezTo>
                <a:cubicBezTo>
                  <a:pt x="12029" y="6458"/>
                  <a:pt x="8329" y="10610"/>
                  <a:pt x="9717" y="16144"/>
                </a:cubicBezTo>
                <a:cubicBezTo>
                  <a:pt x="11567" y="22141"/>
                  <a:pt x="15269" y="27676"/>
                  <a:pt x="20358" y="31366"/>
                </a:cubicBezTo>
                <a:cubicBezTo>
                  <a:pt x="24060" y="34134"/>
                  <a:pt x="27762" y="33673"/>
                  <a:pt x="31001" y="30443"/>
                </a:cubicBezTo>
                <a:cubicBezTo>
                  <a:pt x="32389" y="29060"/>
                  <a:pt x="32851" y="27676"/>
                  <a:pt x="31463" y="25831"/>
                </a:cubicBezTo>
                <a:cubicBezTo>
                  <a:pt x="30538" y="24909"/>
                  <a:pt x="29613" y="23524"/>
                  <a:pt x="28687" y="22141"/>
                </a:cubicBezTo>
                <a:cubicBezTo>
                  <a:pt x="27299" y="20296"/>
                  <a:pt x="26836" y="20296"/>
                  <a:pt x="24522" y="21218"/>
                </a:cubicBezTo>
                <a:cubicBezTo>
                  <a:pt x="24060" y="21679"/>
                  <a:pt x="23598" y="21679"/>
                  <a:pt x="23134" y="21679"/>
                </a:cubicBezTo>
                <a:cubicBezTo>
                  <a:pt x="24060" y="20296"/>
                  <a:pt x="25448" y="19373"/>
                  <a:pt x="26836" y="18451"/>
                </a:cubicBezTo>
                <a:cubicBezTo>
                  <a:pt x="28224" y="17529"/>
                  <a:pt x="29613" y="16144"/>
                  <a:pt x="31001" y="15222"/>
                </a:cubicBezTo>
                <a:cubicBezTo>
                  <a:pt x="32389" y="14299"/>
                  <a:pt x="33315" y="13377"/>
                  <a:pt x="34703" y="12454"/>
                </a:cubicBezTo>
                <a:cubicBezTo>
                  <a:pt x="35165" y="12454"/>
                  <a:pt x="35165" y="12454"/>
                  <a:pt x="35165" y="12916"/>
                </a:cubicBezTo>
                <a:cubicBezTo>
                  <a:pt x="35165" y="12916"/>
                  <a:pt x="34703" y="13377"/>
                  <a:pt x="34703" y="13377"/>
                </a:cubicBezTo>
                <a:cubicBezTo>
                  <a:pt x="33315" y="15683"/>
                  <a:pt x="32851" y="16605"/>
                  <a:pt x="34703" y="18451"/>
                </a:cubicBezTo>
                <a:cubicBezTo>
                  <a:pt x="35627" y="20296"/>
                  <a:pt x="37015" y="21679"/>
                  <a:pt x="37941" y="23063"/>
                </a:cubicBezTo>
                <a:cubicBezTo>
                  <a:pt x="37941" y="23524"/>
                  <a:pt x="37941" y="23524"/>
                  <a:pt x="37941" y="23985"/>
                </a:cubicBezTo>
                <a:cubicBezTo>
                  <a:pt x="34239" y="29521"/>
                  <a:pt x="29613" y="34134"/>
                  <a:pt x="22672" y="35979"/>
                </a:cubicBezTo>
                <a:cubicBezTo>
                  <a:pt x="19896" y="36901"/>
                  <a:pt x="17120" y="36440"/>
                  <a:pt x="14343" y="35056"/>
                </a:cubicBezTo>
                <a:cubicBezTo>
                  <a:pt x="5090" y="30443"/>
                  <a:pt x="0" y="16144"/>
                  <a:pt x="11105" y="6919"/>
                </a:cubicBezTo>
                <a:cubicBezTo>
                  <a:pt x="12493" y="5997"/>
                  <a:pt x="14806" y="5535"/>
                  <a:pt x="16657" y="4613"/>
                </a:cubicBezTo>
                <a:cubicBezTo>
                  <a:pt x="17120" y="4152"/>
                  <a:pt x="17582" y="4152"/>
                  <a:pt x="18045" y="4152"/>
                </a:cubicBezTo>
                <a:cubicBezTo>
                  <a:pt x="20358" y="3228"/>
                  <a:pt x="20358" y="3228"/>
                  <a:pt x="20358" y="922"/>
                </a:cubicBezTo>
                <a:cubicBezTo>
                  <a:pt x="20358" y="922"/>
                  <a:pt x="20358" y="922"/>
                  <a:pt x="20358" y="461"/>
                </a:cubicBezTo>
                <a:cubicBezTo>
                  <a:pt x="20358" y="461"/>
                  <a:pt x="20358" y="461"/>
                  <a:pt x="20358"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1" name="Freeform 41"/>
          <p:cNvSpPr/>
          <p:nvPr/>
        </p:nvSpPr>
        <p:spPr>
          <a:xfrm>
            <a:off x="10375900" y="342900"/>
            <a:ext cx="30145" cy="32743"/>
          </a:xfrm>
          <a:custGeom>
            <a:avLst/>
            <a:gdLst/>
            <a:ahLst/>
            <a:cxnLst/>
            <a:rect l="l" t="t" r="r" b="b"/>
            <a:pathLst>
              <a:path w="30145" h="32743">
                <a:moveTo>
                  <a:pt x="26899" y="32276"/>
                </a:moveTo>
                <a:cubicBezTo>
                  <a:pt x="25043" y="32743"/>
                  <a:pt x="25043" y="31807"/>
                  <a:pt x="24580" y="30872"/>
                </a:cubicBezTo>
                <a:cubicBezTo>
                  <a:pt x="19942" y="25726"/>
                  <a:pt x="15768" y="20113"/>
                  <a:pt x="11594" y="14501"/>
                </a:cubicBezTo>
                <a:cubicBezTo>
                  <a:pt x="9740" y="12629"/>
                  <a:pt x="7884" y="10291"/>
                  <a:pt x="6029" y="7951"/>
                </a:cubicBezTo>
                <a:cubicBezTo>
                  <a:pt x="6029" y="8887"/>
                  <a:pt x="5565" y="9355"/>
                  <a:pt x="5565" y="9823"/>
                </a:cubicBezTo>
                <a:cubicBezTo>
                  <a:pt x="5565" y="15436"/>
                  <a:pt x="5565" y="20582"/>
                  <a:pt x="5565" y="26195"/>
                </a:cubicBezTo>
                <a:cubicBezTo>
                  <a:pt x="5565" y="29469"/>
                  <a:pt x="6029" y="29936"/>
                  <a:pt x="9275" y="30872"/>
                </a:cubicBezTo>
                <a:cubicBezTo>
                  <a:pt x="9275" y="31340"/>
                  <a:pt x="9740" y="31340"/>
                  <a:pt x="9740" y="31807"/>
                </a:cubicBezTo>
                <a:cubicBezTo>
                  <a:pt x="8348" y="32276"/>
                  <a:pt x="2319" y="32276"/>
                  <a:pt x="0" y="31807"/>
                </a:cubicBezTo>
                <a:cubicBezTo>
                  <a:pt x="464" y="31340"/>
                  <a:pt x="927" y="30872"/>
                  <a:pt x="1392" y="30872"/>
                </a:cubicBezTo>
                <a:cubicBezTo>
                  <a:pt x="3246" y="30404"/>
                  <a:pt x="4174" y="29469"/>
                  <a:pt x="4174" y="27130"/>
                </a:cubicBezTo>
                <a:cubicBezTo>
                  <a:pt x="4174" y="20582"/>
                  <a:pt x="4174" y="13565"/>
                  <a:pt x="4174" y="6548"/>
                </a:cubicBezTo>
                <a:cubicBezTo>
                  <a:pt x="4174" y="5145"/>
                  <a:pt x="3246" y="4210"/>
                  <a:pt x="2783" y="3743"/>
                </a:cubicBezTo>
                <a:cubicBezTo>
                  <a:pt x="1855" y="2807"/>
                  <a:pt x="927" y="1871"/>
                  <a:pt x="0" y="936"/>
                </a:cubicBezTo>
                <a:cubicBezTo>
                  <a:pt x="1855" y="467"/>
                  <a:pt x="3246" y="936"/>
                  <a:pt x="4638" y="467"/>
                </a:cubicBezTo>
                <a:cubicBezTo>
                  <a:pt x="8348" y="0"/>
                  <a:pt x="10203" y="1403"/>
                  <a:pt x="12522" y="4210"/>
                </a:cubicBezTo>
                <a:cubicBezTo>
                  <a:pt x="15768" y="8887"/>
                  <a:pt x="19478" y="13565"/>
                  <a:pt x="23189" y="18242"/>
                </a:cubicBezTo>
                <a:cubicBezTo>
                  <a:pt x="23652" y="18711"/>
                  <a:pt x="24116" y="19178"/>
                  <a:pt x="25043" y="19646"/>
                </a:cubicBezTo>
                <a:cubicBezTo>
                  <a:pt x="25043" y="19178"/>
                  <a:pt x="25043" y="18242"/>
                  <a:pt x="25043" y="17775"/>
                </a:cubicBezTo>
                <a:cubicBezTo>
                  <a:pt x="25043" y="14032"/>
                  <a:pt x="25043" y="10758"/>
                  <a:pt x="25043" y="7017"/>
                </a:cubicBezTo>
                <a:cubicBezTo>
                  <a:pt x="25043" y="4210"/>
                  <a:pt x="24580" y="1871"/>
                  <a:pt x="21333" y="1403"/>
                </a:cubicBezTo>
                <a:cubicBezTo>
                  <a:pt x="21333" y="1403"/>
                  <a:pt x="20870" y="1403"/>
                  <a:pt x="20870" y="1403"/>
                </a:cubicBezTo>
                <a:cubicBezTo>
                  <a:pt x="22261" y="467"/>
                  <a:pt x="28291" y="467"/>
                  <a:pt x="30145" y="936"/>
                </a:cubicBezTo>
                <a:cubicBezTo>
                  <a:pt x="29681" y="1403"/>
                  <a:pt x="29681" y="1403"/>
                  <a:pt x="29218" y="1871"/>
                </a:cubicBezTo>
                <a:cubicBezTo>
                  <a:pt x="27362" y="2339"/>
                  <a:pt x="26435" y="3743"/>
                  <a:pt x="26899" y="5613"/>
                </a:cubicBezTo>
                <a:cubicBezTo>
                  <a:pt x="26899" y="7951"/>
                  <a:pt x="26899" y="10291"/>
                  <a:pt x="26899" y="12162"/>
                </a:cubicBezTo>
                <a:cubicBezTo>
                  <a:pt x="26899" y="18242"/>
                  <a:pt x="26899" y="23856"/>
                  <a:pt x="26899" y="29936"/>
                </a:cubicBezTo>
                <a:cubicBezTo>
                  <a:pt x="26899" y="30872"/>
                  <a:pt x="26899" y="31340"/>
                  <a:pt x="26899" y="3227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2" name="Freeform 42"/>
          <p:cNvSpPr/>
          <p:nvPr/>
        </p:nvSpPr>
        <p:spPr>
          <a:xfrm>
            <a:off x="10414000" y="723900"/>
            <a:ext cx="23388" cy="33263"/>
          </a:xfrm>
          <a:custGeom>
            <a:avLst/>
            <a:gdLst/>
            <a:ahLst/>
            <a:cxnLst/>
            <a:rect l="l" t="t" r="r" b="b"/>
            <a:pathLst>
              <a:path w="23388" h="33263">
                <a:moveTo>
                  <a:pt x="4210" y="33263"/>
                </a:moveTo>
                <a:cubicBezTo>
                  <a:pt x="10291" y="30921"/>
                  <a:pt x="13565" y="25767"/>
                  <a:pt x="14501" y="19209"/>
                </a:cubicBezTo>
                <a:cubicBezTo>
                  <a:pt x="13098" y="19676"/>
                  <a:pt x="12162" y="20145"/>
                  <a:pt x="10758" y="20613"/>
                </a:cubicBezTo>
                <a:cubicBezTo>
                  <a:pt x="6548" y="21551"/>
                  <a:pt x="3274" y="19676"/>
                  <a:pt x="1403" y="15460"/>
                </a:cubicBezTo>
                <a:cubicBezTo>
                  <a:pt x="0" y="12181"/>
                  <a:pt x="467" y="8901"/>
                  <a:pt x="1403" y="6091"/>
                </a:cubicBezTo>
                <a:cubicBezTo>
                  <a:pt x="3274" y="2342"/>
                  <a:pt x="6081" y="469"/>
                  <a:pt x="9823" y="469"/>
                </a:cubicBezTo>
                <a:cubicBezTo>
                  <a:pt x="13565" y="0"/>
                  <a:pt x="16839" y="1406"/>
                  <a:pt x="19178" y="5154"/>
                </a:cubicBezTo>
                <a:cubicBezTo>
                  <a:pt x="23388" y="12181"/>
                  <a:pt x="21985" y="22019"/>
                  <a:pt x="15904" y="27642"/>
                </a:cubicBezTo>
                <a:cubicBezTo>
                  <a:pt x="13098" y="30452"/>
                  <a:pt x="7951" y="32794"/>
                  <a:pt x="4210" y="33263"/>
                </a:cubicBezTo>
                <a:close/>
                <a:moveTo>
                  <a:pt x="14501" y="14992"/>
                </a:moveTo>
                <a:cubicBezTo>
                  <a:pt x="14501" y="14992"/>
                  <a:pt x="14501" y="14992"/>
                  <a:pt x="14968" y="14992"/>
                </a:cubicBezTo>
                <a:cubicBezTo>
                  <a:pt x="14032" y="11712"/>
                  <a:pt x="13565" y="8901"/>
                  <a:pt x="13098" y="5622"/>
                </a:cubicBezTo>
                <a:cubicBezTo>
                  <a:pt x="12630" y="4685"/>
                  <a:pt x="12162" y="3748"/>
                  <a:pt x="11694" y="2811"/>
                </a:cubicBezTo>
                <a:cubicBezTo>
                  <a:pt x="11227" y="1875"/>
                  <a:pt x="10291" y="1406"/>
                  <a:pt x="8887" y="1406"/>
                </a:cubicBezTo>
                <a:cubicBezTo>
                  <a:pt x="7951" y="1875"/>
                  <a:pt x="7017" y="2342"/>
                  <a:pt x="7017" y="3748"/>
                </a:cubicBezTo>
                <a:cubicBezTo>
                  <a:pt x="7017" y="4216"/>
                  <a:pt x="6548" y="4685"/>
                  <a:pt x="6548" y="4685"/>
                </a:cubicBezTo>
                <a:cubicBezTo>
                  <a:pt x="7017" y="8433"/>
                  <a:pt x="7484" y="11712"/>
                  <a:pt x="8420" y="14992"/>
                </a:cubicBezTo>
                <a:cubicBezTo>
                  <a:pt x="8887" y="15928"/>
                  <a:pt x="9355" y="16397"/>
                  <a:pt x="9823" y="17334"/>
                </a:cubicBezTo>
                <a:cubicBezTo>
                  <a:pt x="10758" y="18271"/>
                  <a:pt x="11694" y="18271"/>
                  <a:pt x="13565" y="18271"/>
                </a:cubicBezTo>
                <a:cubicBezTo>
                  <a:pt x="14968" y="17803"/>
                  <a:pt x="14501" y="16397"/>
                  <a:pt x="14501" y="15460"/>
                </a:cubicBezTo>
                <a:cubicBezTo>
                  <a:pt x="14501" y="15460"/>
                  <a:pt x="14501" y="14992"/>
                  <a:pt x="14501" y="149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3" name="Freeform 43"/>
          <p:cNvSpPr/>
          <p:nvPr/>
        </p:nvSpPr>
        <p:spPr>
          <a:xfrm>
            <a:off x="10325100" y="355600"/>
            <a:ext cx="31184" cy="35342"/>
          </a:xfrm>
          <a:custGeom>
            <a:avLst/>
            <a:gdLst/>
            <a:ahLst/>
            <a:cxnLst/>
            <a:rect l="l" t="t" r="r" b="b"/>
            <a:pathLst>
              <a:path w="31184" h="35342">
                <a:moveTo>
                  <a:pt x="19261" y="3213"/>
                </a:moveTo>
                <a:cubicBezTo>
                  <a:pt x="20636" y="1836"/>
                  <a:pt x="26139" y="458"/>
                  <a:pt x="28433" y="0"/>
                </a:cubicBezTo>
                <a:cubicBezTo>
                  <a:pt x="27974" y="458"/>
                  <a:pt x="27974" y="918"/>
                  <a:pt x="27516" y="1377"/>
                </a:cubicBezTo>
                <a:cubicBezTo>
                  <a:pt x="26139" y="2295"/>
                  <a:pt x="25681" y="3672"/>
                  <a:pt x="26139" y="5508"/>
                </a:cubicBezTo>
                <a:cubicBezTo>
                  <a:pt x="27516" y="9639"/>
                  <a:pt x="28891" y="14229"/>
                  <a:pt x="29808" y="18359"/>
                </a:cubicBezTo>
                <a:cubicBezTo>
                  <a:pt x="30267" y="20654"/>
                  <a:pt x="30725" y="22949"/>
                  <a:pt x="30725" y="25244"/>
                </a:cubicBezTo>
                <a:cubicBezTo>
                  <a:pt x="31184" y="27998"/>
                  <a:pt x="30267" y="29834"/>
                  <a:pt x="28433" y="31212"/>
                </a:cubicBezTo>
                <a:cubicBezTo>
                  <a:pt x="24764" y="33965"/>
                  <a:pt x="20178" y="35342"/>
                  <a:pt x="15592" y="34883"/>
                </a:cubicBezTo>
                <a:cubicBezTo>
                  <a:pt x="12841" y="34425"/>
                  <a:pt x="11006" y="33047"/>
                  <a:pt x="9630" y="30293"/>
                </a:cubicBezTo>
                <a:cubicBezTo>
                  <a:pt x="9172" y="29375"/>
                  <a:pt x="8713" y="28457"/>
                  <a:pt x="8713" y="27539"/>
                </a:cubicBezTo>
                <a:cubicBezTo>
                  <a:pt x="7337" y="22490"/>
                  <a:pt x="5961" y="17441"/>
                  <a:pt x="4586" y="12393"/>
                </a:cubicBezTo>
                <a:cubicBezTo>
                  <a:pt x="4586" y="12393"/>
                  <a:pt x="4128" y="11934"/>
                  <a:pt x="4128" y="11474"/>
                </a:cubicBezTo>
                <a:cubicBezTo>
                  <a:pt x="3669" y="10098"/>
                  <a:pt x="2752" y="9180"/>
                  <a:pt x="917" y="9180"/>
                </a:cubicBezTo>
                <a:cubicBezTo>
                  <a:pt x="458" y="9180"/>
                  <a:pt x="458" y="9180"/>
                  <a:pt x="0" y="8721"/>
                </a:cubicBezTo>
                <a:cubicBezTo>
                  <a:pt x="3669" y="6885"/>
                  <a:pt x="8255" y="5966"/>
                  <a:pt x="12382" y="4590"/>
                </a:cubicBezTo>
                <a:cubicBezTo>
                  <a:pt x="12841" y="4590"/>
                  <a:pt x="13299" y="4590"/>
                  <a:pt x="13758" y="4590"/>
                </a:cubicBezTo>
                <a:cubicBezTo>
                  <a:pt x="13758" y="4590"/>
                  <a:pt x="13758" y="4590"/>
                  <a:pt x="13758" y="5048"/>
                </a:cubicBezTo>
                <a:cubicBezTo>
                  <a:pt x="13299" y="5048"/>
                  <a:pt x="12841" y="5508"/>
                  <a:pt x="12382" y="5508"/>
                </a:cubicBezTo>
                <a:cubicBezTo>
                  <a:pt x="11006" y="6426"/>
                  <a:pt x="10547" y="7344"/>
                  <a:pt x="11006" y="9180"/>
                </a:cubicBezTo>
                <a:cubicBezTo>
                  <a:pt x="12382" y="15146"/>
                  <a:pt x="14216" y="21114"/>
                  <a:pt x="15592" y="27080"/>
                </a:cubicBezTo>
                <a:cubicBezTo>
                  <a:pt x="16050" y="27539"/>
                  <a:pt x="16050" y="27539"/>
                  <a:pt x="16050" y="27998"/>
                </a:cubicBezTo>
                <a:cubicBezTo>
                  <a:pt x="17427" y="31212"/>
                  <a:pt x="19719" y="32588"/>
                  <a:pt x="22930" y="32128"/>
                </a:cubicBezTo>
                <a:cubicBezTo>
                  <a:pt x="27056" y="31212"/>
                  <a:pt x="29350" y="28917"/>
                  <a:pt x="29350" y="25244"/>
                </a:cubicBezTo>
                <a:cubicBezTo>
                  <a:pt x="29350" y="23409"/>
                  <a:pt x="28891" y="22032"/>
                  <a:pt x="28891" y="20654"/>
                </a:cubicBezTo>
                <a:cubicBezTo>
                  <a:pt x="27516" y="16064"/>
                  <a:pt x="26139" y="11474"/>
                  <a:pt x="24764" y="6885"/>
                </a:cubicBezTo>
                <a:cubicBezTo>
                  <a:pt x="23847" y="3672"/>
                  <a:pt x="23388" y="3213"/>
                  <a:pt x="20178" y="3213"/>
                </a:cubicBezTo>
                <a:cubicBezTo>
                  <a:pt x="19719" y="3213"/>
                  <a:pt x="19719" y="3213"/>
                  <a:pt x="19261" y="321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4" name="Freeform 44"/>
          <p:cNvSpPr/>
          <p:nvPr/>
        </p:nvSpPr>
        <p:spPr>
          <a:xfrm>
            <a:off x="10566400" y="469900"/>
            <a:ext cx="36380" cy="29105"/>
          </a:xfrm>
          <a:custGeom>
            <a:avLst/>
            <a:gdLst/>
            <a:ahLst/>
            <a:cxnLst/>
            <a:rect l="l" t="t" r="r" b="b"/>
            <a:pathLst>
              <a:path w="36380" h="29105">
                <a:moveTo>
                  <a:pt x="0" y="10164"/>
                </a:moveTo>
                <a:cubicBezTo>
                  <a:pt x="3223" y="8778"/>
                  <a:pt x="6448" y="7391"/>
                  <a:pt x="9210" y="6006"/>
                </a:cubicBezTo>
                <a:cubicBezTo>
                  <a:pt x="10131" y="6930"/>
                  <a:pt x="9671" y="7391"/>
                  <a:pt x="9210" y="7854"/>
                </a:cubicBezTo>
                <a:cubicBezTo>
                  <a:pt x="7828" y="9239"/>
                  <a:pt x="6448" y="10626"/>
                  <a:pt x="5526" y="12012"/>
                </a:cubicBezTo>
                <a:cubicBezTo>
                  <a:pt x="3684" y="15245"/>
                  <a:pt x="4145" y="18017"/>
                  <a:pt x="5987" y="21251"/>
                </a:cubicBezTo>
                <a:cubicBezTo>
                  <a:pt x="7369" y="23099"/>
                  <a:pt x="8750" y="23561"/>
                  <a:pt x="11053" y="23099"/>
                </a:cubicBezTo>
                <a:cubicBezTo>
                  <a:pt x="12894" y="22638"/>
                  <a:pt x="14276" y="21251"/>
                  <a:pt x="14737" y="19403"/>
                </a:cubicBezTo>
                <a:cubicBezTo>
                  <a:pt x="14737" y="18480"/>
                  <a:pt x="14737" y="17093"/>
                  <a:pt x="14737" y="16170"/>
                </a:cubicBezTo>
                <a:cubicBezTo>
                  <a:pt x="15197" y="12935"/>
                  <a:pt x="15197" y="9702"/>
                  <a:pt x="16118" y="6468"/>
                </a:cubicBezTo>
                <a:cubicBezTo>
                  <a:pt x="17040" y="2772"/>
                  <a:pt x="19802" y="925"/>
                  <a:pt x="23486" y="462"/>
                </a:cubicBezTo>
                <a:cubicBezTo>
                  <a:pt x="26250" y="0"/>
                  <a:pt x="28552" y="1386"/>
                  <a:pt x="30394" y="3233"/>
                </a:cubicBezTo>
                <a:cubicBezTo>
                  <a:pt x="32236" y="5544"/>
                  <a:pt x="33157" y="8316"/>
                  <a:pt x="33618" y="11087"/>
                </a:cubicBezTo>
                <a:cubicBezTo>
                  <a:pt x="33618" y="12012"/>
                  <a:pt x="33618" y="12474"/>
                  <a:pt x="33618" y="12935"/>
                </a:cubicBezTo>
                <a:cubicBezTo>
                  <a:pt x="33618" y="13860"/>
                  <a:pt x="34078" y="14784"/>
                  <a:pt x="35000" y="14784"/>
                </a:cubicBezTo>
                <a:cubicBezTo>
                  <a:pt x="35460" y="14784"/>
                  <a:pt x="35921" y="15245"/>
                  <a:pt x="36380" y="15707"/>
                </a:cubicBezTo>
                <a:cubicBezTo>
                  <a:pt x="34539" y="17093"/>
                  <a:pt x="29013" y="19403"/>
                  <a:pt x="27170" y="19403"/>
                </a:cubicBezTo>
                <a:cubicBezTo>
                  <a:pt x="27631" y="18480"/>
                  <a:pt x="28091" y="18017"/>
                  <a:pt x="28552" y="17555"/>
                </a:cubicBezTo>
                <a:cubicBezTo>
                  <a:pt x="29934" y="15707"/>
                  <a:pt x="31316" y="14322"/>
                  <a:pt x="31775" y="12012"/>
                </a:cubicBezTo>
                <a:cubicBezTo>
                  <a:pt x="32236" y="9702"/>
                  <a:pt x="31775" y="7391"/>
                  <a:pt x="29934" y="5544"/>
                </a:cubicBezTo>
                <a:cubicBezTo>
                  <a:pt x="28091" y="3233"/>
                  <a:pt x="24408" y="3696"/>
                  <a:pt x="23026" y="6468"/>
                </a:cubicBezTo>
                <a:cubicBezTo>
                  <a:pt x="22565" y="7391"/>
                  <a:pt x="22565" y="8778"/>
                  <a:pt x="22565" y="9702"/>
                </a:cubicBezTo>
                <a:cubicBezTo>
                  <a:pt x="22104" y="12474"/>
                  <a:pt x="22565" y="15245"/>
                  <a:pt x="22104" y="18017"/>
                </a:cubicBezTo>
                <a:cubicBezTo>
                  <a:pt x="21645" y="19403"/>
                  <a:pt x="21645" y="21251"/>
                  <a:pt x="20724" y="23099"/>
                </a:cubicBezTo>
                <a:cubicBezTo>
                  <a:pt x="17960" y="27719"/>
                  <a:pt x="11053" y="29105"/>
                  <a:pt x="6908" y="24486"/>
                </a:cubicBezTo>
                <a:cubicBezTo>
                  <a:pt x="5066" y="21713"/>
                  <a:pt x="3684" y="18941"/>
                  <a:pt x="3223" y="15707"/>
                </a:cubicBezTo>
                <a:cubicBezTo>
                  <a:pt x="2303" y="12474"/>
                  <a:pt x="2303" y="12474"/>
                  <a:pt x="0" y="101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5" name="Freeform 45"/>
          <p:cNvSpPr/>
          <p:nvPr/>
        </p:nvSpPr>
        <p:spPr>
          <a:xfrm>
            <a:off x="10566400" y="609600"/>
            <a:ext cx="35862" cy="33263"/>
          </a:xfrm>
          <a:custGeom>
            <a:avLst/>
            <a:gdLst/>
            <a:ahLst/>
            <a:cxnLst/>
            <a:rect l="l" t="t" r="r" b="b"/>
            <a:pathLst>
              <a:path w="35862" h="33263">
                <a:moveTo>
                  <a:pt x="29807" y="18480"/>
                </a:moveTo>
                <a:cubicBezTo>
                  <a:pt x="30273" y="18017"/>
                  <a:pt x="30273" y="17555"/>
                  <a:pt x="30273" y="17093"/>
                </a:cubicBezTo>
                <a:cubicBezTo>
                  <a:pt x="31205" y="14322"/>
                  <a:pt x="30739" y="13860"/>
                  <a:pt x="27479" y="13860"/>
                </a:cubicBezTo>
                <a:cubicBezTo>
                  <a:pt x="25150" y="14322"/>
                  <a:pt x="23287" y="14322"/>
                  <a:pt x="20959" y="14784"/>
                </a:cubicBezTo>
                <a:cubicBezTo>
                  <a:pt x="19561" y="14784"/>
                  <a:pt x="18630" y="14784"/>
                  <a:pt x="17233" y="14784"/>
                </a:cubicBezTo>
                <a:cubicBezTo>
                  <a:pt x="16767" y="15245"/>
                  <a:pt x="16300" y="15245"/>
                  <a:pt x="15370" y="15245"/>
                </a:cubicBezTo>
                <a:cubicBezTo>
                  <a:pt x="16300" y="16632"/>
                  <a:pt x="17233" y="18017"/>
                  <a:pt x="18164" y="18942"/>
                </a:cubicBezTo>
                <a:cubicBezTo>
                  <a:pt x="19096" y="20790"/>
                  <a:pt x="20493" y="22175"/>
                  <a:pt x="21890" y="24023"/>
                </a:cubicBezTo>
                <a:cubicBezTo>
                  <a:pt x="22356" y="24486"/>
                  <a:pt x="22822" y="25409"/>
                  <a:pt x="23287" y="25871"/>
                </a:cubicBezTo>
                <a:cubicBezTo>
                  <a:pt x="24684" y="26796"/>
                  <a:pt x="25616" y="26796"/>
                  <a:pt x="26547" y="25409"/>
                </a:cubicBezTo>
                <a:cubicBezTo>
                  <a:pt x="27013" y="24948"/>
                  <a:pt x="27479" y="24486"/>
                  <a:pt x="27944" y="23561"/>
                </a:cubicBezTo>
                <a:cubicBezTo>
                  <a:pt x="27944" y="25409"/>
                  <a:pt x="26082" y="31415"/>
                  <a:pt x="24684" y="33263"/>
                </a:cubicBezTo>
                <a:cubicBezTo>
                  <a:pt x="24684" y="32802"/>
                  <a:pt x="24219" y="32802"/>
                  <a:pt x="24219" y="32802"/>
                </a:cubicBezTo>
                <a:cubicBezTo>
                  <a:pt x="24219" y="30952"/>
                  <a:pt x="23287" y="29567"/>
                  <a:pt x="22356" y="27719"/>
                </a:cubicBezTo>
                <a:cubicBezTo>
                  <a:pt x="19561" y="24486"/>
                  <a:pt x="17233" y="20790"/>
                  <a:pt x="14437" y="17093"/>
                </a:cubicBezTo>
                <a:cubicBezTo>
                  <a:pt x="13973" y="16170"/>
                  <a:pt x="13506" y="15707"/>
                  <a:pt x="12109" y="15245"/>
                </a:cubicBezTo>
                <a:cubicBezTo>
                  <a:pt x="10246" y="14322"/>
                  <a:pt x="7917" y="13397"/>
                  <a:pt x="6054" y="12474"/>
                </a:cubicBezTo>
                <a:cubicBezTo>
                  <a:pt x="3260" y="11549"/>
                  <a:pt x="2794" y="11549"/>
                  <a:pt x="931" y="14322"/>
                </a:cubicBezTo>
                <a:cubicBezTo>
                  <a:pt x="931" y="14322"/>
                  <a:pt x="466" y="14322"/>
                  <a:pt x="466" y="14784"/>
                </a:cubicBezTo>
                <a:cubicBezTo>
                  <a:pt x="466" y="14322"/>
                  <a:pt x="0" y="14322"/>
                  <a:pt x="0" y="13860"/>
                </a:cubicBezTo>
                <a:cubicBezTo>
                  <a:pt x="1863" y="9239"/>
                  <a:pt x="3726" y="5081"/>
                  <a:pt x="5589" y="462"/>
                </a:cubicBezTo>
                <a:cubicBezTo>
                  <a:pt x="5589" y="462"/>
                  <a:pt x="5589" y="0"/>
                  <a:pt x="6054" y="0"/>
                </a:cubicBezTo>
                <a:cubicBezTo>
                  <a:pt x="6054" y="462"/>
                  <a:pt x="6054" y="925"/>
                  <a:pt x="6054" y="1386"/>
                </a:cubicBezTo>
                <a:cubicBezTo>
                  <a:pt x="5589" y="3696"/>
                  <a:pt x="6054" y="4620"/>
                  <a:pt x="8383" y="5544"/>
                </a:cubicBezTo>
                <a:cubicBezTo>
                  <a:pt x="10246" y="6468"/>
                  <a:pt x="12109" y="7391"/>
                  <a:pt x="13973" y="7854"/>
                </a:cubicBezTo>
                <a:cubicBezTo>
                  <a:pt x="14437" y="8316"/>
                  <a:pt x="15370" y="8316"/>
                  <a:pt x="15836" y="8316"/>
                </a:cubicBezTo>
                <a:cubicBezTo>
                  <a:pt x="20959" y="7854"/>
                  <a:pt x="26082" y="6930"/>
                  <a:pt x="31205" y="6468"/>
                </a:cubicBezTo>
                <a:cubicBezTo>
                  <a:pt x="32602" y="6006"/>
                  <a:pt x="34465" y="5544"/>
                  <a:pt x="35396" y="3696"/>
                </a:cubicBezTo>
                <a:cubicBezTo>
                  <a:pt x="35862" y="4158"/>
                  <a:pt x="35862" y="4620"/>
                  <a:pt x="35862" y="4620"/>
                </a:cubicBezTo>
                <a:cubicBezTo>
                  <a:pt x="34465" y="9239"/>
                  <a:pt x="32602" y="13397"/>
                  <a:pt x="30739" y="18017"/>
                </a:cubicBezTo>
                <a:cubicBezTo>
                  <a:pt x="30739" y="18017"/>
                  <a:pt x="30739" y="18017"/>
                  <a:pt x="29807" y="1848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6" name="Freeform 46"/>
          <p:cNvSpPr/>
          <p:nvPr/>
        </p:nvSpPr>
        <p:spPr>
          <a:xfrm>
            <a:off x="10579100" y="558800"/>
            <a:ext cx="31704" cy="28066"/>
          </a:xfrm>
          <a:custGeom>
            <a:avLst/>
            <a:gdLst/>
            <a:ahLst/>
            <a:cxnLst/>
            <a:rect l="l" t="t" r="r" b="b"/>
            <a:pathLst>
              <a:path w="31704" h="28066">
                <a:moveTo>
                  <a:pt x="2332" y="4601"/>
                </a:moveTo>
                <a:cubicBezTo>
                  <a:pt x="2332" y="5061"/>
                  <a:pt x="2332" y="5521"/>
                  <a:pt x="2332" y="5982"/>
                </a:cubicBezTo>
                <a:cubicBezTo>
                  <a:pt x="2798" y="7822"/>
                  <a:pt x="3730" y="8741"/>
                  <a:pt x="5594" y="9202"/>
                </a:cubicBezTo>
                <a:cubicBezTo>
                  <a:pt x="9324" y="9202"/>
                  <a:pt x="13520" y="9662"/>
                  <a:pt x="17250" y="10122"/>
                </a:cubicBezTo>
                <a:cubicBezTo>
                  <a:pt x="20980" y="10122"/>
                  <a:pt x="24710" y="10582"/>
                  <a:pt x="28440" y="10582"/>
                </a:cubicBezTo>
                <a:cubicBezTo>
                  <a:pt x="28906" y="10582"/>
                  <a:pt x="29373" y="10582"/>
                  <a:pt x="29839" y="10582"/>
                </a:cubicBezTo>
                <a:cubicBezTo>
                  <a:pt x="30305" y="9202"/>
                  <a:pt x="29839" y="7822"/>
                  <a:pt x="29373" y="6441"/>
                </a:cubicBezTo>
                <a:cubicBezTo>
                  <a:pt x="28906" y="4601"/>
                  <a:pt x="28440" y="3680"/>
                  <a:pt x="27042" y="2761"/>
                </a:cubicBezTo>
                <a:cubicBezTo>
                  <a:pt x="25643" y="1840"/>
                  <a:pt x="24244" y="1380"/>
                  <a:pt x="23312" y="460"/>
                </a:cubicBezTo>
                <a:cubicBezTo>
                  <a:pt x="26109" y="0"/>
                  <a:pt x="28906" y="460"/>
                  <a:pt x="31704" y="921"/>
                </a:cubicBezTo>
                <a:cubicBezTo>
                  <a:pt x="31238" y="9662"/>
                  <a:pt x="30305" y="18865"/>
                  <a:pt x="29839" y="28066"/>
                </a:cubicBezTo>
                <a:cubicBezTo>
                  <a:pt x="27042" y="28066"/>
                  <a:pt x="24244" y="28066"/>
                  <a:pt x="21446" y="27606"/>
                </a:cubicBezTo>
                <a:cubicBezTo>
                  <a:pt x="21446" y="27146"/>
                  <a:pt x="21446" y="26685"/>
                  <a:pt x="21913" y="26226"/>
                </a:cubicBezTo>
                <a:cubicBezTo>
                  <a:pt x="21913" y="26226"/>
                  <a:pt x="22379" y="26226"/>
                  <a:pt x="22846" y="26226"/>
                </a:cubicBezTo>
                <a:cubicBezTo>
                  <a:pt x="27042" y="25306"/>
                  <a:pt x="29373" y="23005"/>
                  <a:pt x="29373" y="18404"/>
                </a:cubicBezTo>
                <a:cubicBezTo>
                  <a:pt x="28906" y="17944"/>
                  <a:pt x="28440" y="17944"/>
                  <a:pt x="27974" y="17944"/>
                </a:cubicBezTo>
                <a:cubicBezTo>
                  <a:pt x="21446" y="17484"/>
                  <a:pt x="14454" y="17023"/>
                  <a:pt x="7926" y="16563"/>
                </a:cubicBezTo>
                <a:cubicBezTo>
                  <a:pt x="6994" y="16563"/>
                  <a:pt x="6060" y="16104"/>
                  <a:pt x="5594" y="16104"/>
                </a:cubicBezTo>
                <a:cubicBezTo>
                  <a:pt x="3264" y="16104"/>
                  <a:pt x="1864" y="16563"/>
                  <a:pt x="1398" y="18865"/>
                </a:cubicBezTo>
                <a:cubicBezTo>
                  <a:pt x="1398" y="19324"/>
                  <a:pt x="1398" y="19784"/>
                  <a:pt x="932" y="20705"/>
                </a:cubicBezTo>
                <a:cubicBezTo>
                  <a:pt x="0" y="18865"/>
                  <a:pt x="932" y="17484"/>
                  <a:pt x="932" y="16563"/>
                </a:cubicBezTo>
                <a:cubicBezTo>
                  <a:pt x="932" y="15183"/>
                  <a:pt x="932" y="13802"/>
                  <a:pt x="932" y="12423"/>
                </a:cubicBezTo>
                <a:cubicBezTo>
                  <a:pt x="932" y="11043"/>
                  <a:pt x="932" y="9662"/>
                  <a:pt x="1398" y="8282"/>
                </a:cubicBezTo>
                <a:cubicBezTo>
                  <a:pt x="1398" y="6901"/>
                  <a:pt x="932" y="5521"/>
                  <a:pt x="1864" y="4141"/>
                </a:cubicBezTo>
                <a:cubicBezTo>
                  <a:pt x="1864" y="4141"/>
                  <a:pt x="1864" y="4601"/>
                  <a:pt x="2332" y="460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7" name="Freeform 47"/>
          <p:cNvSpPr/>
          <p:nvPr/>
        </p:nvSpPr>
        <p:spPr>
          <a:xfrm>
            <a:off x="10464800" y="355600"/>
            <a:ext cx="28585" cy="35862"/>
          </a:xfrm>
          <a:custGeom>
            <a:avLst/>
            <a:gdLst/>
            <a:ahLst/>
            <a:cxnLst/>
            <a:rect l="l" t="t" r="r" b="b"/>
            <a:pathLst>
              <a:path w="28585" h="35862">
                <a:moveTo>
                  <a:pt x="2812" y="35862"/>
                </a:moveTo>
                <a:cubicBezTo>
                  <a:pt x="2343" y="34465"/>
                  <a:pt x="2343" y="33999"/>
                  <a:pt x="2343" y="33067"/>
                </a:cubicBezTo>
                <a:cubicBezTo>
                  <a:pt x="2343" y="24219"/>
                  <a:pt x="2343" y="15370"/>
                  <a:pt x="2343" y="6520"/>
                </a:cubicBezTo>
                <a:cubicBezTo>
                  <a:pt x="2343" y="4192"/>
                  <a:pt x="2343" y="1863"/>
                  <a:pt x="0" y="466"/>
                </a:cubicBezTo>
                <a:cubicBezTo>
                  <a:pt x="1875" y="0"/>
                  <a:pt x="12184" y="4657"/>
                  <a:pt x="13589" y="6520"/>
                </a:cubicBezTo>
                <a:cubicBezTo>
                  <a:pt x="13120" y="6054"/>
                  <a:pt x="12653" y="6054"/>
                  <a:pt x="11716" y="6054"/>
                </a:cubicBezTo>
                <a:cubicBezTo>
                  <a:pt x="10310" y="5589"/>
                  <a:pt x="9841" y="6054"/>
                  <a:pt x="9373" y="7452"/>
                </a:cubicBezTo>
                <a:cubicBezTo>
                  <a:pt x="9373" y="7917"/>
                  <a:pt x="9373" y="8383"/>
                  <a:pt x="9373" y="8849"/>
                </a:cubicBezTo>
                <a:cubicBezTo>
                  <a:pt x="8904" y="14437"/>
                  <a:pt x="8904" y="20027"/>
                  <a:pt x="8904" y="25616"/>
                </a:cubicBezTo>
                <a:cubicBezTo>
                  <a:pt x="8904" y="25616"/>
                  <a:pt x="8904" y="26082"/>
                  <a:pt x="9373" y="26547"/>
                </a:cubicBezTo>
                <a:cubicBezTo>
                  <a:pt x="9373" y="26547"/>
                  <a:pt x="9841" y="26547"/>
                  <a:pt x="9841" y="26547"/>
                </a:cubicBezTo>
                <a:cubicBezTo>
                  <a:pt x="13589" y="22356"/>
                  <a:pt x="17338" y="18630"/>
                  <a:pt x="21087" y="14437"/>
                </a:cubicBezTo>
                <a:cubicBezTo>
                  <a:pt x="21087" y="14437"/>
                  <a:pt x="21087" y="14437"/>
                  <a:pt x="21087" y="14437"/>
                </a:cubicBezTo>
                <a:cubicBezTo>
                  <a:pt x="22962" y="12109"/>
                  <a:pt x="22962" y="11177"/>
                  <a:pt x="20618" y="9780"/>
                </a:cubicBezTo>
                <a:cubicBezTo>
                  <a:pt x="20150" y="9314"/>
                  <a:pt x="20150" y="9314"/>
                  <a:pt x="20150" y="8849"/>
                </a:cubicBezTo>
                <a:cubicBezTo>
                  <a:pt x="22962" y="9314"/>
                  <a:pt x="25773" y="10712"/>
                  <a:pt x="28585" y="12109"/>
                </a:cubicBezTo>
                <a:cubicBezTo>
                  <a:pt x="28117" y="12576"/>
                  <a:pt x="28117" y="12576"/>
                  <a:pt x="27648" y="12576"/>
                </a:cubicBezTo>
                <a:cubicBezTo>
                  <a:pt x="25773" y="12576"/>
                  <a:pt x="24367" y="13506"/>
                  <a:pt x="22962" y="14903"/>
                </a:cubicBezTo>
                <a:cubicBezTo>
                  <a:pt x="16869" y="21424"/>
                  <a:pt x="10778" y="27944"/>
                  <a:pt x="4686" y="33999"/>
                </a:cubicBezTo>
                <a:cubicBezTo>
                  <a:pt x="4218" y="34465"/>
                  <a:pt x="3749" y="34930"/>
                  <a:pt x="2812" y="3586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8" name="Freeform 48"/>
          <p:cNvSpPr/>
          <p:nvPr/>
        </p:nvSpPr>
        <p:spPr>
          <a:xfrm>
            <a:off x="10210800" y="457200"/>
            <a:ext cx="32743" cy="28585"/>
          </a:xfrm>
          <a:custGeom>
            <a:avLst/>
            <a:gdLst/>
            <a:ahLst/>
            <a:cxnLst/>
            <a:rect l="l" t="t" r="r" b="b"/>
            <a:pathLst>
              <a:path w="32743" h="28585">
                <a:moveTo>
                  <a:pt x="0" y="14995"/>
                </a:moveTo>
                <a:cubicBezTo>
                  <a:pt x="0" y="12653"/>
                  <a:pt x="5072" y="1875"/>
                  <a:pt x="6918" y="0"/>
                </a:cubicBezTo>
                <a:cubicBezTo>
                  <a:pt x="6457" y="469"/>
                  <a:pt x="6457" y="937"/>
                  <a:pt x="6457" y="1406"/>
                </a:cubicBezTo>
                <a:cubicBezTo>
                  <a:pt x="5996" y="4218"/>
                  <a:pt x="6457" y="5155"/>
                  <a:pt x="8762" y="6092"/>
                </a:cubicBezTo>
                <a:cubicBezTo>
                  <a:pt x="14757" y="9373"/>
                  <a:pt x="20753" y="12653"/>
                  <a:pt x="26747" y="15464"/>
                </a:cubicBezTo>
                <a:cubicBezTo>
                  <a:pt x="29054" y="16869"/>
                  <a:pt x="29976" y="16401"/>
                  <a:pt x="31360" y="14526"/>
                </a:cubicBezTo>
                <a:cubicBezTo>
                  <a:pt x="31821" y="14058"/>
                  <a:pt x="32282" y="13589"/>
                  <a:pt x="32743" y="13120"/>
                </a:cubicBezTo>
                <a:cubicBezTo>
                  <a:pt x="32282" y="14995"/>
                  <a:pt x="27671" y="26242"/>
                  <a:pt x="25825" y="28585"/>
                </a:cubicBezTo>
                <a:cubicBezTo>
                  <a:pt x="25825" y="27648"/>
                  <a:pt x="25825" y="27179"/>
                  <a:pt x="25825" y="26711"/>
                </a:cubicBezTo>
                <a:cubicBezTo>
                  <a:pt x="26286" y="24367"/>
                  <a:pt x="25825" y="23430"/>
                  <a:pt x="23981" y="22024"/>
                </a:cubicBezTo>
                <a:cubicBezTo>
                  <a:pt x="17986" y="19213"/>
                  <a:pt x="11990" y="15932"/>
                  <a:pt x="5996" y="13120"/>
                </a:cubicBezTo>
                <a:cubicBezTo>
                  <a:pt x="3228" y="11716"/>
                  <a:pt x="2767" y="11716"/>
                  <a:pt x="461" y="14058"/>
                </a:cubicBezTo>
                <a:cubicBezTo>
                  <a:pt x="461" y="14526"/>
                  <a:pt x="461" y="14526"/>
                  <a:pt x="0" y="149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59" name="Freeform 49"/>
          <p:cNvSpPr/>
          <p:nvPr/>
        </p:nvSpPr>
        <p:spPr>
          <a:xfrm>
            <a:off x="10579100" y="520700"/>
            <a:ext cx="31704" cy="20789"/>
          </a:xfrm>
          <a:custGeom>
            <a:avLst/>
            <a:gdLst/>
            <a:ahLst/>
            <a:cxnLst/>
            <a:rect l="l" t="t" r="r" b="b"/>
            <a:pathLst>
              <a:path w="31704" h="20789">
                <a:moveTo>
                  <a:pt x="2297" y="20789"/>
                </a:moveTo>
                <a:cubicBezTo>
                  <a:pt x="1378" y="16170"/>
                  <a:pt x="919" y="11087"/>
                  <a:pt x="0" y="6006"/>
                </a:cubicBezTo>
                <a:cubicBezTo>
                  <a:pt x="0" y="6006"/>
                  <a:pt x="0" y="5544"/>
                  <a:pt x="460" y="5081"/>
                </a:cubicBezTo>
                <a:cubicBezTo>
                  <a:pt x="919" y="6006"/>
                  <a:pt x="919" y="6468"/>
                  <a:pt x="1378" y="6929"/>
                </a:cubicBezTo>
                <a:cubicBezTo>
                  <a:pt x="2297" y="8777"/>
                  <a:pt x="2757" y="9239"/>
                  <a:pt x="5055" y="8777"/>
                </a:cubicBezTo>
                <a:cubicBezTo>
                  <a:pt x="10568" y="7854"/>
                  <a:pt x="16082" y="6929"/>
                  <a:pt x="21595" y="6006"/>
                </a:cubicBezTo>
                <a:cubicBezTo>
                  <a:pt x="22974" y="6006"/>
                  <a:pt x="23893" y="5544"/>
                  <a:pt x="25272" y="5544"/>
                </a:cubicBezTo>
                <a:cubicBezTo>
                  <a:pt x="27569" y="5081"/>
                  <a:pt x="28028" y="4158"/>
                  <a:pt x="28487" y="2310"/>
                </a:cubicBezTo>
                <a:cubicBezTo>
                  <a:pt x="28487" y="1848"/>
                  <a:pt x="28487" y="1386"/>
                  <a:pt x="28487" y="0"/>
                </a:cubicBezTo>
                <a:cubicBezTo>
                  <a:pt x="28947" y="925"/>
                  <a:pt x="29407" y="1386"/>
                  <a:pt x="29407" y="1386"/>
                </a:cubicBezTo>
                <a:cubicBezTo>
                  <a:pt x="29867" y="6468"/>
                  <a:pt x="30785" y="11087"/>
                  <a:pt x="31704" y="16170"/>
                </a:cubicBezTo>
                <a:cubicBezTo>
                  <a:pt x="31245" y="16170"/>
                  <a:pt x="31245" y="16170"/>
                  <a:pt x="30785" y="16170"/>
                </a:cubicBezTo>
                <a:cubicBezTo>
                  <a:pt x="30785" y="16170"/>
                  <a:pt x="30325" y="15707"/>
                  <a:pt x="30325" y="15245"/>
                </a:cubicBezTo>
                <a:cubicBezTo>
                  <a:pt x="29407" y="12935"/>
                  <a:pt x="28487" y="12474"/>
                  <a:pt x="26190" y="12474"/>
                </a:cubicBezTo>
                <a:cubicBezTo>
                  <a:pt x="19757" y="13860"/>
                  <a:pt x="12865" y="14783"/>
                  <a:pt x="6433" y="16170"/>
                </a:cubicBezTo>
                <a:cubicBezTo>
                  <a:pt x="4135" y="16170"/>
                  <a:pt x="3217" y="17093"/>
                  <a:pt x="3217" y="19403"/>
                </a:cubicBezTo>
                <a:cubicBezTo>
                  <a:pt x="3217" y="19865"/>
                  <a:pt x="2757" y="20328"/>
                  <a:pt x="2757" y="20789"/>
                </a:cubicBezTo>
                <a:cubicBezTo>
                  <a:pt x="2757" y="20789"/>
                  <a:pt x="2297" y="20789"/>
                  <a:pt x="2297" y="2078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60" name="Freeform 50"/>
          <p:cNvSpPr/>
          <p:nvPr/>
        </p:nvSpPr>
        <p:spPr>
          <a:xfrm>
            <a:off x="10426700" y="342900"/>
            <a:ext cx="19230" cy="32222"/>
          </a:xfrm>
          <a:custGeom>
            <a:avLst/>
            <a:gdLst/>
            <a:ahLst/>
            <a:cxnLst/>
            <a:rect l="l" t="t" r="r" b="b"/>
            <a:pathLst>
              <a:path w="19230" h="32222">
                <a:moveTo>
                  <a:pt x="458" y="29461"/>
                </a:moveTo>
                <a:cubicBezTo>
                  <a:pt x="916" y="29461"/>
                  <a:pt x="1374" y="29461"/>
                  <a:pt x="1831" y="29461"/>
                </a:cubicBezTo>
                <a:cubicBezTo>
                  <a:pt x="3663" y="29000"/>
                  <a:pt x="4578" y="28541"/>
                  <a:pt x="4578" y="26238"/>
                </a:cubicBezTo>
                <a:cubicBezTo>
                  <a:pt x="5037" y="23937"/>
                  <a:pt x="5494" y="21636"/>
                  <a:pt x="5952" y="18873"/>
                </a:cubicBezTo>
                <a:cubicBezTo>
                  <a:pt x="6410" y="14731"/>
                  <a:pt x="6868" y="10588"/>
                  <a:pt x="7325" y="6444"/>
                </a:cubicBezTo>
                <a:cubicBezTo>
                  <a:pt x="7325" y="5984"/>
                  <a:pt x="7784" y="5524"/>
                  <a:pt x="7784" y="4604"/>
                </a:cubicBezTo>
                <a:cubicBezTo>
                  <a:pt x="7784" y="2301"/>
                  <a:pt x="7325" y="1842"/>
                  <a:pt x="5037" y="921"/>
                </a:cubicBezTo>
                <a:cubicBezTo>
                  <a:pt x="4578" y="460"/>
                  <a:pt x="4578" y="460"/>
                  <a:pt x="4121" y="0"/>
                </a:cubicBezTo>
                <a:cubicBezTo>
                  <a:pt x="9157" y="460"/>
                  <a:pt x="14194" y="921"/>
                  <a:pt x="19230" y="1842"/>
                </a:cubicBezTo>
                <a:cubicBezTo>
                  <a:pt x="19230" y="2301"/>
                  <a:pt x="19230" y="2301"/>
                  <a:pt x="19230" y="2301"/>
                </a:cubicBezTo>
                <a:cubicBezTo>
                  <a:pt x="18772" y="2301"/>
                  <a:pt x="18315" y="2762"/>
                  <a:pt x="17856" y="2762"/>
                </a:cubicBezTo>
                <a:cubicBezTo>
                  <a:pt x="15568" y="2762"/>
                  <a:pt x="14652" y="3222"/>
                  <a:pt x="14652" y="5984"/>
                </a:cubicBezTo>
                <a:cubicBezTo>
                  <a:pt x="13736" y="11048"/>
                  <a:pt x="12819" y="16572"/>
                  <a:pt x="12362" y="21636"/>
                </a:cubicBezTo>
                <a:cubicBezTo>
                  <a:pt x="11904" y="23477"/>
                  <a:pt x="11904" y="25317"/>
                  <a:pt x="11447" y="26699"/>
                </a:cubicBezTo>
                <a:cubicBezTo>
                  <a:pt x="11447" y="29461"/>
                  <a:pt x="11904" y="30382"/>
                  <a:pt x="14194" y="31303"/>
                </a:cubicBezTo>
                <a:cubicBezTo>
                  <a:pt x="14652" y="31303"/>
                  <a:pt x="14652" y="31763"/>
                  <a:pt x="15109" y="31763"/>
                </a:cubicBezTo>
                <a:cubicBezTo>
                  <a:pt x="15109" y="31763"/>
                  <a:pt x="15109" y="31763"/>
                  <a:pt x="15109" y="32222"/>
                </a:cubicBezTo>
                <a:cubicBezTo>
                  <a:pt x="10072" y="31763"/>
                  <a:pt x="5037" y="31303"/>
                  <a:pt x="0" y="30382"/>
                </a:cubicBezTo>
                <a:cubicBezTo>
                  <a:pt x="458" y="29921"/>
                  <a:pt x="458" y="29921"/>
                  <a:pt x="458" y="2946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61" name="Freeform 51"/>
          <p:cNvSpPr/>
          <p:nvPr/>
        </p:nvSpPr>
        <p:spPr>
          <a:xfrm>
            <a:off x="10312400" y="711200"/>
            <a:ext cx="23908" cy="31184"/>
          </a:xfrm>
          <a:custGeom>
            <a:avLst/>
            <a:gdLst/>
            <a:ahLst/>
            <a:cxnLst/>
            <a:rect l="l" t="t" r="r" b="b"/>
            <a:pathLst>
              <a:path w="23908" h="31184">
                <a:moveTo>
                  <a:pt x="460" y="23738"/>
                </a:moveTo>
                <a:cubicBezTo>
                  <a:pt x="919" y="23738"/>
                  <a:pt x="1839" y="23738"/>
                  <a:pt x="2299" y="24202"/>
                </a:cubicBezTo>
                <a:cubicBezTo>
                  <a:pt x="4597" y="24668"/>
                  <a:pt x="5977" y="24202"/>
                  <a:pt x="7356" y="21876"/>
                </a:cubicBezTo>
                <a:cubicBezTo>
                  <a:pt x="9655" y="16290"/>
                  <a:pt x="12414" y="10705"/>
                  <a:pt x="14713" y="5585"/>
                </a:cubicBezTo>
                <a:cubicBezTo>
                  <a:pt x="15173" y="5119"/>
                  <a:pt x="15173" y="4655"/>
                  <a:pt x="15173" y="4188"/>
                </a:cubicBezTo>
                <a:cubicBezTo>
                  <a:pt x="15632" y="2327"/>
                  <a:pt x="15173" y="1396"/>
                  <a:pt x="13334" y="931"/>
                </a:cubicBezTo>
                <a:cubicBezTo>
                  <a:pt x="12874" y="931"/>
                  <a:pt x="11955" y="931"/>
                  <a:pt x="10575" y="465"/>
                </a:cubicBezTo>
                <a:cubicBezTo>
                  <a:pt x="12414" y="0"/>
                  <a:pt x="20230" y="0"/>
                  <a:pt x="23908" y="465"/>
                </a:cubicBezTo>
                <a:cubicBezTo>
                  <a:pt x="23908" y="931"/>
                  <a:pt x="23908" y="1396"/>
                  <a:pt x="23448" y="1862"/>
                </a:cubicBezTo>
                <a:cubicBezTo>
                  <a:pt x="20230" y="9309"/>
                  <a:pt x="17012" y="16755"/>
                  <a:pt x="13334" y="24202"/>
                </a:cubicBezTo>
                <a:cubicBezTo>
                  <a:pt x="11955" y="27460"/>
                  <a:pt x="11955" y="28391"/>
                  <a:pt x="15173" y="30253"/>
                </a:cubicBezTo>
                <a:cubicBezTo>
                  <a:pt x="15173" y="30253"/>
                  <a:pt x="15632" y="30719"/>
                  <a:pt x="15632" y="30719"/>
                </a:cubicBezTo>
                <a:cubicBezTo>
                  <a:pt x="15632" y="30719"/>
                  <a:pt x="15632" y="31184"/>
                  <a:pt x="15632" y="31184"/>
                </a:cubicBezTo>
                <a:cubicBezTo>
                  <a:pt x="15632" y="31184"/>
                  <a:pt x="15173" y="31184"/>
                  <a:pt x="15173" y="31184"/>
                </a:cubicBezTo>
                <a:cubicBezTo>
                  <a:pt x="10575" y="28857"/>
                  <a:pt x="5977" y="26995"/>
                  <a:pt x="919" y="24668"/>
                </a:cubicBezTo>
                <a:cubicBezTo>
                  <a:pt x="460" y="24668"/>
                  <a:pt x="460" y="24202"/>
                  <a:pt x="0" y="24202"/>
                </a:cubicBezTo>
                <a:cubicBezTo>
                  <a:pt x="460" y="23738"/>
                  <a:pt x="460" y="23738"/>
                  <a:pt x="460" y="23738"/>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162" name="Freeform 52"/>
          <p:cNvSpPr/>
          <p:nvPr/>
        </p:nvSpPr>
        <p:spPr>
          <a:xfrm>
            <a:off x="10248900" y="406400"/>
            <a:ext cx="301445" cy="300926"/>
          </a:xfrm>
          <a:custGeom>
            <a:avLst/>
            <a:gdLst/>
            <a:ahLst/>
            <a:cxnLst/>
            <a:rect l="l" t="t" r="r" b="b"/>
            <a:pathLst>
              <a:path w="301445" h="300926">
                <a:moveTo>
                  <a:pt x="301445" y="150463"/>
                </a:moveTo>
                <a:cubicBezTo>
                  <a:pt x="301445" y="233079"/>
                  <a:pt x="233943" y="300926"/>
                  <a:pt x="150722" y="300926"/>
                </a:cubicBezTo>
                <a:cubicBezTo>
                  <a:pt x="67964" y="300926"/>
                  <a:pt x="0" y="234003"/>
                  <a:pt x="0" y="150463"/>
                </a:cubicBezTo>
                <a:cubicBezTo>
                  <a:pt x="0" y="67385"/>
                  <a:pt x="67502" y="0"/>
                  <a:pt x="150722" y="0"/>
                </a:cubicBezTo>
                <a:cubicBezTo>
                  <a:pt x="233943" y="0"/>
                  <a:pt x="301445" y="67847"/>
                  <a:pt x="301445" y="150463"/>
                </a:cubicBezTo>
                <a:close/>
                <a:moveTo>
                  <a:pt x="138702" y="169847"/>
                </a:moveTo>
                <a:cubicBezTo>
                  <a:pt x="138702" y="170771"/>
                  <a:pt x="138702" y="171233"/>
                  <a:pt x="138702" y="172156"/>
                </a:cubicBezTo>
                <a:cubicBezTo>
                  <a:pt x="138702" y="177695"/>
                  <a:pt x="138702" y="182771"/>
                  <a:pt x="138702" y="188309"/>
                </a:cubicBezTo>
                <a:cubicBezTo>
                  <a:pt x="138702" y="188772"/>
                  <a:pt x="138702" y="189233"/>
                  <a:pt x="138702" y="189694"/>
                </a:cubicBezTo>
                <a:cubicBezTo>
                  <a:pt x="138702" y="192463"/>
                  <a:pt x="137315" y="194771"/>
                  <a:pt x="135004" y="196155"/>
                </a:cubicBezTo>
                <a:cubicBezTo>
                  <a:pt x="134078" y="196618"/>
                  <a:pt x="133153" y="197541"/>
                  <a:pt x="131766" y="198002"/>
                </a:cubicBezTo>
                <a:cubicBezTo>
                  <a:pt x="123444" y="203540"/>
                  <a:pt x="116510" y="210925"/>
                  <a:pt x="110499" y="219232"/>
                </a:cubicBezTo>
                <a:cubicBezTo>
                  <a:pt x="104026" y="228925"/>
                  <a:pt x="99865" y="240002"/>
                  <a:pt x="97092" y="251079"/>
                </a:cubicBezTo>
                <a:cubicBezTo>
                  <a:pt x="96629" y="253387"/>
                  <a:pt x="96167" y="255233"/>
                  <a:pt x="96167" y="257541"/>
                </a:cubicBezTo>
                <a:cubicBezTo>
                  <a:pt x="95705" y="263542"/>
                  <a:pt x="99403" y="268157"/>
                  <a:pt x="105414" y="269080"/>
                </a:cubicBezTo>
                <a:cubicBezTo>
                  <a:pt x="110499" y="270002"/>
                  <a:pt x="116510" y="268157"/>
                  <a:pt x="118359" y="261234"/>
                </a:cubicBezTo>
                <a:cubicBezTo>
                  <a:pt x="118359" y="260772"/>
                  <a:pt x="118821" y="259848"/>
                  <a:pt x="118821" y="259387"/>
                </a:cubicBezTo>
                <a:cubicBezTo>
                  <a:pt x="120208" y="256156"/>
                  <a:pt x="121133" y="252465"/>
                  <a:pt x="122057" y="249234"/>
                </a:cubicBezTo>
                <a:cubicBezTo>
                  <a:pt x="124832" y="241386"/>
                  <a:pt x="128530" y="234464"/>
                  <a:pt x="133615" y="227541"/>
                </a:cubicBezTo>
                <a:cubicBezTo>
                  <a:pt x="136390" y="223849"/>
                  <a:pt x="140089" y="220618"/>
                  <a:pt x="144249" y="218309"/>
                </a:cubicBezTo>
                <a:cubicBezTo>
                  <a:pt x="148411" y="216002"/>
                  <a:pt x="152571" y="216002"/>
                  <a:pt x="156733" y="218309"/>
                </a:cubicBezTo>
                <a:cubicBezTo>
                  <a:pt x="157658" y="218771"/>
                  <a:pt x="159045" y="219232"/>
                  <a:pt x="159969" y="220156"/>
                </a:cubicBezTo>
                <a:cubicBezTo>
                  <a:pt x="164130" y="222926"/>
                  <a:pt x="167367" y="226618"/>
                  <a:pt x="170141" y="230772"/>
                </a:cubicBezTo>
                <a:cubicBezTo>
                  <a:pt x="174765" y="238157"/>
                  <a:pt x="178001" y="246003"/>
                  <a:pt x="180312" y="253849"/>
                </a:cubicBezTo>
                <a:cubicBezTo>
                  <a:pt x="181237" y="256617"/>
                  <a:pt x="182161" y="259848"/>
                  <a:pt x="183086" y="262618"/>
                </a:cubicBezTo>
                <a:cubicBezTo>
                  <a:pt x="184474" y="265849"/>
                  <a:pt x="186323" y="267694"/>
                  <a:pt x="189559" y="268618"/>
                </a:cubicBezTo>
                <a:cubicBezTo>
                  <a:pt x="196494" y="271388"/>
                  <a:pt x="206204" y="266310"/>
                  <a:pt x="204817" y="256156"/>
                </a:cubicBezTo>
                <a:cubicBezTo>
                  <a:pt x="204354" y="252926"/>
                  <a:pt x="203429" y="250156"/>
                  <a:pt x="202966" y="247387"/>
                </a:cubicBezTo>
                <a:cubicBezTo>
                  <a:pt x="200193" y="237694"/>
                  <a:pt x="196957" y="228925"/>
                  <a:pt x="191408" y="220618"/>
                </a:cubicBezTo>
                <a:cubicBezTo>
                  <a:pt x="184936" y="210463"/>
                  <a:pt x="176614" y="202617"/>
                  <a:pt x="166442" y="196155"/>
                </a:cubicBezTo>
                <a:cubicBezTo>
                  <a:pt x="163667" y="194771"/>
                  <a:pt x="162281" y="192463"/>
                  <a:pt x="162281" y="189233"/>
                </a:cubicBezTo>
                <a:cubicBezTo>
                  <a:pt x="162281" y="183233"/>
                  <a:pt x="162281" y="177695"/>
                  <a:pt x="162281" y="171694"/>
                </a:cubicBezTo>
                <a:cubicBezTo>
                  <a:pt x="162281" y="171233"/>
                  <a:pt x="162281" y="170771"/>
                  <a:pt x="162743" y="169847"/>
                </a:cubicBezTo>
                <a:cubicBezTo>
                  <a:pt x="163667" y="169847"/>
                  <a:pt x="164130" y="170310"/>
                  <a:pt x="165056" y="170310"/>
                </a:cubicBezTo>
                <a:cubicBezTo>
                  <a:pt x="173839" y="173540"/>
                  <a:pt x="181237" y="178156"/>
                  <a:pt x="187710" y="184617"/>
                </a:cubicBezTo>
                <a:cubicBezTo>
                  <a:pt x="196494" y="192463"/>
                  <a:pt x="202966" y="201694"/>
                  <a:pt x="209440" y="211849"/>
                </a:cubicBezTo>
                <a:cubicBezTo>
                  <a:pt x="213600" y="219232"/>
                  <a:pt x="217762" y="227079"/>
                  <a:pt x="221460" y="234926"/>
                </a:cubicBezTo>
                <a:cubicBezTo>
                  <a:pt x="222385" y="237233"/>
                  <a:pt x="223771" y="239079"/>
                  <a:pt x="226084" y="240925"/>
                </a:cubicBezTo>
                <a:cubicBezTo>
                  <a:pt x="228396" y="242772"/>
                  <a:pt x="231631" y="244156"/>
                  <a:pt x="234869" y="243233"/>
                </a:cubicBezTo>
                <a:cubicBezTo>
                  <a:pt x="239492" y="241849"/>
                  <a:pt x="242265" y="239079"/>
                  <a:pt x="243190" y="234464"/>
                </a:cubicBezTo>
                <a:cubicBezTo>
                  <a:pt x="244116" y="230772"/>
                  <a:pt x="243652" y="227541"/>
                  <a:pt x="242265" y="224310"/>
                </a:cubicBezTo>
                <a:cubicBezTo>
                  <a:pt x="240416" y="220156"/>
                  <a:pt x="238567" y="216464"/>
                  <a:pt x="236718" y="212310"/>
                </a:cubicBezTo>
                <a:cubicBezTo>
                  <a:pt x="230245" y="198002"/>
                  <a:pt x="221922" y="184617"/>
                  <a:pt x="210826" y="173078"/>
                </a:cubicBezTo>
                <a:cubicBezTo>
                  <a:pt x="199730" y="162001"/>
                  <a:pt x="187248" y="153694"/>
                  <a:pt x="172452" y="148617"/>
                </a:cubicBezTo>
                <a:cubicBezTo>
                  <a:pt x="169216" y="147693"/>
                  <a:pt x="165980" y="146770"/>
                  <a:pt x="162281" y="145848"/>
                </a:cubicBezTo>
                <a:cubicBezTo>
                  <a:pt x="162281" y="144001"/>
                  <a:pt x="162281" y="142155"/>
                  <a:pt x="162281" y="140310"/>
                </a:cubicBezTo>
                <a:cubicBezTo>
                  <a:pt x="161818" y="137540"/>
                  <a:pt x="161356" y="134309"/>
                  <a:pt x="159507" y="132001"/>
                </a:cubicBezTo>
                <a:cubicBezTo>
                  <a:pt x="154884" y="125078"/>
                  <a:pt x="146100" y="125078"/>
                  <a:pt x="141475" y="132001"/>
                </a:cubicBezTo>
                <a:cubicBezTo>
                  <a:pt x="139626" y="134771"/>
                  <a:pt x="139164" y="138001"/>
                  <a:pt x="139164" y="140771"/>
                </a:cubicBezTo>
                <a:cubicBezTo>
                  <a:pt x="138702" y="142617"/>
                  <a:pt x="138702" y="144001"/>
                  <a:pt x="138702" y="145848"/>
                </a:cubicBezTo>
                <a:cubicBezTo>
                  <a:pt x="138240" y="146309"/>
                  <a:pt x="137777" y="146309"/>
                  <a:pt x="136853" y="146309"/>
                </a:cubicBezTo>
                <a:cubicBezTo>
                  <a:pt x="122057" y="150001"/>
                  <a:pt x="108650" y="156463"/>
                  <a:pt x="97092" y="166616"/>
                </a:cubicBezTo>
                <a:cubicBezTo>
                  <a:pt x="88307" y="174464"/>
                  <a:pt x="80909" y="183694"/>
                  <a:pt x="74436" y="193848"/>
                </a:cubicBezTo>
                <a:cubicBezTo>
                  <a:pt x="68426" y="203079"/>
                  <a:pt x="63802" y="213233"/>
                  <a:pt x="59179" y="222926"/>
                </a:cubicBezTo>
                <a:cubicBezTo>
                  <a:pt x="58255" y="226157"/>
                  <a:pt x="57330" y="229387"/>
                  <a:pt x="57793" y="232617"/>
                </a:cubicBezTo>
                <a:cubicBezTo>
                  <a:pt x="58255" y="237694"/>
                  <a:pt x="60104" y="240925"/>
                  <a:pt x="64727" y="242772"/>
                </a:cubicBezTo>
                <a:cubicBezTo>
                  <a:pt x="69351" y="244617"/>
                  <a:pt x="73511" y="242772"/>
                  <a:pt x="76286" y="239541"/>
                </a:cubicBezTo>
                <a:cubicBezTo>
                  <a:pt x="77673" y="238157"/>
                  <a:pt x="78598" y="236310"/>
                  <a:pt x="79522" y="234926"/>
                </a:cubicBezTo>
                <a:cubicBezTo>
                  <a:pt x="83683" y="227541"/>
                  <a:pt x="87382" y="219695"/>
                  <a:pt x="91543" y="212771"/>
                </a:cubicBezTo>
                <a:cubicBezTo>
                  <a:pt x="97554" y="202156"/>
                  <a:pt x="104952" y="192463"/>
                  <a:pt x="113735" y="184155"/>
                </a:cubicBezTo>
                <a:cubicBezTo>
                  <a:pt x="120208" y="178156"/>
                  <a:pt x="127606" y="173540"/>
                  <a:pt x="135928" y="170771"/>
                </a:cubicBezTo>
                <a:cubicBezTo>
                  <a:pt x="136853" y="170310"/>
                  <a:pt x="137777" y="169847"/>
                  <a:pt x="138702" y="169847"/>
                </a:cubicBezTo>
                <a:close/>
                <a:moveTo>
                  <a:pt x="116972" y="51693"/>
                </a:moveTo>
                <a:cubicBezTo>
                  <a:pt x="116510" y="52154"/>
                  <a:pt x="115585" y="52154"/>
                  <a:pt x="115123" y="52616"/>
                </a:cubicBezTo>
                <a:cubicBezTo>
                  <a:pt x="110961" y="54000"/>
                  <a:pt x="106801" y="54924"/>
                  <a:pt x="102639" y="56308"/>
                </a:cubicBezTo>
                <a:cubicBezTo>
                  <a:pt x="86458" y="61846"/>
                  <a:pt x="71200" y="68770"/>
                  <a:pt x="56868" y="78001"/>
                </a:cubicBezTo>
                <a:cubicBezTo>
                  <a:pt x="50857" y="82155"/>
                  <a:pt x="44848" y="86770"/>
                  <a:pt x="39299" y="92309"/>
                </a:cubicBezTo>
                <a:cubicBezTo>
                  <a:pt x="37450" y="94155"/>
                  <a:pt x="35601" y="96001"/>
                  <a:pt x="34675" y="98770"/>
                </a:cubicBezTo>
                <a:cubicBezTo>
                  <a:pt x="32826" y="103847"/>
                  <a:pt x="35138" y="109385"/>
                  <a:pt x="40223" y="111232"/>
                </a:cubicBezTo>
                <a:cubicBezTo>
                  <a:pt x="43459" y="112616"/>
                  <a:pt x="46697" y="112616"/>
                  <a:pt x="49933" y="111694"/>
                </a:cubicBezTo>
                <a:cubicBezTo>
                  <a:pt x="52706" y="110771"/>
                  <a:pt x="54555" y="109385"/>
                  <a:pt x="56868" y="108001"/>
                </a:cubicBezTo>
                <a:cubicBezTo>
                  <a:pt x="61953" y="104309"/>
                  <a:pt x="67502" y="100155"/>
                  <a:pt x="73049" y="96924"/>
                </a:cubicBezTo>
                <a:cubicBezTo>
                  <a:pt x="85996" y="88155"/>
                  <a:pt x="99865" y="81232"/>
                  <a:pt x="115123" y="76154"/>
                </a:cubicBezTo>
                <a:cubicBezTo>
                  <a:pt x="115585" y="76154"/>
                  <a:pt x="116510" y="75693"/>
                  <a:pt x="116972" y="75693"/>
                </a:cubicBezTo>
                <a:cubicBezTo>
                  <a:pt x="116972" y="84463"/>
                  <a:pt x="116972" y="93232"/>
                  <a:pt x="116972" y="101539"/>
                </a:cubicBezTo>
                <a:cubicBezTo>
                  <a:pt x="116510" y="102001"/>
                  <a:pt x="116048" y="102001"/>
                  <a:pt x="115585" y="102462"/>
                </a:cubicBezTo>
                <a:cubicBezTo>
                  <a:pt x="85533" y="114002"/>
                  <a:pt x="60566" y="132925"/>
                  <a:pt x="41610" y="159233"/>
                </a:cubicBezTo>
                <a:cubicBezTo>
                  <a:pt x="37450" y="164771"/>
                  <a:pt x="33750" y="170771"/>
                  <a:pt x="30052" y="176771"/>
                </a:cubicBezTo>
                <a:cubicBezTo>
                  <a:pt x="28665" y="178617"/>
                  <a:pt x="27741" y="180463"/>
                  <a:pt x="27741" y="182310"/>
                </a:cubicBezTo>
                <a:cubicBezTo>
                  <a:pt x="27741" y="188309"/>
                  <a:pt x="31439" y="193387"/>
                  <a:pt x="36987" y="194771"/>
                </a:cubicBezTo>
                <a:cubicBezTo>
                  <a:pt x="41610" y="196155"/>
                  <a:pt x="45310" y="194771"/>
                  <a:pt x="48083" y="190617"/>
                </a:cubicBezTo>
                <a:cubicBezTo>
                  <a:pt x="49470" y="188772"/>
                  <a:pt x="50857" y="186464"/>
                  <a:pt x="52244" y="184617"/>
                </a:cubicBezTo>
                <a:cubicBezTo>
                  <a:pt x="58717" y="175386"/>
                  <a:pt x="66115" y="166616"/>
                  <a:pt x="73974" y="158309"/>
                </a:cubicBezTo>
                <a:cubicBezTo>
                  <a:pt x="81834" y="150001"/>
                  <a:pt x="90156" y="142617"/>
                  <a:pt x="99403" y="136616"/>
                </a:cubicBezTo>
                <a:cubicBezTo>
                  <a:pt x="109574" y="130155"/>
                  <a:pt x="120670" y="125078"/>
                  <a:pt x="132229" y="121848"/>
                </a:cubicBezTo>
                <a:cubicBezTo>
                  <a:pt x="138702" y="120001"/>
                  <a:pt x="140551" y="116770"/>
                  <a:pt x="140551" y="110771"/>
                </a:cubicBezTo>
                <a:cubicBezTo>
                  <a:pt x="140551" y="87231"/>
                  <a:pt x="140551" y="63693"/>
                  <a:pt x="140551" y="40616"/>
                </a:cubicBezTo>
                <a:cubicBezTo>
                  <a:pt x="140551" y="38769"/>
                  <a:pt x="140551" y="37385"/>
                  <a:pt x="140089" y="36001"/>
                </a:cubicBezTo>
                <a:cubicBezTo>
                  <a:pt x="140089" y="34154"/>
                  <a:pt x="139626" y="31847"/>
                  <a:pt x="138240" y="30000"/>
                </a:cubicBezTo>
                <a:cubicBezTo>
                  <a:pt x="135466" y="25385"/>
                  <a:pt x="129455" y="23538"/>
                  <a:pt x="124369" y="25846"/>
                </a:cubicBezTo>
                <a:cubicBezTo>
                  <a:pt x="120670" y="28155"/>
                  <a:pt x="118359" y="31386"/>
                  <a:pt x="117434" y="35538"/>
                </a:cubicBezTo>
                <a:cubicBezTo>
                  <a:pt x="117434" y="37385"/>
                  <a:pt x="117434" y="39232"/>
                  <a:pt x="116972" y="41539"/>
                </a:cubicBezTo>
                <a:cubicBezTo>
                  <a:pt x="116972" y="44770"/>
                  <a:pt x="116972" y="48462"/>
                  <a:pt x="116972" y="51693"/>
                </a:cubicBezTo>
                <a:close/>
                <a:moveTo>
                  <a:pt x="184010" y="51693"/>
                </a:moveTo>
                <a:cubicBezTo>
                  <a:pt x="184010" y="50770"/>
                  <a:pt x="184010" y="49846"/>
                  <a:pt x="184010" y="48923"/>
                </a:cubicBezTo>
                <a:cubicBezTo>
                  <a:pt x="184010" y="45231"/>
                  <a:pt x="184010" y="41539"/>
                  <a:pt x="184010" y="37846"/>
                </a:cubicBezTo>
                <a:cubicBezTo>
                  <a:pt x="183548" y="35077"/>
                  <a:pt x="183086" y="32308"/>
                  <a:pt x="181237" y="30000"/>
                </a:cubicBezTo>
                <a:cubicBezTo>
                  <a:pt x="178463" y="26308"/>
                  <a:pt x="174765" y="24461"/>
                  <a:pt x="170141" y="24924"/>
                </a:cubicBezTo>
                <a:cubicBezTo>
                  <a:pt x="165518" y="25846"/>
                  <a:pt x="162743" y="28616"/>
                  <a:pt x="161356" y="32770"/>
                </a:cubicBezTo>
                <a:cubicBezTo>
                  <a:pt x="160894" y="34615"/>
                  <a:pt x="160431" y="36924"/>
                  <a:pt x="160431" y="39232"/>
                </a:cubicBezTo>
                <a:cubicBezTo>
                  <a:pt x="160431" y="63231"/>
                  <a:pt x="160431" y="87231"/>
                  <a:pt x="160431" y="111694"/>
                </a:cubicBezTo>
                <a:cubicBezTo>
                  <a:pt x="160431" y="111694"/>
                  <a:pt x="160431" y="112155"/>
                  <a:pt x="160431" y="112155"/>
                </a:cubicBezTo>
                <a:cubicBezTo>
                  <a:pt x="160431" y="115847"/>
                  <a:pt x="162281" y="118617"/>
                  <a:pt x="165518" y="120001"/>
                </a:cubicBezTo>
                <a:cubicBezTo>
                  <a:pt x="166905" y="120924"/>
                  <a:pt x="168754" y="121385"/>
                  <a:pt x="170603" y="121848"/>
                </a:cubicBezTo>
                <a:cubicBezTo>
                  <a:pt x="178925" y="124616"/>
                  <a:pt x="187248" y="127847"/>
                  <a:pt x="194645" y="132001"/>
                </a:cubicBezTo>
                <a:cubicBezTo>
                  <a:pt x="207590" y="138924"/>
                  <a:pt x="218686" y="148156"/>
                  <a:pt x="227933" y="158770"/>
                </a:cubicBezTo>
                <a:cubicBezTo>
                  <a:pt x="237180" y="168463"/>
                  <a:pt x="245040" y="179079"/>
                  <a:pt x="252437" y="190156"/>
                </a:cubicBezTo>
                <a:cubicBezTo>
                  <a:pt x="252899" y="190617"/>
                  <a:pt x="253361" y="191540"/>
                  <a:pt x="253823" y="192002"/>
                </a:cubicBezTo>
                <a:cubicBezTo>
                  <a:pt x="255674" y="194310"/>
                  <a:pt x="257985" y="195233"/>
                  <a:pt x="260759" y="195233"/>
                </a:cubicBezTo>
                <a:cubicBezTo>
                  <a:pt x="270006" y="195233"/>
                  <a:pt x="276479" y="185541"/>
                  <a:pt x="271393" y="177232"/>
                </a:cubicBezTo>
                <a:cubicBezTo>
                  <a:pt x="268619" y="172617"/>
                  <a:pt x="266308" y="168463"/>
                  <a:pt x="263070" y="163848"/>
                </a:cubicBezTo>
                <a:cubicBezTo>
                  <a:pt x="244116" y="136616"/>
                  <a:pt x="219149" y="115847"/>
                  <a:pt x="188172" y="103386"/>
                </a:cubicBezTo>
                <a:cubicBezTo>
                  <a:pt x="186785" y="102925"/>
                  <a:pt x="185398" y="102462"/>
                  <a:pt x="184010" y="101539"/>
                </a:cubicBezTo>
                <a:cubicBezTo>
                  <a:pt x="184010" y="92770"/>
                  <a:pt x="184010" y="84463"/>
                  <a:pt x="184010" y="75693"/>
                </a:cubicBezTo>
                <a:cubicBezTo>
                  <a:pt x="184474" y="75693"/>
                  <a:pt x="184474" y="75693"/>
                  <a:pt x="184474" y="75693"/>
                </a:cubicBezTo>
                <a:cubicBezTo>
                  <a:pt x="185398" y="76154"/>
                  <a:pt x="185861" y="76154"/>
                  <a:pt x="186323" y="76154"/>
                </a:cubicBezTo>
                <a:cubicBezTo>
                  <a:pt x="202966" y="81693"/>
                  <a:pt x="218686" y="90001"/>
                  <a:pt x="233018" y="100155"/>
                </a:cubicBezTo>
                <a:cubicBezTo>
                  <a:pt x="237180" y="102925"/>
                  <a:pt x="241341" y="106155"/>
                  <a:pt x="245965" y="108924"/>
                </a:cubicBezTo>
                <a:cubicBezTo>
                  <a:pt x="249201" y="111694"/>
                  <a:pt x="252899" y="112616"/>
                  <a:pt x="257061" y="112155"/>
                </a:cubicBezTo>
                <a:cubicBezTo>
                  <a:pt x="264921" y="111694"/>
                  <a:pt x="269081" y="104309"/>
                  <a:pt x="265845" y="97386"/>
                </a:cubicBezTo>
                <a:cubicBezTo>
                  <a:pt x="264458" y="95077"/>
                  <a:pt x="263070" y="93232"/>
                  <a:pt x="261684" y="91848"/>
                </a:cubicBezTo>
                <a:cubicBezTo>
                  <a:pt x="253823" y="84000"/>
                  <a:pt x="244578" y="78001"/>
                  <a:pt x="235331" y="72462"/>
                </a:cubicBezTo>
                <a:cubicBezTo>
                  <a:pt x="221922" y="65077"/>
                  <a:pt x="208053" y="59539"/>
                  <a:pt x="193257" y="54924"/>
                </a:cubicBezTo>
                <a:cubicBezTo>
                  <a:pt x="190483" y="53539"/>
                  <a:pt x="187248" y="52616"/>
                  <a:pt x="184010" y="5169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1"/>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447800" y="3543300"/>
            <a:ext cx="9347200" cy="635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2600" b="1" i="0" u="none" strike="noStrike">
                <a:solidFill>
                  <a:srgbClr val="505050"/>
                </a:solidFill>
                <a:latin typeface="微软雅黑" panose="020B0503020204020204" charset="-122"/>
                <a:ea typeface="微软雅黑" panose="020B0503020204020204" charset="-122"/>
                <a:cs typeface="微软雅黑" panose="020B0503020204020204" charset="-122"/>
                <a:sym typeface="微软雅黑" panose="020B0503020204020204" charset="-122"/>
              </a:rPr>
              <a:t>体育大事件事件驱动投资策略与系统</a:t>
            </a:r>
            <a:endParaRPr lang="en-US" sz="1100"/>
          </a:p>
        </p:txBody>
      </p:sp>
      <p:sp>
        <p:nvSpPr>
          <p:cNvPr id="4" name="Freeform 4"/>
          <p:cNvSpPr/>
          <p:nvPr/>
        </p:nvSpPr>
        <p:spPr>
          <a:xfrm>
            <a:off x="7112000" y="1574800"/>
            <a:ext cx="138815" cy="148643"/>
          </a:xfrm>
          <a:custGeom>
            <a:avLst/>
            <a:gdLst/>
            <a:ahLst/>
            <a:cxnLst/>
            <a:rect l="l" t="t" r="r" b="b"/>
            <a:pathLst>
              <a:path w="138815" h="148643">
                <a:moveTo>
                  <a:pt x="37163" y="77601"/>
                </a:moveTo>
                <a:cubicBezTo>
                  <a:pt x="37163" y="81972"/>
                  <a:pt x="37163" y="85251"/>
                  <a:pt x="37163" y="88530"/>
                </a:cubicBezTo>
                <a:cubicBezTo>
                  <a:pt x="37163" y="100552"/>
                  <a:pt x="37163" y="112575"/>
                  <a:pt x="37163" y="124598"/>
                </a:cubicBezTo>
                <a:cubicBezTo>
                  <a:pt x="37163" y="127876"/>
                  <a:pt x="37163" y="130063"/>
                  <a:pt x="38256" y="133341"/>
                </a:cubicBezTo>
                <a:cubicBezTo>
                  <a:pt x="38256" y="136620"/>
                  <a:pt x="40442" y="138806"/>
                  <a:pt x="43721" y="138806"/>
                </a:cubicBezTo>
                <a:cubicBezTo>
                  <a:pt x="47000" y="138806"/>
                  <a:pt x="50279" y="139899"/>
                  <a:pt x="53558" y="139899"/>
                </a:cubicBezTo>
                <a:cubicBezTo>
                  <a:pt x="53558" y="142085"/>
                  <a:pt x="53558" y="145364"/>
                  <a:pt x="53558" y="147550"/>
                </a:cubicBezTo>
                <a:cubicBezTo>
                  <a:pt x="36071" y="147550"/>
                  <a:pt x="18581" y="147550"/>
                  <a:pt x="1093" y="147550"/>
                </a:cubicBezTo>
                <a:cubicBezTo>
                  <a:pt x="0" y="146458"/>
                  <a:pt x="0" y="145364"/>
                  <a:pt x="0" y="144271"/>
                </a:cubicBezTo>
                <a:cubicBezTo>
                  <a:pt x="0" y="143179"/>
                  <a:pt x="0" y="142085"/>
                  <a:pt x="0" y="139899"/>
                </a:cubicBezTo>
                <a:cubicBezTo>
                  <a:pt x="3279" y="139899"/>
                  <a:pt x="6558" y="139899"/>
                  <a:pt x="9837" y="138806"/>
                </a:cubicBezTo>
                <a:cubicBezTo>
                  <a:pt x="15302" y="137714"/>
                  <a:pt x="16396" y="136620"/>
                  <a:pt x="17488" y="131155"/>
                </a:cubicBezTo>
                <a:cubicBezTo>
                  <a:pt x="17488" y="127876"/>
                  <a:pt x="18581" y="124598"/>
                  <a:pt x="18581" y="121319"/>
                </a:cubicBezTo>
                <a:cubicBezTo>
                  <a:pt x="18581" y="88530"/>
                  <a:pt x="18581" y="56834"/>
                  <a:pt x="18581" y="24045"/>
                </a:cubicBezTo>
                <a:cubicBezTo>
                  <a:pt x="18581" y="21859"/>
                  <a:pt x="17488" y="18580"/>
                  <a:pt x="17488" y="16394"/>
                </a:cubicBezTo>
                <a:cubicBezTo>
                  <a:pt x="16396" y="12023"/>
                  <a:pt x="14210" y="9836"/>
                  <a:pt x="9837" y="9836"/>
                </a:cubicBezTo>
                <a:cubicBezTo>
                  <a:pt x="6558" y="8744"/>
                  <a:pt x="3279" y="8744"/>
                  <a:pt x="0" y="8744"/>
                </a:cubicBezTo>
                <a:cubicBezTo>
                  <a:pt x="0" y="5465"/>
                  <a:pt x="0" y="3279"/>
                  <a:pt x="0" y="1093"/>
                </a:cubicBezTo>
                <a:cubicBezTo>
                  <a:pt x="2186" y="1093"/>
                  <a:pt x="3279" y="0"/>
                  <a:pt x="4373" y="0"/>
                </a:cubicBezTo>
                <a:cubicBezTo>
                  <a:pt x="28419" y="0"/>
                  <a:pt x="53558" y="0"/>
                  <a:pt x="77605" y="0"/>
                </a:cubicBezTo>
                <a:cubicBezTo>
                  <a:pt x="86350" y="0"/>
                  <a:pt x="94000" y="1093"/>
                  <a:pt x="102746" y="4371"/>
                </a:cubicBezTo>
                <a:cubicBezTo>
                  <a:pt x="118048" y="9836"/>
                  <a:pt x="125698" y="19674"/>
                  <a:pt x="126792" y="34975"/>
                </a:cubicBezTo>
                <a:cubicBezTo>
                  <a:pt x="127885" y="52462"/>
                  <a:pt x="120233" y="65578"/>
                  <a:pt x="106025" y="72136"/>
                </a:cubicBezTo>
                <a:cubicBezTo>
                  <a:pt x="99466" y="74322"/>
                  <a:pt x="94000" y="76507"/>
                  <a:pt x="87442" y="76507"/>
                </a:cubicBezTo>
                <a:cubicBezTo>
                  <a:pt x="84163" y="76507"/>
                  <a:pt x="80884" y="77601"/>
                  <a:pt x="77605" y="77601"/>
                </a:cubicBezTo>
                <a:cubicBezTo>
                  <a:pt x="78698" y="79786"/>
                  <a:pt x="79792" y="80879"/>
                  <a:pt x="79792" y="81972"/>
                </a:cubicBezTo>
                <a:cubicBezTo>
                  <a:pt x="91815" y="96181"/>
                  <a:pt x="102746" y="110390"/>
                  <a:pt x="113675" y="124598"/>
                </a:cubicBezTo>
                <a:cubicBezTo>
                  <a:pt x="114769" y="125691"/>
                  <a:pt x="114769" y="125691"/>
                  <a:pt x="114769" y="126784"/>
                </a:cubicBezTo>
                <a:cubicBezTo>
                  <a:pt x="121327" y="133341"/>
                  <a:pt x="127885" y="139899"/>
                  <a:pt x="138815" y="139899"/>
                </a:cubicBezTo>
                <a:cubicBezTo>
                  <a:pt x="138815" y="142085"/>
                  <a:pt x="138815" y="145364"/>
                  <a:pt x="138815" y="147550"/>
                </a:cubicBezTo>
                <a:cubicBezTo>
                  <a:pt x="135536" y="147550"/>
                  <a:pt x="131164" y="147550"/>
                  <a:pt x="126792" y="147550"/>
                </a:cubicBezTo>
                <a:cubicBezTo>
                  <a:pt x="121327" y="147550"/>
                  <a:pt x="116954" y="147550"/>
                  <a:pt x="111489" y="148643"/>
                </a:cubicBezTo>
                <a:cubicBezTo>
                  <a:pt x="108210" y="148643"/>
                  <a:pt x="106025" y="146458"/>
                  <a:pt x="104931" y="144271"/>
                </a:cubicBezTo>
                <a:cubicBezTo>
                  <a:pt x="90721" y="125691"/>
                  <a:pt x="77605" y="108203"/>
                  <a:pt x="64489" y="89623"/>
                </a:cubicBezTo>
                <a:cubicBezTo>
                  <a:pt x="62302" y="86343"/>
                  <a:pt x="59023" y="83066"/>
                  <a:pt x="56838" y="79786"/>
                </a:cubicBezTo>
                <a:cubicBezTo>
                  <a:pt x="55744" y="78693"/>
                  <a:pt x="54652" y="77601"/>
                  <a:pt x="53558" y="77601"/>
                </a:cubicBezTo>
                <a:cubicBezTo>
                  <a:pt x="48094" y="77601"/>
                  <a:pt x="42629" y="77601"/>
                  <a:pt x="37163" y="77601"/>
                </a:cubicBezTo>
                <a:close/>
                <a:moveTo>
                  <a:pt x="37163" y="66671"/>
                </a:moveTo>
                <a:cubicBezTo>
                  <a:pt x="38256" y="67763"/>
                  <a:pt x="39350" y="67763"/>
                  <a:pt x="39350" y="67763"/>
                </a:cubicBezTo>
                <a:cubicBezTo>
                  <a:pt x="50279" y="67763"/>
                  <a:pt x="61210" y="67763"/>
                  <a:pt x="72140" y="67763"/>
                </a:cubicBezTo>
                <a:cubicBezTo>
                  <a:pt x="78698" y="66671"/>
                  <a:pt x="84163" y="65578"/>
                  <a:pt x="89629" y="64484"/>
                </a:cubicBezTo>
                <a:cubicBezTo>
                  <a:pt x="98373" y="61206"/>
                  <a:pt x="102746" y="55742"/>
                  <a:pt x="104931" y="48090"/>
                </a:cubicBezTo>
                <a:cubicBezTo>
                  <a:pt x="104931" y="42625"/>
                  <a:pt x="106025" y="37160"/>
                  <a:pt x="104931" y="31695"/>
                </a:cubicBezTo>
                <a:cubicBezTo>
                  <a:pt x="103838" y="21859"/>
                  <a:pt x="98373" y="16394"/>
                  <a:pt x="88536" y="13115"/>
                </a:cubicBezTo>
                <a:cubicBezTo>
                  <a:pt x="84163" y="12023"/>
                  <a:pt x="80884" y="12023"/>
                  <a:pt x="76512" y="12023"/>
                </a:cubicBezTo>
                <a:cubicBezTo>
                  <a:pt x="64489" y="10930"/>
                  <a:pt x="52465" y="12023"/>
                  <a:pt x="40442" y="12023"/>
                </a:cubicBezTo>
                <a:cubicBezTo>
                  <a:pt x="39350" y="12023"/>
                  <a:pt x="38256" y="12023"/>
                  <a:pt x="37163" y="12023"/>
                </a:cubicBezTo>
                <a:cubicBezTo>
                  <a:pt x="37163" y="30603"/>
                  <a:pt x="37163" y="48090"/>
                  <a:pt x="37163" y="666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5" name="Freeform 5"/>
          <p:cNvSpPr/>
          <p:nvPr/>
        </p:nvSpPr>
        <p:spPr>
          <a:xfrm>
            <a:off x="5854700" y="1574800"/>
            <a:ext cx="138815" cy="147415"/>
          </a:xfrm>
          <a:custGeom>
            <a:avLst/>
            <a:gdLst/>
            <a:ahLst/>
            <a:cxnLst/>
            <a:rect l="l" t="t" r="r" b="b"/>
            <a:pathLst>
              <a:path w="138815" h="147415">
                <a:moveTo>
                  <a:pt x="54652" y="76437"/>
                </a:moveTo>
                <a:cubicBezTo>
                  <a:pt x="48094" y="82989"/>
                  <a:pt x="42629" y="88449"/>
                  <a:pt x="37163" y="95001"/>
                </a:cubicBezTo>
                <a:cubicBezTo>
                  <a:pt x="36071" y="96093"/>
                  <a:pt x="36071" y="97184"/>
                  <a:pt x="36071" y="98276"/>
                </a:cubicBezTo>
                <a:cubicBezTo>
                  <a:pt x="36071" y="108105"/>
                  <a:pt x="36071" y="116840"/>
                  <a:pt x="36071" y="126667"/>
                </a:cubicBezTo>
                <a:cubicBezTo>
                  <a:pt x="36071" y="127759"/>
                  <a:pt x="36071" y="128852"/>
                  <a:pt x="37163" y="131036"/>
                </a:cubicBezTo>
                <a:cubicBezTo>
                  <a:pt x="38256" y="136496"/>
                  <a:pt x="39350" y="137587"/>
                  <a:pt x="44814" y="138679"/>
                </a:cubicBezTo>
                <a:cubicBezTo>
                  <a:pt x="48094" y="138679"/>
                  <a:pt x="50279" y="139771"/>
                  <a:pt x="53558" y="139771"/>
                </a:cubicBezTo>
                <a:cubicBezTo>
                  <a:pt x="53558" y="141956"/>
                  <a:pt x="53558" y="145231"/>
                  <a:pt x="53558" y="147415"/>
                </a:cubicBezTo>
                <a:cubicBezTo>
                  <a:pt x="36071" y="147415"/>
                  <a:pt x="18581" y="147415"/>
                  <a:pt x="0" y="147415"/>
                </a:cubicBezTo>
                <a:cubicBezTo>
                  <a:pt x="0" y="145231"/>
                  <a:pt x="0" y="143048"/>
                  <a:pt x="0" y="139771"/>
                </a:cubicBezTo>
                <a:cubicBezTo>
                  <a:pt x="2186" y="139771"/>
                  <a:pt x="5465" y="139771"/>
                  <a:pt x="7652" y="139771"/>
                </a:cubicBezTo>
                <a:cubicBezTo>
                  <a:pt x="15302" y="138679"/>
                  <a:pt x="17488" y="136496"/>
                  <a:pt x="17488" y="128852"/>
                </a:cubicBezTo>
                <a:cubicBezTo>
                  <a:pt x="17488" y="125576"/>
                  <a:pt x="17488" y="123392"/>
                  <a:pt x="17488" y="121208"/>
                </a:cubicBezTo>
                <a:cubicBezTo>
                  <a:pt x="17488" y="89541"/>
                  <a:pt x="17488" y="57874"/>
                  <a:pt x="17488" y="26208"/>
                </a:cubicBezTo>
                <a:cubicBezTo>
                  <a:pt x="17488" y="22931"/>
                  <a:pt x="17488" y="19656"/>
                  <a:pt x="17488" y="17471"/>
                </a:cubicBezTo>
                <a:cubicBezTo>
                  <a:pt x="16396" y="12012"/>
                  <a:pt x="14210" y="9827"/>
                  <a:pt x="8744" y="9827"/>
                </a:cubicBezTo>
                <a:cubicBezTo>
                  <a:pt x="5465" y="8736"/>
                  <a:pt x="3279" y="8736"/>
                  <a:pt x="0" y="8736"/>
                </a:cubicBezTo>
                <a:cubicBezTo>
                  <a:pt x="0" y="5460"/>
                  <a:pt x="0" y="3275"/>
                  <a:pt x="0" y="1092"/>
                </a:cubicBezTo>
                <a:cubicBezTo>
                  <a:pt x="4373" y="0"/>
                  <a:pt x="43721" y="0"/>
                  <a:pt x="53558" y="1092"/>
                </a:cubicBezTo>
                <a:cubicBezTo>
                  <a:pt x="53558" y="3275"/>
                  <a:pt x="54652" y="5460"/>
                  <a:pt x="54652" y="8736"/>
                </a:cubicBezTo>
                <a:cubicBezTo>
                  <a:pt x="51373" y="8736"/>
                  <a:pt x="48094" y="8736"/>
                  <a:pt x="44814" y="9827"/>
                </a:cubicBezTo>
                <a:cubicBezTo>
                  <a:pt x="40442" y="9827"/>
                  <a:pt x="37163" y="12012"/>
                  <a:pt x="37163" y="17471"/>
                </a:cubicBezTo>
                <a:cubicBezTo>
                  <a:pt x="36071" y="19656"/>
                  <a:pt x="36071" y="21839"/>
                  <a:pt x="36071" y="25116"/>
                </a:cubicBezTo>
                <a:cubicBezTo>
                  <a:pt x="36071" y="42587"/>
                  <a:pt x="36071" y="58966"/>
                  <a:pt x="36071" y="76437"/>
                </a:cubicBezTo>
                <a:cubicBezTo>
                  <a:pt x="36071" y="77530"/>
                  <a:pt x="36071" y="78622"/>
                  <a:pt x="36071" y="79713"/>
                </a:cubicBezTo>
                <a:cubicBezTo>
                  <a:pt x="38256" y="78622"/>
                  <a:pt x="39350" y="78622"/>
                  <a:pt x="39350" y="77530"/>
                </a:cubicBezTo>
                <a:cubicBezTo>
                  <a:pt x="56838" y="58966"/>
                  <a:pt x="73233" y="40403"/>
                  <a:pt x="90721" y="20747"/>
                </a:cubicBezTo>
                <a:cubicBezTo>
                  <a:pt x="91815" y="19656"/>
                  <a:pt x="92908" y="17471"/>
                  <a:pt x="94000" y="15287"/>
                </a:cubicBezTo>
                <a:cubicBezTo>
                  <a:pt x="96187" y="13104"/>
                  <a:pt x="95094" y="10919"/>
                  <a:pt x="91815" y="9827"/>
                </a:cubicBezTo>
                <a:cubicBezTo>
                  <a:pt x="88536" y="8736"/>
                  <a:pt x="86350" y="8736"/>
                  <a:pt x="83071" y="8736"/>
                </a:cubicBezTo>
                <a:cubicBezTo>
                  <a:pt x="83071" y="5460"/>
                  <a:pt x="83071" y="3275"/>
                  <a:pt x="83071" y="1092"/>
                </a:cubicBezTo>
                <a:cubicBezTo>
                  <a:pt x="86350" y="0"/>
                  <a:pt x="124606" y="0"/>
                  <a:pt x="133350" y="1092"/>
                </a:cubicBezTo>
                <a:cubicBezTo>
                  <a:pt x="133350" y="3275"/>
                  <a:pt x="133350" y="5460"/>
                  <a:pt x="133350" y="8736"/>
                </a:cubicBezTo>
                <a:cubicBezTo>
                  <a:pt x="132257" y="8736"/>
                  <a:pt x="131164" y="8736"/>
                  <a:pt x="128977" y="8736"/>
                </a:cubicBezTo>
                <a:cubicBezTo>
                  <a:pt x="121327" y="9827"/>
                  <a:pt x="113675" y="13104"/>
                  <a:pt x="108210" y="19656"/>
                </a:cubicBezTo>
                <a:cubicBezTo>
                  <a:pt x="100559" y="27299"/>
                  <a:pt x="92908" y="36035"/>
                  <a:pt x="84163" y="44770"/>
                </a:cubicBezTo>
                <a:cubicBezTo>
                  <a:pt x="78698" y="50230"/>
                  <a:pt x="73233" y="56782"/>
                  <a:pt x="67768" y="62241"/>
                </a:cubicBezTo>
                <a:cubicBezTo>
                  <a:pt x="68861" y="63334"/>
                  <a:pt x="69954" y="64426"/>
                  <a:pt x="69954" y="66610"/>
                </a:cubicBezTo>
                <a:cubicBezTo>
                  <a:pt x="84163" y="85173"/>
                  <a:pt x="98373" y="103736"/>
                  <a:pt x="111489" y="123392"/>
                </a:cubicBezTo>
                <a:cubicBezTo>
                  <a:pt x="113675" y="125576"/>
                  <a:pt x="115861" y="128852"/>
                  <a:pt x="118048" y="131036"/>
                </a:cubicBezTo>
                <a:cubicBezTo>
                  <a:pt x="122419" y="135404"/>
                  <a:pt x="127885" y="138679"/>
                  <a:pt x="134443" y="138679"/>
                </a:cubicBezTo>
                <a:cubicBezTo>
                  <a:pt x="135536" y="139771"/>
                  <a:pt x="136629" y="139771"/>
                  <a:pt x="138815" y="139771"/>
                </a:cubicBezTo>
                <a:cubicBezTo>
                  <a:pt x="138815" y="141956"/>
                  <a:pt x="138815" y="145231"/>
                  <a:pt x="138815" y="147415"/>
                </a:cubicBezTo>
                <a:cubicBezTo>
                  <a:pt x="119140" y="147415"/>
                  <a:pt x="99466" y="147415"/>
                  <a:pt x="79792" y="147415"/>
                </a:cubicBezTo>
                <a:cubicBezTo>
                  <a:pt x="79792" y="145231"/>
                  <a:pt x="79792" y="143048"/>
                  <a:pt x="79792" y="139771"/>
                </a:cubicBezTo>
                <a:cubicBezTo>
                  <a:pt x="81977" y="139771"/>
                  <a:pt x="85256" y="139771"/>
                  <a:pt x="87442" y="138679"/>
                </a:cubicBezTo>
                <a:cubicBezTo>
                  <a:pt x="92908" y="138679"/>
                  <a:pt x="94000" y="136496"/>
                  <a:pt x="91815" y="131036"/>
                </a:cubicBezTo>
                <a:cubicBezTo>
                  <a:pt x="91815" y="128852"/>
                  <a:pt x="90721" y="127759"/>
                  <a:pt x="89629" y="125576"/>
                </a:cubicBezTo>
                <a:cubicBezTo>
                  <a:pt x="78698" y="110288"/>
                  <a:pt x="66675" y="93909"/>
                  <a:pt x="55744" y="78622"/>
                </a:cubicBezTo>
                <a:cubicBezTo>
                  <a:pt x="55744" y="77530"/>
                  <a:pt x="54652" y="77530"/>
                  <a:pt x="54652" y="7643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6" name="Freeform 6"/>
          <p:cNvSpPr/>
          <p:nvPr/>
        </p:nvSpPr>
        <p:spPr>
          <a:xfrm>
            <a:off x="6604000" y="1574800"/>
            <a:ext cx="137587" cy="147415"/>
          </a:xfrm>
          <a:custGeom>
            <a:avLst/>
            <a:gdLst/>
            <a:ahLst/>
            <a:cxnLst/>
            <a:rect l="l" t="t" r="r" b="b"/>
            <a:pathLst>
              <a:path w="137587" h="147415">
                <a:moveTo>
                  <a:pt x="30575" y="17471"/>
                </a:moveTo>
                <a:cubicBezTo>
                  <a:pt x="30575" y="18564"/>
                  <a:pt x="30575" y="20747"/>
                  <a:pt x="30575" y="21839"/>
                </a:cubicBezTo>
                <a:cubicBezTo>
                  <a:pt x="30575" y="54599"/>
                  <a:pt x="30575" y="86265"/>
                  <a:pt x="30575" y="119024"/>
                </a:cubicBezTo>
                <a:cubicBezTo>
                  <a:pt x="30575" y="122300"/>
                  <a:pt x="30575" y="125576"/>
                  <a:pt x="30575" y="129944"/>
                </a:cubicBezTo>
                <a:cubicBezTo>
                  <a:pt x="31667" y="135404"/>
                  <a:pt x="33851" y="137587"/>
                  <a:pt x="40403" y="138679"/>
                </a:cubicBezTo>
                <a:cubicBezTo>
                  <a:pt x="42587" y="138679"/>
                  <a:pt x="44770" y="139771"/>
                  <a:pt x="48047" y="139771"/>
                </a:cubicBezTo>
                <a:cubicBezTo>
                  <a:pt x="48047" y="141956"/>
                  <a:pt x="48047" y="145231"/>
                  <a:pt x="48047" y="147415"/>
                </a:cubicBezTo>
                <a:cubicBezTo>
                  <a:pt x="31667" y="147415"/>
                  <a:pt x="16379" y="147415"/>
                  <a:pt x="0" y="147415"/>
                </a:cubicBezTo>
                <a:cubicBezTo>
                  <a:pt x="0" y="145231"/>
                  <a:pt x="0" y="143048"/>
                  <a:pt x="0" y="139771"/>
                </a:cubicBezTo>
                <a:cubicBezTo>
                  <a:pt x="3275" y="139771"/>
                  <a:pt x="5460" y="138679"/>
                  <a:pt x="8735" y="138679"/>
                </a:cubicBezTo>
                <a:cubicBezTo>
                  <a:pt x="13104" y="138679"/>
                  <a:pt x="16379" y="135404"/>
                  <a:pt x="17471" y="131036"/>
                </a:cubicBezTo>
                <a:cubicBezTo>
                  <a:pt x="17471" y="128852"/>
                  <a:pt x="17471" y="125576"/>
                  <a:pt x="17471" y="123392"/>
                </a:cubicBezTo>
                <a:cubicBezTo>
                  <a:pt x="17471" y="89541"/>
                  <a:pt x="17471" y="54599"/>
                  <a:pt x="17471" y="20747"/>
                </a:cubicBezTo>
                <a:cubicBezTo>
                  <a:pt x="17471" y="19656"/>
                  <a:pt x="17471" y="18564"/>
                  <a:pt x="17471" y="16379"/>
                </a:cubicBezTo>
                <a:cubicBezTo>
                  <a:pt x="17471" y="12012"/>
                  <a:pt x="15287" y="9827"/>
                  <a:pt x="9827" y="9827"/>
                </a:cubicBezTo>
                <a:cubicBezTo>
                  <a:pt x="8735" y="8736"/>
                  <a:pt x="7644" y="8736"/>
                  <a:pt x="5460" y="8736"/>
                </a:cubicBezTo>
                <a:cubicBezTo>
                  <a:pt x="4368" y="8736"/>
                  <a:pt x="2184" y="8736"/>
                  <a:pt x="1092" y="8736"/>
                </a:cubicBezTo>
                <a:cubicBezTo>
                  <a:pt x="1092" y="5460"/>
                  <a:pt x="1092" y="3275"/>
                  <a:pt x="1092" y="1092"/>
                </a:cubicBezTo>
                <a:cubicBezTo>
                  <a:pt x="15287" y="1092"/>
                  <a:pt x="29483" y="1092"/>
                  <a:pt x="43678" y="1092"/>
                </a:cubicBezTo>
                <a:cubicBezTo>
                  <a:pt x="64426" y="37127"/>
                  <a:pt x="86265" y="73161"/>
                  <a:pt x="107013" y="109196"/>
                </a:cubicBezTo>
                <a:cubicBezTo>
                  <a:pt x="107013" y="109196"/>
                  <a:pt x="108104" y="109196"/>
                  <a:pt x="108104" y="109196"/>
                </a:cubicBezTo>
                <a:cubicBezTo>
                  <a:pt x="108104" y="108105"/>
                  <a:pt x="108104" y="105921"/>
                  <a:pt x="108104" y="104828"/>
                </a:cubicBezTo>
                <a:cubicBezTo>
                  <a:pt x="108104" y="78622"/>
                  <a:pt x="108104" y="52414"/>
                  <a:pt x="108104" y="26208"/>
                </a:cubicBezTo>
                <a:cubicBezTo>
                  <a:pt x="108104" y="22931"/>
                  <a:pt x="108104" y="20747"/>
                  <a:pt x="107013" y="17471"/>
                </a:cubicBezTo>
                <a:cubicBezTo>
                  <a:pt x="105921" y="13104"/>
                  <a:pt x="102644" y="9827"/>
                  <a:pt x="98276" y="9827"/>
                </a:cubicBezTo>
                <a:cubicBezTo>
                  <a:pt x="96092" y="8736"/>
                  <a:pt x="93909" y="8736"/>
                  <a:pt x="90632" y="8736"/>
                </a:cubicBezTo>
                <a:cubicBezTo>
                  <a:pt x="90632" y="5460"/>
                  <a:pt x="90632" y="3275"/>
                  <a:pt x="90632" y="1092"/>
                </a:cubicBezTo>
                <a:cubicBezTo>
                  <a:pt x="95001" y="0"/>
                  <a:pt x="125575" y="0"/>
                  <a:pt x="137587" y="1092"/>
                </a:cubicBezTo>
                <a:cubicBezTo>
                  <a:pt x="137587" y="3275"/>
                  <a:pt x="137587" y="5460"/>
                  <a:pt x="137587" y="8736"/>
                </a:cubicBezTo>
                <a:cubicBezTo>
                  <a:pt x="135404" y="8736"/>
                  <a:pt x="133219" y="8736"/>
                  <a:pt x="129944" y="9827"/>
                </a:cubicBezTo>
                <a:cubicBezTo>
                  <a:pt x="125575" y="9827"/>
                  <a:pt x="122300" y="13104"/>
                  <a:pt x="121208" y="17471"/>
                </a:cubicBezTo>
                <a:cubicBezTo>
                  <a:pt x="121208" y="21839"/>
                  <a:pt x="120115" y="25116"/>
                  <a:pt x="120115" y="29483"/>
                </a:cubicBezTo>
                <a:cubicBezTo>
                  <a:pt x="120115" y="66610"/>
                  <a:pt x="120115" y="103736"/>
                  <a:pt x="120115" y="140863"/>
                </a:cubicBezTo>
                <a:cubicBezTo>
                  <a:pt x="120115" y="143048"/>
                  <a:pt x="120115" y="145231"/>
                  <a:pt x="120115" y="147415"/>
                </a:cubicBezTo>
                <a:cubicBezTo>
                  <a:pt x="115748" y="147415"/>
                  <a:pt x="112472" y="147415"/>
                  <a:pt x="108104" y="147415"/>
                </a:cubicBezTo>
                <a:cubicBezTo>
                  <a:pt x="82989" y="103736"/>
                  <a:pt x="56782" y="60058"/>
                  <a:pt x="31667" y="16379"/>
                </a:cubicBezTo>
                <a:cubicBezTo>
                  <a:pt x="30575" y="16379"/>
                  <a:pt x="30575" y="16379"/>
                  <a:pt x="30575" y="174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7" name="Freeform 7"/>
          <p:cNvSpPr/>
          <p:nvPr/>
        </p:nvSpPr>
        <p:spPr>
          <a:xfrm>
            <a:off x="6972300" y="1574800"/>
            <a:ext cx="135131" cy="147415"/>
          </a:xfrm>
          <a:custGeom>
            <a:avLst/>
            <a:gdLst/>
            <a:ahLst/>
            <a:cxnLst/>
            <a:rect l="l" t="t" r="r" b="b"/>
            <a:pathLst>
              <a:path w="135131" h="147415">
                <a:moveTo>
                  <a:pt x="0" y="8736"/>
                </a:moveTo>
                <a:cubicBezTo>
                  <a:pt x="0" y="5460"/>
                  <a:pt x="0" y="3275"/>
                  <a:pt x="0" y="1092"/>
                </a:cubicBezTo>
                <a:cubicBezTo>
                  <a:pt x="3269" y="0"/>
                  <a:pt x="106797" y="0"/>
                  <a:pt x="114424" y="1092"/>
                </a:cubicBezTo>
                <a:cubicBezTo>
                  <a:pt x="118783" y="13104"/>
                  <a:pt x="123143" y="26208"/>
                  <a:pt x="127502" y="38218"/>
                </a:cubicBezTo>
                <a:cubicBezTo>
                  <a:pt x="125322" y="40403"/>
                  <a:pt x="122053" y="41495"/>
                  <a:pt x="119873" y="42587"/>
                </a:cubicBezTo>
                <a:cubicBezTo>
                  <a:pt x="118783" y="39310"/>
                  <a:pt x="117693" y="38218"/>
                  <a:pt x="116604" y="36035"/>
                </a:cubicBezTo>
                <a:cubicBezTo>
                  <a:pt x="110066" y="21839"/>
                  <a:pt x="100258" y="14196"/>
                  <a:pt x="85001" y="12012"/>
                </a:cubicBezTo>
                <a:cubicBezTo>
                  <a:pt x="68655" y="10919"/>
                  <a:pt x="52309" y="12012"/>
                  <a:pt x="37052" y="12012"/>
                </a:cubicBezTo>
                <a:cubicBezTo>
                  <a:pt x="35963" y="16379"/>
                  <a:pt x="35963" y="60058"/>
                  <a:pt x="37052" y="66610"/>
                </a:cubicBezTo>
                <a:cubicBezTo>
                  <a:pt x="44680" y="66610"/>
                  <a:pt x="52309" y="66610"/>
                  <a:pt x="59936" y="65518"/>
                </a:cubicBezTo>
                <a:cubicBezTo>
                  <a:pt x="69745" y="64426"/>
                  <a:pt x="74103" y="58966"/>
                  <a:pt x="75193" y="49139"/>
                </a:cubicBezTo>
                <a:cubicBezTo>
                  <a:pt x="76283" y="45862"/>
                  <a:pt x="76283" y="42587"/>
                  <a:pt x="76283" y="39310"/>
                </a:cubicBezTo>
                <a:cubicBezTo>
                  <a:pt x="79553" y="39310"/>
                  <a:pt x="81732" y="39310"/>
                  <a:pt x="85001" y="39310"/>
                </a:cubicBezTo>
                <a:cubicBezTo>
                  <a:pt x="85001" y="61150"/>
                  <a:pt x="85001" y="81897"/>
                  <a:pt x="85001" y="103736"/>
                </a:cubicBezTo>
                <a:cubicBezTo>
                  <a:pt x="83911" y="103736"/>
                  <a:pt x="82822" y="103736"/>
                  <a:pt x="80642" y="103736"/>
                </a:cubicBezTo>
                <a:cubicBezTo>
                  <a:pt x="79553" y="103736"/>
                  <a:pt x="78463" y="103736"/>
                  <a:pt x="76283" y="103736"/>
                </a:cubicBezTo>
                <a:cubicBezTo>
                  <a:pt x="76283" y="101553"/>
                  <a:pt x="76283" y="98276"/>
                  <a:pt x="76283" y="96093"/>
                </a:cubicBezTo>
                <a:cubicBezTo>
                  <a:pt x="75193" y="93909"/>
                  <a:pt x="75193" y="90634"/>
                  <a:pt x="74103" y="88449"/>
                </a:cubicBezTo>
                <a:cubicBezTo>
                  <a:pt x="73014" y="81897"/>
                  <a:pt x="69745" y="78622"/>
                  <a:pt x="63205" y="77530"/>
                </a:cubicBezTo>
                <a:cubicBezTo>
                  <a:pt x="54488" y="75345"/>
                  <a:pt x="45770" y="76437"/>
                  <a:pt x="37052" y="76437"/>
                </a:cubicBezTo>
                <a:cubicBezTo>
                  <a:pt x="35963" y="78622"/>
                  <a:pt x="35963" y="79713"/>
                  <a:pt x="35963" y="80805"/>
                </a:cubicBezTo>
                <a:cubicBezTo>
                  <a:pt x="35963" y="96093"/>
                  <a:pt x="35963" y="111380"/>
                  <a:pt x="35963" y="125576"/>
                </a:cubicBezTo>
                <a:cubicBezTo>
                  <a:pt x="35963" y="135404"/>
                  <a:pt x="37052" y="136496"/>
                  <a:pt x="46859" y="136496"/>
                </a:cubicBezTo>
                <a:cubicBezTo>
                  <a:pt x="56667" y="136496"/>
                  <a:pt x="65386" y="136496"/>
                  <a:pt x="75193" y="136496"/>
                </a:cubicBezTo>
                <a:cubicBezTo>
                  <a:pt x="96989" y="136496"/>
                  <a:pt x="113335" y="125576"/>
                  <a:pt x="122053" y="105921"/>
                </a:cubicBezTo>
                <a:cubicBezTo>
                  <a:pt x="123143" y="103736"/>
                  <a:pt x="124233" y="101553"/>
                  <a:pt x="125322" y="98276"/>
                </a:cubicBezTo>
                <a:cubicBezTo>
                  <a:pt x="128591" y="99369"/>
                  <a:pt x="131860" y="100461"/>
                  <a:pt x="135131" y="101553"/>
                </a:cubicBezTo>
                <a:cubicBezTo>
                  <a:pt x="129681" y="117932"/>
                  <a:pt x="124233" y="132127"/>
                  <a:pt x="118783" y="147415"/>
                </a:cubicBezTo>
                <a:cubicBezTo>
                  <a:pt x="79553" y="147415"/>
                  <a:pt x="40321" y="147415"/>
                  <a:pt x="0" y="147415"/>
                </a:cubicBezTo>
                <a:cubicBezTo>
                  <a:pt x="0" y="145231"/>
                  <a:pt x="0" y="143048"/>
                  <a:pt x="0" y="139771"/>
                </a:cubicBezTo>
                <a:cubicBezTo>
                  <a:pt x="3269" y="139771"/>
                  <a:pt x="6538" y="139771"/>
                  <a:pt x="8719" y="138679"/>
                </a:cubicBezTo>
                <a:cubicBezTo>
                  <a:pt x="14167" y="137587"/>
                  <a:pt x="16346" y="136496"/>
                  <a:pt x="16346" y="131036"/>
                </a:cubicBezTo>
                <a:cubicBezTo>
                  <a:pt x="17436" y="128852"/>
                  <a:pt x="17436" y="125576"/>
                  <a:pt x="17436" y="123392"/>
                </a:cubicBezTo>
                <a:cubicBezTo>
                  <a:pt x="17436" y="89541"/>
                  <a:pt x="17436" y="56782"/>
                  <a:pt x="17436" y="22931"/>
                </a:cubicBezTo>
                <a:cubicBezTo>
                  <a:pt x="17436" y="21839"/>
                  <a:pt x="17436" y="19656"/>
                  <a:pt x="17436" y="17471"/>
                </a:cubicBezTo>
                <a:cubicBezTo>
                  <a:pt x="16346" y="12012"/>
                  <a:pt x="14167" y="9827"/>
                  <a:pt x="8719" y="9827"/>
                </a:cubicBezTo>
                <a:cubicBezTo>
                  <a:pt x="7629" y="9827"/>
                  <a:pt x="6538" y="8736"/>
                  <a:pt x="4359" y="8736"/>
                </a:cubicBezTo>
                <a:cubicBezTo>
                  <a:pt x="3269" y="8736"/>
                  <a:pt x="2179" y="8736"/>
                  <a:pt x="0" y="873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8" name="Freeform 8"/>
          <p:cNvSpPr/>
          <p:nvPr/>
        </p:nvSpPr>
        <p:spPr>
          <a:xfrm>
            <a:off x="5715000" y="1574800"/>
            <a:ext cx="135131" cy="146186"/>
          </a:xfrm>
          <a:custGeom>
            <a:avLst/>
            <a:gdLst/>
            <a:ahLst/>
            <a:cxnLst/>
            <a:rect l="l" t="t" r="r" b="b"/>
            <a:pathLst>
              <a:path w="135131" h="146186">
                <a:moveTo>
                  <a:pt x="36255" y="65456"/>
                </a:moveTo>
                <a:cubicBezTo>
                  <a:pt x="45043" y="65456"/>
                  <a:pt x="52734" y="66547"/>
                  <a:pt x="60424" y="64365"/>
                </a:cubicBezTo>
                <a:cubicBezTo>
                  <a:pt x="69212" y="62183"/>
                  <a:pt x="73608" y="57819"/>
                  <a:pt x="74706" y="49092"/>
                </a:cubicBezTo>
                <a:cubicBezTo>
                  <a:pt x="75805" y="45819"/>
                  <a:pt x="75805" y="42546"/>
                  <a:pt x="76904" y="38183"/>
                </a:cubicBezTo>
                <a:cubicBezTo>
                  <a:pt x="79101" y="38183"/>
                  <a:pt x="82396" y="38183"/>
                  <a:pt x="84593" y="38183"/>
                </a:cubicBezTo>
                <a:cubicBezTo>
                  <a:pt x="84593" y="60001"/>
                  <a:pt x="84593" y="80730"/>
                  <a:pt x="84593" y="102549"/>
                </a:cubicBezTo>
                <a:cubicBezTo>
                  <a:pt x="83495" y="102549"/>
                  <a:pt x="82396" y="102549"/>
                  <a:pt x="82396" y="102549"/>
                </a:cubicBezTo>
                <a:cubicBezTo>
                  <a:pt x="80199" y="102549"/>
                  <a:pt x="78002" y="102549"/>
                  <a:pt x="76904" y="102549"/>
                </a:cubicBezTo>
                <a:cubicBezTo>
                  <a:pt x="75805" y="98185"/>
                  <a:pt x="75805" y="93821"/>
                  <a:pt x="75805" y="90548"/>
                </a:cubicBezTo>
                <a:cubicBezTo>
                  <a:pt x="73608" y="80730"/>
                  <a:pt x="69212" y="76366"/>
                  <a:pt x="59326" y="75275"/>
                </a:cubicBezTo>
                <a:cubicBezTo>
                  <a:pt x="51636" y="75275"/>
                  <a:pt x="43945" y="75275"/>
                  <a:pt x="36255" y="75275"/>
                </a:cubicBezTo>
                <a:cubicBezTo>
                  <a:pt x="36255" y="77457"/>
                  <a:pt x="36255" y="78548"/>
                  <a:pt x="36255" y="79639"/>
                </a:cubicBezTo>
                <a:cubicBezTo>
                  <a:pt x="36255" y="94912"/>
                  <a:pt x="36255" y="110185"/>
                  <a:pt x="36255" y="124367"/>
                </a:cubicBezTo>
                <a:cubicBezTo>
                  <a:pt x="36255" y="134186"/>
                  <a:pt x="37353" y="135277"/>
                  <a:pt x="47240" y="135277"/>
                </a:cubicBezTo>
                <a:cubicBezTo>
                  <a:pt x="56030" y="135277"/>
                  <a:pt x="65917" y="135277"/>
                  <a:pt x="74706" y="135277"/>
                </a:cubicBezTo>
                <a:cubicBezTo>
                  <a:pt x="97777" y="135277"/>
                  <a:pt x="113158" y="124367"/>
                  <a:pt x="123045" y="104731"/>
                </a:cubicBezTo>
                <a:cubicBezTo>
                  <a:pt x="124144" y="102549"/>
                  <a:pt x="125242" y="100367"/>
                  <a:pt x="126341" y="98185"/>
                </a:cubicBezTo>
                <a:cubicBezTo>
                  <a:pt x="126341" y="98185"/>
                  <a:pt x="126341" y="98185"/>
                  <a:pt x="126341" y="98185"/>
                </a:cubicBezTo>
                <a:cubicBezTo>
                  <a:pt x="129637" y="98185"/>
                  <a:pt x="131834" y="99276"/>
                  <a:pt x="135131" y="100367"/>
                </a:cubicBezTo>
                <a:cubicBezTo>
                  <a:pt x="129637" y="116731"/>
                  <a:pt x="124144" y="130913"/>
                  <a:pt x="119750" y="146186"/>
                </a:cubicBezTo>
                <a:cubicBezTo>
                  <a:pt x="79101" y="146186"/>
                  <a:pt x="39550" y="146186"/>
                  <a:pt x="0" y="146186"/>
                </a:cubicBezTo>
                <a:cubicBezTo>
                  <a:pt x="0" y="144004"/>
                  <a:pt x="0" y="141822"/>
                  <a:pt x="0" y="138549"/>
                </a:cubicBezTo>
                <a:cubicBezTo>
                  <a:pt x="2197" y="138549"/>
                  <a:pt x="5493" y="137458"/>
                  <a:pt x="8788" y="137458"/>
                </a:cubicBezTo>
                <a:cubicBezTo>
                  <a:pt x="13184" y="137458"/>
                  <a:pt x="15381" y="135277"/>
                  <a:pt x="16480" y="130913"/>
                </a:cubicBezTo>
                <a:cubicBezTo>
                  <a:pt x="16480" y="128731"/>
                  <a:pt x="17578" y="125458"/>
                  <a:pt x="17578" y="123276"/>
                </a:cubicBezTo>
                <a:cubicBezTo>
                  <a:pt x="17578" y="89458"/>
                  <a:pt x="17578" y="55637"/>
                  <a:pt x="17578" y="21819"/>
                </a:cubicBezTo>
                <a:cubicBezTo>
                  <a:pt x="17578" y="10909"/>
                  <a:pt x="15381" y="8727"/>
                  <a:pt x="5493" y="7637"/>
                </a:cubicBezTo>
                <a:cubicBezTo>
                  <a:pt x="3296" y="7637"/>
                  <a:pt x="1099" y="7637"/>
                  <a:pt x="0" y="7637"/>
                </a:cubicBezTo>
                <a:cubicBezTo>
                  <a:pt x="0" y="4364"/>
                  <a:pt x="0" y="2182"/>
                  <a:pt x="0" y="0"/>
                </a:cubicBezTo>
                <a:cubicBezTo>
                  <a:pt x="37353" y="0"/>
                  <a:pt x="75805" y="0"/>
                  <a:pt x="115355" y="0"/>
                </a:cubicBezTo>
                <a:cubicBezTo>
                  <a:pt x="119750" y="12000"/>
                  <a:pt x="123045" y="24000"/>
                  <a:pt x="128538" y="38183"/>
                </a:cubicBezTo>
                <a:cubicBezTo>
                  <a:pt x="125242" y="39273"/>
                  <a:pt x="123045" y="40364"/>
                  <a:pt x="119750" y="41455"/>
                </a:cubicBezTo>
                <a:cubicBezTo>
                  <a:pt x="118651" y="39273"/>
                  <a:pt x="118651" y="38183"/>
                  <a:pt x="117552" y="37092"/>
                </a:cubicBezTo>
                <a:cubicBezTo>
                  <a:pt x="117552" y="34910"/>
                  <a:pt x="116454" y="33819"/>
                  <a:pt x="115355" y="31637"/>
                </a:cubicBezTo>
                <a:cubicBezTo>
                  <a:pt x="109861" y="19637"/>
                  <a:pt x="98876" y="12000"/>
                  <a:pt x="85692" y="12000"/>
                </a:cubicBezTo>
                <a:cubicBezTo>
                  <a:pt x="72509" y="10909"/>
                  <a:pt x="59326" y="10909"/>
                  <a:pt x="46142" y="10909"/>
                </a:cubicBezTo>
                <a:cubicBezTo>
                  <a:pt x="42846" y="10909"/>
                  <a:pt x="39550" y="10909"/>
                  <a:pt x="36255" y="10909"/>
                </a:cubicBezTo>
                <a:cubicBezTo>
                  <a:pt x="36255" y="28364"/>
                  <a:pt x="36255" y="46910"/>
                  <a:pt x="36255" y="6545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9" name="Freeform 9"/>
          <p:cNvSpPr/>
          <p:nvPr/>
        </p:nvSpPr>
        <p:spPr>
          <a:xfrm>
            <a:off x="6070600" y="1574800"/>
            <a:ext cx="137587" cy="146186"/>
          </a:xfrm>
          <a:custGeom>
            <a:avLst/>
            <a:gdLst/>
            <a:ahLst/>
            <a:cxnLst/>
            <a:rect l="l" t="t" r="r" b="b"/>
            <a:pathLst>
              <a:path w="137587" h="146186">
                <a:moveTo>
                  <a:pt x="46954" y="146186"/>
                </a:moveTo>
                <a:cubicBezTo>
                  <a:pt x="31667" y="146186"/>
                  <a:pt x="15287" y="146186"/>
                  <a:pt x="0" y="146186"/>
                </a:cubicBezTo>
                <a:cubicBezTo>
                  <a:pt x="0" y="144004"/>
                  <a:pt x="0" y="141822"/>
                  <a:pt x="0" y="138549"/>
                </a:cubicBezTo>
                <a:cubicBezTo>
                  <a:pt x="2184" y="138549"/>
                  <a:pt x="5460" y="138549"/>
                  <a:pt x="7644" y="137458"/>
                </a:cubicBezTo>
                <a:cubicBezTo>
                  <a:pt x="14196" y="136368"/>
                  <a:pt x="16379" y="134186"/>
                  <a:pt x="17471" y="128731"/>
                </a:cubicBezTo>
                <a:cubicBezTo>
                  <a:pt x="17471" y="125458"/>
                  <a:pt x="17471" y="123276"/>
                  <a:pt x="17471" y="120004"/>
                </a:cubicBezTo>
                <a:cubicBezTo>
                  <a:pt x="17471" y="87276"/>
                  <a:pt x="17471" y="53456"/>
                  <a:pt x="17471" y="19637"/>
                </a:cubicBezTo>
                <a:cubicBezTo>
                  <a:pt x="17471" y="9818"/>
                  <a:pt x="15287" y="8727"/>
                  <a:pt x="5460" y="7637"/>
                </a:cubicBezTo>
                <a:cubicBezTo>
                  <a:pt x="4368" y="7637"/>
                  <a:pt x="2184" y="7637"/>
                  <a:pt x="0" y="7637"/>
                </a:cubicBezTo>
                <a:cubicBezTo>
                  <a:pt x="0" y="4364"/>
                  <a:pt x="0" y="2182"/>
                  <a:pt x="0" y="0"/>
                </a:cubicBezTo>
                <a:cubicBezTo>
                  <a:pt x="14196" y="0"/>
                  <a:pt x="28391" y="0"/>
                  <a:pt x="43678" y="0"/>
                </a:cubicBezTo>
                <a:cubicBezTo>
                  <a:pt x="64426" y="36001"/>
                  <a:pt x="85173" y="72003"/>
                  <a:pt x="107013" y="109094"/>
                </a:cubicBezTo>
                <a:cubicBezTo>
                  <a:pt x="107013" y="106912"/>
                  <a:pt x="108104" y="105821"/>
                  <a:pt x="108104" y="104731"/>
                </a:cubicBezTo>
                <a:cubicBezTo>
                  <a:pt x="108104" y="78548"/>
                  <a:pt x="108104" y="52365"/>
                  <a:pt x="108104" y="26182"/>
                </a:cubicBezTo>
                <a:cubicBezTo>
                  <a:pt x="108104" y="24000"/>
                  <a:pt x="108104" y="20728"/>
                  <a:pt x="107013" y="18546"/>
                </a:cubicBezTo>
                <a:cubicBezTo>
                  <a:pt x="105921" y="12000"/>
                  <a:pt x="103736" y="8727"/>
                  <a:pt x="97184" y="7637"/>
                </a:cubicBezTo>
                <a:cubicBezTo>
                  <a:pt x="95001" y="7637"/>
                  <a:pt x="92817" y="7637"/>
                  <a:pt x="90632" y="7637"/>
                </a:cubicBezTo>
                <a:cubicBezTo>
                  <a:pt x="90632" y="6546"/>
                  <a:pt x="90632" y="5455"/>
                  <a:pt x="90632" y="4364"/>
                </a:cubicBezTo>
                <a:cubicBezTo>
                  <a:pt x="90632" y="2182"/>
                  <a:pt x="90632" y="1091"/>
                  <a:pt x="90632" y="0"/>
                </a:cubicBezTo>
                <a:cubicBezTo>
                  <a:pt x="105921" y="0"/>
                  <a:pt x="121208" y="0"/>
                  <a:pt x="136495" y="0"/>
                </a:cubicBezTo>
                <a:cubicBezTo>
                  <a:pt x="136495" y="1091"/>
                  <a:pt x="137587" y="2182"/>
                  <a:pt x="137587" y="3273"/>
                </a:cubicBezTo>
                <a:cubicBezTo>
                  <a:pt x="137587" y="4364"/>
                  <a:pt x="137587" y="5455"/>
                  <a:pt x="137587" y="7637"/>
                </a:cubicBezTo>
                <a:cubicBezTo>
                  <a:pt x="135404" y="7637"/>
                  <a:pt x="133219" y="7637"/>
                  <a:pt x="131035" y="7637"/>
                </a:cubicBezTo>
                <a:cubicBezTo>
                  <a:pt x="124483" y="8727"/>
                  <a:pt x="121208" y="12000"/>
                  <a:pt x="120115" y="17455"/>
                </a:cubicBezTo>
                <a:cubicBezTo>
                  <a:pt x="120115" y="21819"/>
                  <a:pt x="120115" y="25091"/>
                  <a:pt x="120115" y="28364"/>
                </a:cubicBezTo>
                <a:cubicBezTo>
                  <a:pt x="120115" y="65456"/>
                  <a:pt x="120115" y="102549"/>
                  <a:pt x="120115" y="139640"/>
                </a:cubicBezTo>
                <a:cubicBezTo>
                  <a:pt x="120115" y="141822"/>
                  <a:pt x="120115" y="144004"/>
                  <a:pt x="120115" y="146186"/>
                </a:cubicBezTo>
                <a:cubicBezTo>
                  <a:pt x="115748" y="146186"/>
                  <a:pt x="111380" y="146186"/>
                  <a:pt x="107013" y="146186"/>
                </a:cubicBezTo>
                <a:cubicBezTo>
                  <a:pt x="81897" y="102549"/>
                  <a:pt x="56782" y="58910"/>
                  <a:pt x="30575" y="15273"/>
                </a:cubicBezTo>
                <a:cubicBezTo>
                  <a:pt x="30575" y="15273"/>
                  <a:pt x="30575" y="15273"/>
                  <a:pt x="30575" y="15273"/>
                </a:cubicBezTo>
                <a:cubicBezTo>
                  <a:pt x="29483" y="16364"/>
                  <a:pt x="29483" y="17455"/>
                  <a:pt x="29483" y="18546"/>
                </a:cubicBezTo>
                <a:cubicBezTo>
                  <a:pt x="29483" y="52365"/>
                  <a:pt x="29483" y="86185"/>
                  <a:pt x="29483" y="120004"/>
                </a:cubicBezTo>
                <a:cubicBezTo>
                  <a:pt x="29483" y="123276"/>
                  <a:pt x="29483" y="126549"/>
                  <a:pt x="30575" y="128731"/>
                </a:cubicBezTo>
                <a:cubicBezTo>
                  <a:pt x="31667" y="134186"/>
                  <a:pt x="33851" y="136368"/>
                  <a:pt x="39310" y="137458"/>
                </a:cubicBezTo>
                <a:cubicBezTo>
                  <a:pt x="41495" y="137458"/>
                  <a:pt x="44770" y="138549"/>
                  <a:pt x="46954" y="138549"/>
                </a:cubicBezTo>
                <a:cubicBezTo>
                  <a:pt x="46954" y="140731"/>
                  <a:pt x="46954" y="144004"/>
                  <a:pt x="46954" y="14618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0" name="Freeform 10"/>
          <p:cNvSpPr/>
          <p:nvPr/>
        </p:nvSpPr>
        <p:spPr>
          <a:xfrm>
            <a:off x="6223000" y="1574800"/>
            <a:ext cx="152328" cy="157243"/>
          </a:xfrm>
          <a:custGeom>
            <a:avLst/>
            <a:gdLst/>
            <a:ahLst/>
            <a:cxnLst/>
            <a:rect l="l" t="t" r="r" b="b"/>
            <a:pathLst>
              <a:path w="152328" h="157243">
                <a:moveTo>
                  <a:pt x="95341" y="86265"/>
                </a:moveTo>
                <a:cubicBezTo>
                  <a:pt x="95341" y="82989"/>
                  <a:pt x="95341" y="80805"/>
                  <a:pt x="95341" y="77528"/>
                </a:cubicBezTo>
                <a:cubicBezTo>
                  <a:pt x="115068" y="77528"/>
                  <a:pt x="133698" y="77528"/>
                  <a:pt x="152328" y="77528"/>
                </a:cubicBezTo>
                <a:cubicBezTo>
                  <a:pt x="152328" y="80805"/>
                  <a:pt x="152328" y="82989"/>
                  <a:pt x="152328" y="86265"/>
                </a:cubicBezTo>
                <a:cubicBezTo>
                  <a:pt x="150137" y="86265"/>
                  <a:pt x="147945" y="86265"/>
                  <a:pt x="145753" y="86265"/>
                </a:cubicBezTo>
                <a:cubicBezTo>
                  <a:pt x="139177" y="86265"/>
                  <a:pt x="136986" y="88449"/>
                  <a:pt x="135890" y="96092"/>
                </a:cubicBezTo>
                <a:cubicBezTo>
                  <a:pt x="135890" y="98276"/>
                  <a:pt x="135890" y="101552"/>
                  <a:pt x="135890" y="103736"/>
                </a:cubicBezTo>
                <a:cubicBezTo>
                  <a:pt x="135890" y="117931"/>
                  <a:pt x="135890" y="132127"/>
                  <a:pt x="135890" y="146323"/>
                </a:cubicBezTo>
                <a:cubicBezTo>
                  <a:pt x="135890" y="147414"/>
                  <a:pt x="135890" y="149598"/>
                  <a:pt x="135890" y="151783"/>
                </a:cubicBezTo>
                <a:cubicBezTo>
                  <a:pt x="132602" y="151783"/>
                  <a:pt x="129314" y="151783"/>
                  <a:pt x="126027" y="151783"/>
                </a:cubicBezTo>
                <a:cubicBezTo>
                  <a:pt x="123835" y="148506"/>
                  <a:pt x="122739" y="144139"/>
                  <a:pt x="120547" y="139771"/>
                </a:cubicBezTo>
                <a:cubicBezTo>
                  <a:pt x="118355" y="140862"/>
                  <a:pt x="117259" y="141954"/>
                  <a:pt x="115068" y="143046"/>
                </a:cubicBezTo>
                <a:cubicBezTo>
                  <a:pt x="98629" y="152874"/>
                  <a:pt x="81096" y="157243"/>
                  <a:pt x="61369" y="153966"/>
                </a:cubicBezTo>
                <a:cubicBezTo>
                  <a:pt x="37261" y="149598"/>
                  <a:pt x="19726" y="135402"/>
                  <a:pt x="10959" y="112471"/>
                </a:cubicBezTo>
                <a:cubicBezTo>
                  <a:pt x="0" y="86265"/>
                  <a:pt x="1096" y="60058"/>
                  <a:pt x="16439" y="36035"/>
                </a:cubicBezTo>
                <a:cubicBezTo>
                  <a:pt x="26302" y="18564"/>
                  <a:pt x="41643" y="6552"/>
                  <a:pt x="61369" y="3275"/>
                </a:cubicBezTo>
                <a:cubicBezTo>
                  <a:pt x="77808" y="0"/>
                  <a:pt x="94247" y="2184"/>
                  <a:pt x="108492" y="12012"/>
                </a:cubicBezTo>
                <a:cubicBezTo>
                  <a:pt x="109588" y="13104"/>
                  <a:pt x="110684" y="13104"/>
                  <a:pt x="111780" y="14196"/>
                </a:cubicBezTo>
                <a:cubicBezTo>
                  <a:pt x="112876" y="10919"/>
                  <a:pt x="113972" y="7644"/>
                  <a:pt x="115068" y="5460"/>
                </a:cubicBezTo>
                <a:cubicBezTo>
                  <a:pt x="117259" y="5460"/>
                  <a:pt x="119451" y="5460"/>
                  <a:pt x="122739" y="5460"/>
                </a:cubicBezTo>
                <a:cubicBezTo>
                  <a:pt x="126027" y="19656"/>
                  <a:pt x="130410" y="34943"/>
                  <a:pt x="133698" y="50230"/>
                </a:cubicBezTo>
                <a:cubicBezTo>
                  <a:pt x="131506" y="51322"/>
                  <a:pt x="128218" y="52414"/>
                  <a:pt x="124931" y="53506"/>
                </a:cubicBezTo>
                <a:cubicBezTo>
                  <a:pt x="124931" y="51322"/>
                  <a:pt x="123835" y="49138"/>
                  <a:pt x="122739" y="48047"/>
                </a:cubicBezTo>
                <a:cubicBezTo>
                  <a:pt x="119451" y="40403"/>
                  <a:pt x="115068" y="32758"/>
                  <a:pt x="109588" y="27299"/>
                </a:cubicBezTo>
                <a:cubicBezTo>
                  <a:pt x="92055" y="8735"/>
                  <a:pt x="64657" y="7644"/>
                  <a:pt x="46027" y="25116"/>
                </a:cubicBezTo>
                <a:cubicBezTo>
                  <a:pt x="33972" y="37127"/>
                  <a:pt x="27398" y="51322"/>
                  <a:pt x="26302" y="67701"/>
                </a:cubicBezTo>
                <a:cubicBezTo>
                  <a:pt x="24110" y="86265"/>
                  <a:pt x="27398" y="103736"/>
                  <a:pt x="37261" y="119023"/>
                </a:cubicBezTo>
                <a:cubicBezTo>
                  <a:pt x="48219" y="136495"/>
                  <a:pt x="64657" y="144139"/>
                  <a:pt x="84383" y="143046"/>
                </a:cubicBezTo>
                <a:cubicBezTo>
                  <a:pt x="94247" y="141954"/>
                  <a:pt x="103014" y="138679"/>
                  <a:pt x="110684" y="131035"/>
                </a:cubicBezTo>
                <a:cubicBezTo>
                  <a:pt x="113972" y="127759"/>
                  <a:pt x="116164" y="124483"/>
                  <a:pt x="116164" y="119023"/>
                </a:cubicBezTo>
                <a:cubicBezTo>
                  <a:pt x="116164" y="112471"/>
                  <a:pt x="117259" y="104828"/>
                  <a:pt x="116164" y="98276"/>
                </a:cubicBezTo>
                <a:cubicBezTo>
                  <a:pt x="116164" y="89540"/>
                  <a:pt x="113972" y="88449"/>
                  <a:pt x="105206" y="86265"/>
                </a:cubicBezTo>
                <a:cubicBezTo>
                  <a:pt x="103014" y="86265"/>
                  <a:pt x="99725" y="86265"/>
                  <a:pt x="95341" y="86265"/>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1" name="Freeform 11"/>
          <p:cNvSpPr/>
          <p:nvPr/>
        </p:nvSpPr>
        <p:spPr>
          <a:xfrm>
            <a:off x="7264400" y="1574800"/>
            <a:ext cx="124073" cy="152328"/>
          </a:xfrm>
          <a:custGeom>
            <a:avLst/>
            <a:gdLst/>
            <a:ahLst/>
            <a:cxnLst/>
            <a:rect l="l" t="t" r="r" b="b"/>
            <a:pathLst>
              <a:path w="124073" h="152328">
                <a:moveTo>
                  <a:pt x="113094" y="47874"/>
                </a:moveTo>
                <a:cubicBezTo>
                  <a:pt x="109799" y="48962"/>
                  <a:pt x="107603" y="48962"/>
                  <a:pt x="104309" y="50051"/>
                </a:cubicBezTo>
                <a:cubicBezTo>
                  <a:pt x="103212" y="47874"/>
                  <a:pt x="102113" y="46787"/>
                  <a:pt x="101016" y="44610"/>
                </a:cubicBezTo>
                <a:cubicBezTo>
                  <a:pt x="95526" y="34818"/>
                  <a:pt x="88937" y="26114"/>
                  <a:pt x="79055" y="19585"/>
                </a:cubicBezTo>
                <a:cubicBezTo>
                  <a:pt x="66977" y="11968"/>
                  <a:pt x="54900" y="9793"/>
                  <a:pt x="41723" y="13057"/>
                </a:cubicBezTo>
                <a:cubicBezTo>
                  <a:pt x="36233" y="14145"/>
                  <a:pt x="30744" y="17409"/>
                  <a:pt x="27450" y="20673"/>
                </a:cubicBezTo>
                <a:cubicBezTo>
                  <a:pt x="19764" y="29378"/>
                  <a:pt x="20862" y="41346"/>
                  <a:pt x="28548" y="47874"/>
                </a:cubicBezTo>
                <a:cubicBezTo>
                  <a:pt x="34037" y="53315"/>
                  <a:pt x="39527" y="55491"/>
                  <a:pt x="46116" y="57667"/>
                </a:cubicBezTo>
                <a:cubicBezTo>
                  <a:pt x="55998" y="60931"/>
                  <a:pt x="66977" y="64196"/>
                  <a:pt x="76859" y="67460"/>
                </a:cubicBezTo>
                <a:cubicBezTo>
                  <a:pt x="84545" y="69635"/>
                  <a:pt x="92231" y="72899"/>
                  <a:pt x="98819" y="76164"/>
                </a:cubicBezTo>
                <a:cubicBezTo>
                  <a:pt x="124073" y="90308"/>
                  <a:pt x="122975" y="120774"/>
                  <a:pt x="106505" y="136007"/>
                </a:cubicBezTo>
                <a:cubicBezTo>
                  <a:pt x="93330" y="149064"/>
                  <a:pt x="77958" y="152328"/>
                  <a:pt x="61487" y="152328"/>
                </a:cubicBezTo>
                <a:cubicBezTo>
                  <a:pt x="48312" y="151240"/>
                  <a:pt x="37332" y="146888"/>
                  <a:pt x="27450" y="139271"/>
                </a:cubicBezTo>
                <a:cubicBezTo>
                  <a:pt x="26351" y="138184"/>
                  <a:pt x="25254" y="137095"/>
                  <a:pt x="23058" y="136007"/>
                </a:cubicBezTo>
                <a:cubicBezTo>
                  <a:pt x="20862" y="140359"/>
                  <a:pt x="19764" y="144711"/>
                  <a:pt x="17568" y="149064"/>
                </a:cubicBezTo>
                <a:cubicBezTo>
                  <a:pt x="15372" y="149064"/>
                  <a:pt x="13176" y="149064"/>
                  <a:pt x="10980" y="149064"/>
                </a:cubicBezTo>
                <a:cubicBezTo>
                  <a:pt x="7686" y="131655"/>
                  <a:pt x="4392" y="114245"/>
                  <a:pt x="1099" y="96838"/>
                </a:cubicBezTo>
                <a:cubicBezTo>
                  <a:pt x="4392" y="95749"/>
                  <a:pt x="7686" y="95749"/>
                  <a:pt x="10980" y="94661"/>
                </a:cubicBezTo>
                <a:cubicBezTo>
                  <a:pt x="12078" y="97925"/>
                  <a:pt x="13176" y="101190"/>
                  <a:pt x="14274" y="103365"/>
                </a:cubicBezTo>
                <a:cubicBezTo>
                  <a:pt x="19764" y="115334"/>
                  <a:pt x="28548" y="126215"/>
                  <a:pt x="39527" y="132743"/>
                </a:cubicBezTo>
                <a:cubicBezTo>
                  <a:pt x="50508" y="140359"/>
                  <a:pt x="62586" y="142536"/>
                  <a:pt x="75762" y="139271"/>
                </a:cubicBezTo>
                <a:cubicBezTo>
                  <a:pt x="82349" y="138184"/>
                  <a:pt x="87840" y="133831"/>
                  <a:pt x="93330" y="129479"/>
                </a:cubicBezTo>
                <a:cubicBezTo>
                  <a:pt x="103212" y="119686"/>
                  <a:pt x="103212" y="101190"/>
                  <a:pt x="88937" y="93572"/>
                </a:cubicBezTo>
                <a:cubicBezTo>
                  <a:pt x="82349" y="90308"/>
                  <a:pt x="75762" y="88133"/>
                  <a:pt x="69173" y="85956"/>
                </a:cubicBezTo>
                <a:cubicBezTo>
                  <a:pt x="60390" y="82692"/>
                  <a:pt x="50508" y="80517"/>
                  <a:pt x="41723" y="77252"/>
                </a:cubicBezTo>
                <a:cubicBezTo>
                  <a:pt x="34037" y="75076"/>
                  <a:pt x="27450" y="71812"/>
                  <a:pt x="20862" y="67460"/>
                </a:cubicBezTo>
                <a:cubicBezTo>
                  <a:pt x="1099" y="55491"/>
                  <a:pt x="0" y="29378"/>
                  <a:pt x="16469" y="14145"/>
                </a:cubicBezTo>
                <a:cubicBezTo>
                  <a:pt x="27450" y="3264"/>
                  <a:pt x="40626" y="0"/>
                  <a:pt x="55998" y="0"/>
                </a:cubicBezTo>
                <a:cubicBezTo>
                  <a:pt x="68076" y="0"/>
                  <a:pt x="79055" y="3264"/>
                  <a:pt x="88937" y="10880"/>
                </a:cubicBezTo>
                <a:cubicBezTo>
                  <a:pt x="88937" y="10880"/>
                  <a:pt x="88937" y="11968"/>
                  <a:pt x="90035" y="11968"/>
                </a:cubicBezTo>
                <a:cubicBezTo>
                  <a:pt x="90035" y="11968"/>
                  <a:pt x="90035" y="11968"/>
                  <a:pt x="91133" y="11968"/>
                </a:cubicBezTo>
                <a:cubicBezTo>
                  <a:pt x="92231" y="8705"/>
                  <a:pt x="93330" y="5441"/>
                  <a:pt x="95526" y="2176"/>
                </a:cubicBezTo>
                <a:cubicBezTo>
                  <a:pt x="97721" y="2176"/>
                  <a:pt x="99917" y="2176"/>
                  <a:pt x="102113" y="2176"/>
                </a:cubicBezTo>
                <a:cubicBezTo>
                  <a:pt x="105407" y="17409"/>
                  <a:pt x="109799" y="32642"/>
                  <a:pt x="113094" y="4787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2" name="Freeform 12"/>
          <p:cNvSpPr/>
          <p:nvPr/>
        </p:nvSpPr>
        <p:spPr>
          <a:xfrm>
            <a:off x="5588000" y="1574800"/>
            <a:ext cx="124073" cy="147415"/>
          </a:xfrm>
          <a:custGeom>
            <a:avLst/>
            <a:gdLst/>
            <a:ahLst/>
            <a:cxnLst/>
            <a:rect l="l" t="t" r="r" b="b"/>
            <a:pathLst>
              <a:path w="124073" h="147415">
                <a:moveTo>
                  <a:pt x="36233" y="85173"/>
                </a:moveTo>
                <a:cubicBezTo>
                  <a:pt x="36233" y="87357"/>
                  <a:pt x="36233" y="88449"/>
                  <a:pt x="36233" y="89541"/>
                </a:cubicBezTo>
                <a:cubicBezTo>
                  <a:pt x="36233" y="101553"/>
                  <a:pt x="36233" y="112472"/>
                  <a:pt x="36233" y="124484"/>
                </a:cubicBezTo>
                <a:cubicBezTo>
                  <a:pt x="36233" y="125576"/>
                  <a:pt x="36233" y="127759"/>
                  <a:pt x="36233" y="128852"/>
                </a:cubicBezTo>
                <a:cubicBezTo>
                  <a:pt x="37332" y="136496"/>
                  <a:pt x="38430" y="138679"/>
                  <a:pt x="47214" y="139771"/>
                </a:cubicBezTo>
                <a:cubicBezTo>
                  <a:pt x="49409" y="139771"/>
                  <a:pt x="51605" y="139771"/>
                  <a:pt x="53801" y="139771"/>
                </a:cubicBezTo>
                <a:cubicBezTo>
                  <a:pt x="53801" y="141956"/>
                  <a:pt x="53801" y="145231"/>
                  <a:pt x="53801" y="147415"/>
                </a:cubicBezTo>
                <a:cubicBezTo>
                  <a:pt x="36233" y="147415"/>
                  <a:pt x="17568" y="147415"/>
                  <a:pt x="0" y="147415"/>
                </a:cubicBezTo>
                <a:cubicBezTo>
                  <a:pt x="0" y="145231"/>
                  <a:pt x="0" y="143048"/>
                  <a:pt x="0" y="139771"/>
                </a:cubicBezTo>
                <a:cubicBezTo>
                  <a:pt x="2196" y="139771"/>
                  <a:pt x="5490" y="139771"/>
                  <a:pt x="8783" y="138679"/>
                </a:cubicBezTo>
                <a:cubicBezTo>
                  <a:pt x="14274" y="137587"/>
                  <a:pt x="15372" y="136496"/>
                  <a:pt x="16469" y="131036"/>
                </a:cubicBezTo>
                <a:cubicBezTo>
                  <a:pt x="16469" y="128852"/>
                  <a:pt x="16469" y="126667"/>
                  <a:pt x="16469" y="124484"/>
                </a:cubicBezTo>
                <a:cubicBezTo>
                  <a:pt x="17568" y="90634"/>
                  <a:pt x="17568" y="56782"/>
                  <a:pt x="16469" y="22931"/>
                </a:cubicBezTo>
                <a:cubicBezTo>
                  <a:pt x="16469" y="20747"/>
                  <a:pt x="16469" y="17471"/>
                  <a:pt x="16469" y="15287"/>
                </a:cubicBezTo>
                <a:cubicBezTo>
                  <a:pt x="15372" y="12012"/>
                  <a:pt x="13176" y="9827"/>
                  <a:pt x="9882" y="9827"/>
                </a:cubicBezTo>
                <a:cubicBezTo>
                  <a:pt x="6587" y="8736"/>
                  <a:pt x="3294" y="8736"/>
                  <a:pt x="0" y="8736"/>
                </a:cubicBezTo>
                <a:cubicBezTo>
                  <a:pt x="0" y="5460"/>
                  <a:pt x="0" y="3275"/>
                  <a:pt x="0" y="1092"/>
                </a:cubicBezTo>
                <a:cubicBezTo>
                  <a:pt x="1099" y="0"/>
                  <a:pt x="3294" y="0"/>
                  <a:pt x="4392" y="0"/>
                </a:cubicBezTo>
                <a:cubicBezTo>
                  <a:pt x="23058" y="0"/>
                  <a:pt x="42822" y="0"/>
                  <a:pt x="61487" y="0"/>
                </a:cubicBezTo>
                <a:cubicBezTo>
                  <a:pt x="68076" y="0"/>
                  <a:pt x="74663" y="1092"/>
                  <a:pt x="80154" y="1092"/>
                </a:cubicBezTo>
                <a:cubicBezTo>
                  <a:pt x="107603" y="4368"/>
                  <a:pt x="124073" y="28391"/>
                  <a:pt x="116387" y="54599"/>
                </a:cubicBezTo>
                <a:cubicBezTo>
                  <a:pt x="111995" y="69886"/>
                  <a:pt x="102113" y="79713"/>
                  <a:pt x="85644" y="82989"/>
                </a:cubicBezTo>
                <a:cubicBezTo>
                  <a:pt x="76859" y="84082"/>
                  <a:pt x="69173" y="84082"/>
                  <a:pt x="60390" y="85173"/>
                </a:cubicBezTo>
                <a:cubicBezTo>
                  <a:pt x="52704" y="85173"/>
                  <a:pt x="45018" y="85173"/>
                  <a:pt x="36233" y="85173"/>
                </a:cubicBezTo>
                <a:close/>
                <a:moveTo>
                  <a:pt x="36233" y="74253"/>
                </a:moveTo>
                <a:cubicBezTo>
                  <a:pt x="49409" y="73161"/>
                  <a:pt x="61487" y="74253"/>
                  <a:pt x="73566" y="73161"/>
                </a:cubicBezTo>
                <a:cubicBezTo>
                  <a:pt x="83448" y="72070"/>
                  <a:pt x="90035" y="65518"/>
                  <a:pt x="93330" y="56782"/>
                </a:cubicBezTo>
                <a:cubicBezTo>
                  <a:pt x="97721" y="49139"/>
                  <a:pt x="97721" y="40403"/>
                  <a:pt x="95526" y="31667"/>
                </a:cubicBezTo>
                <a:cubicBezTo>
                  <a:pt x="92231" y="20747"/>
                  <a:pt x="85644" y="13104"/>
                  <a:pt x="72467" y="12012"/>
                </a:cubicBezTo>
                <a:cubicBezTo>
                  <a:pt x="61487" y="12012"/>
                  <a:pt x="49409" y="12012"/>
                  <a:pt x="37332" y="12012"/>
                </a:cubicBezTo>
                <a:cubicBezTo>
                  <a:pt x="37332" y="12012"/>
                  <a:pt x="37332" y="12012"/>
                  <a:pt x="36233" y="12012"/>
                </a:cubicBezTo>
                <a:cubicBezTo>
                  <a:pt x="36233" y="32758"/>
                  <a:pt x="36233" y="52414"/>
                  <a:pt x="36233" y="74253"/>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3" name="Freeform 13"/>
          <p:cNvSpPr/>
          <p:nvPr/>
        </p:nvSpPr>
        <p:spPr>
          <a:xfrm>
            <a:off x="6438900" y="1574800"/>
            <a:ext cx="146186" cy="151100"/>
          </a:xfrm>
          <a:custGeom>
            <a:avLst/>
            <a:gdLst/>
            <a:ahLst/>
            <a:cxnLst/>
            <a:rect l="l" t="t" r="r" b="b"/>
            <a:pathLst>
              <a:path w="146186" h="151100">
                <a:moveTo>
                  <a:pt x="53858" y="0"/>
                </a:moveTo>
                <a:cubicBezTo>
                  <a:pt x="53858" y="2189"/>
                  <a:pt x="53858" y="4380"/>
                  <a:pt x="53858" y="7664"/>
                </a:cubicBezTo>
                <a:cubicBezTo>
                  <a:pt x="50560" y="7664"/>
                  <a:pt x="48363" y="7664"/>
                  <a:pt x="45065" y="8759"/>
                </a:cubicBezTo>
                <a:cubicBezTo>
                  <a:pt x="39569" y="8759"/>
                  <a:pt x="37371" y="10949"/>
                  <a:pt x="37371" y="16424"/>
                </a:cubicBezTo>
                <a:cubicBezTo>
                  <a:pt x="36271" y="18614"/>
                  <a:pt x="36271" y="21899"/>
                  <a:pt x="36271" y="25183"/>
                </a:cubicBezTo>
                <a:cubicBezTo>
                  <a:pt x="36271" y="47081"/>
                  <a:pt x="36271" y="68980"/>
                  <a:pt x="36271" y="90879"/>
                </a:cubicBezTo>
                <a:cubicBezTo>
                  <a:pt x="36271" y="95259"/>
                  <a:pt x="36271" y="100734"/>
                  <a:pt x="37371" y="105113"/>
                </a:cubicBezTo>
                <a:cubicBezTo>
                  <a:pt x="39569" y="122632"/>
                  <a:pt x="50560" y="131392"/>
                  <a:pt x="65949" y="135771"/>
                </a:cubicBezTo>
                <a:cubicBezTo>
                  <a:pt x="83534" y="140151"/>
                  <a:pt x="97824" y="134676"/>
                  <a:pt x="109915" y="120442"/>
                </a:cubicBezTo>
                <a:cubicBezTo>
                  <a:pt x="114311" y="116063"/>
                  <a:pt x="115410" y="109493"/>
                  <a:pt x="116509" y="102923"/>
                </a:cubicBezTo>
                <a:cubicBezTo>
                  <a:pt x="116509" y="98543"/>
                  <a:pt x="116509" y="93069"/>
                  <a:pt x="117608" y="87594"/>
                </a:cubicBezTo>
                <a:cubicBezTo>
                  <a:pt x="117608" y="67885"/>
                  <a:pt x="117608" y="47081"/>
                  <a:pt x="117608" y="26279"/>
                </a:cubicBezTo>
                <a:cubicBezTo>
                  <a:pt x="117608" y="22993"/>
                  <a:pt x="116509" y="19709"/>
                  <a:pt x="116509" y="16424"/>
                </a:cubicBezTo>
                <a:cubicBezTo>
                  <a:pt x="115410" y="10949"/>
                  <a:pt x="113212" y="8759"/>
                  <a:pt x="106616" y="8759"/>
                </a:cubicBezTo>
                <a:cubicBezTo>
                  <a:pt x="104418" y="7664"/>
                  <a:pt x="102220" y="7664"/>
                  <a:pt x="100021" y="7664"/>
                </a:cubicBezTo>
                <a:cubicBezTo>
                  <a:pt x="100021" y="4380"/>
                  <a:pt x="100021" y="2189"/>
                  <a:pt x="100021" y="0"/>
                </a:cubicBezTo>
                <a:cubicBezTo>
                  <a:pt x="115410" y="0"/>
                  <a:pt x="130799" y="0"/>
                  <a:pt x="146186" y="0"/>
                </a:cubicBezTo>
                <a:cubicBezTo>
                  <a:pt x="146186" y="2189"/>
                  <a:pt x="146186" y="4380"/>
                  <a:pt x="146186" y="7664"/>
                </a:cubicBezTo>
                <a:cubicBezTo>
                  <a:pt x="143988" y="7664"/>
                  <a:pt x="140691" y="7664"/>
                  <a:pt x="138492" y="8759"/>
                </a:cubicBezTo>
                <a:cubicBezTo>
                  <a:pt x="132996" y="8759"/>
                  <a:pt x="130799" y="12045"/>
                  <a:pt x="129699" y="16424"/>
                </a:cubicBezTo>
                <a:cubicBezTo>
                  <a:pt x="129699" y="19709"/>
                  <a:pt x="129699" y="24088"/>
                  <a:pt x="129699" y="27374"/>
                </a:cubicBezTo>
                <a:cubicBezTo>
                  <a:pt x="128600" y="50367"/>
                  <a:pt x="129699" y="73360"/>
                  <a:pt x="128600" y="96354"/>
                </a:cubicBezTo>
                <a:cubicBezTo>
                  <a:pt x="128600" y="102923"/>
                  <a:pt x="127500" y="108398"/>
                  <a:pt x="125302" y="114968"/>
                </a:cubicBezTo>
                <a:cubicBezTo>
                  <a:pt x="118707" y="135771"/>
                  <a:pt x="103320" y="146721"/>
                  <a:pt x="81337" y="148910"/>
                </a:cubicBezTo>
                <a:cubicBezTo>
                  <a:pt x="65949" y="151100"/>
                  <a:pt x="51660" y="147815"/>
                  <a:pt x="38470" y="139056"/>
                </a:cubicBezTo>
                <a:cubicBezTo>
                  <a:pt x="26379" y="131392"/>
                  <a:pt x="19784" y="119347"/>
                  <a:pt x="18686" y="105113"/>
                </a:cubicBezTo>
                <a:cubicBezTo>
                  <a:pt x="17586" y="100734"/>
                  <a:pt x="17586" y="95259"/>
                  <a:pt x="17586" y="90879"/>
                </a:cubicBezTo>
                <a:cubicBezTo>
                  <a:pt x="17586" y="70075"/>
                  <a:pt x="17586" y="49272"/>
                  <a:pt x="17586" y="27374"/>
                </a:cubicBezTo>
                <a:cubicBezTo>
                  <a:pt x="17586" y="24088"/>
                  <a:pt x="17586" y="19709"/>
                  <a:pt x="17586" y="16424"/>
                </a:cubicBezTo>
                <a:cubicBezTo>
                  <a:pt x="16487" y="10949"/>
                  <a:pt x="14289" y="8759"/>
                  <a:pt x="8793" y="8759"/>
                </a:cubicBezTo>
                <a:cubicBezTo>
                  <a:pt x="5495" y="7664"/>
                  <a:pt x="3297" y="7664"/>
                  <a:pt x="0" y="7664"/>
                </a:cubicBezTo>
                <a:cubicBezTo>
                  <a:pt x="0" y="4380"/>
                  <a:pt x="0" y="2189"/>
                  <a:pt x="0" y="0"/>
                </a:cubicBezTo>
                <a:cubicBezTo>
                  <a:pt x="17586" y="0"/>
                  <a:pt x="35173" y="0"/>
                  <a:pt x="53858" y="0"/>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4" name="Freeform 14"/>
          <p:cNvSpPr/>
          <p:nvPr/>
        </p:nvSpPr>
        <p:spPr>
          <a:xfrm>
            <a:off x="6819900" y="1574800"/>
            <a:ext cx="144957" cy="149871"/>
          </a:xfrm>
          <a:custGeom>
            <a:avLst/>
            <a:gdLst/>
            <a:ahLst/>
            <a:cxnLst/>
            <a:rect l="l" t="t" r="r" b="b"/>
            <a:pathLst>
              <a:path w="144957" h="149871">
                <a:moveTo>
                  <a:pt x="79563" y="149871"/>
                </a:moveTo>
                <a:cubicBezTo>
                  <a:pt x="75203" y="149871"/>
                  <a:pt x="71934" y="149871"/>
                  <a:pt x="69753" y="149871"/>
                </a:cubicBezTo>
                <a:cubicBezTo>
                  <a:pt x="66484" y="149871"/>
                  <a:pt x="64304" y="148777"/>
                  <a:pt x="63214" y="145495"/>
                </a:cubicBezTo>
                <a:cubicBezTo>
                  <a:pt x="56675" y="125804"/>
                  <a:pt x="49046" y="107207"/>
                  <a:pt x="42506" y="87516"/>
                </a:cubicBezTo>
                <a:cubicBezTo>
                  <a:pt x="33787" y="66731"/>
                  <a:pt x="26158" y="45946"/>
                  <a:pt x="18528" y="25161"/>
                </a:cubicBezTo>
                <a:cubicBezTo>
                  <a:pt x="17438" y="21880"/>
                  <a:pt x="16349" y="18597"/>
                  <a:pt x="14168" y="15315"/>
                </a:cubicBezTo>
                <a:cubicBezTo>
                  <a:pt x="11989" y="10940"/>
                  <a:pt x="8720" y="8752"/>
                  <a:pt x="4360" y="7658"/>
                </a:cubicBezTo>
                <a:cubicBezTo>
                  <a:pt x="3270" y="7658"/>
                  <a:pt x="2179" y="7658"/>
                  <a:pt x="0" y="7658"/>
                </a:cubicBezTo>
                <a:cubicBezTo>
                  <a:pt x="0" y="4376"/>
                  <a:pt x="0" y="2188"/>
                  <a:pt x="0" y="0"/>
                </a:cubicBezTo>
                <a:cubicBezTo>
                  <a:pt x="17438" y="0"/>
                  <a:pt x="33787" y="0"/>
                  <a:pt x="51225" y="0"/>
                </a:cubicBezTo>
                <a:cubicBezTo>
                  <a:pt x="51225" y="2188"/>
                  <a:pt x="51225" y="4376"/>
                  <a:pt x="51225" y="7658"/>
                </a:cubicBezTo>
                <a:cubicBezTo>
                  <a:pt x="47955" y="7658"/>
                  <a:pt x="45776" y="7658"/>
                  <a:pt x="42506" y="8752"/>
                </a:cubicBezTo>
                <a:cubicBezTo>
                  <a:pt x="37056" y="8752"/>
                  <a:pt x="35966" y="10940"/>
                  <a:pt x="37056" y="16410"/>
                </a:cubicBezTo>
                <a:cubicBezTo>
                  <a:pt x="37056" y="18597"/>
                  <a:pt x="38147" y="20785"/>
                  <a:pt x="38147" y="21880"/>
                </a:cubicBezTo>
                <a:cubicBezTo>
                  <a:pt x="50136" y="55791"/>
                  <a:pt x="62125" y="88610"/>
                  <a:pt x="74113" y="122522"/>
                </a:cubicBezTo>
                <a:cubicBezTo>
                  <a:pt x="75203" y="123617"/>
                  <a:pt x="75203" y="124710"/>
                  <a:pt x="76293" y="126898"/>
                </a:cubicBezTo>
                <a:cubicBezTo>
                  <a:pt x="77384" y="124710"/>
                  <a:pt x="77384" y="123617"/>
                  <a:pt x="78473" y="123617"/>
                </a:cubicBezTo>
                <a:cubicBezTo>
                  <a:pt x="90462" y="88610"/>
                  <a:pt x="102451" y="54698"/>
                  <a:pt x="115529" y="19691"/>
                </a:cubicBezTo>
                <a:cubicBezTo>
                  <a:pt x="115529" y="18597"/>
                  <a:pt x="115529" y="18597"/>
                  <a:pt x="115529" y="17503"/>
                </a:cubicBezTo>
                <a:cubicBezTo>
                  <a:pt x="116619" y="10940"/>
                  <a:pt x="115529" y="8752"/>
                  <a:pt x="110080" y="7658"/>
                </a:cubicBezTo>
                <a:cubicBezTo>
                  <a:pt x="106811" y="7658"/>
                  <a:pt x="104630" y="7658"/>
                  <a:pt x="102451" y="7658"/>
                </a:cubicBezTo>
                <a:cubicBezTo>
                  <a:pt x="102451" y="4376"/>
                  <a:pt x="102451" y="2188"/>
                  <a:pt x="102451" y="0"/>
                </a:cubicBezTo>
                <a:cubicBezTo>
                  <a:pt x="115529" y="0"/>
                  <a:pt x="129699" y="0"/>
                  <a:pt x="144957" y="0"/>
                </a:cubicBezTo>
                <a:cubicBezTo>
                  <a:pt x="144957" y="2188"/>
                  <a:pt x="144957" y="4376"/>
                  <a:pt x="144957" y="7658"/>
                </a:cubicBezTo>
                <a:cubicBezTo>
                  <a:pt x="143867" y="7658"/>
                  <a:pt x="142777" y="7658"/>
                  <a:pt x="141688" y="7658"/>
                </a:cubicBezTo>
                <a:cubicBezTo>
                  <a:pt x="135148" y="8752"/>
                  <a:pt x="131878" y="12033"/>
                  <a:pt x="129699" y="17503"/>
                </a:cubicBezTo>
                <a:cubicBezTo>
                  <a:pt x="126429" y="26255"/>
                  <a:pt x="123160" y="33913"/>
                  <a:pt x="119889" y="41570"/>
                </a:cubicBezTo>
                <a:cubicBezTo>
                  <a:pt x="106811" y="76576"/>
                  <a:pt x="93731" y="110489"/>
                  <a:pt x="80653" y="145495"/>
                </a:cubicBezTo>
                <a:cubicBezTo>
                  <a:pt x="80653" y="146590"/>
                  <a:pt x="79563" y="147683"/>
                  <a:pt x="79563" y="149871"/>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5" name="Freeform 15"/>
          <p:cNvSpPr/>
          <p:nvPr/>
        </p:nvSpPr>
        <p:spPr>
          <a:xfrm>
            <a:off x="7594600" y="1574800"/>
            <a:ext cx="131444" cy="147415"/>
          </a:xfrm>
          <a:custGeom>
            <a:avLst/>
            <a:gdLst/>
            <a:ahLst/>
            <a:cxnLst/>
            <a:rect l="l" t="t" r="r" b="b"/>
            <a:pathLst>
              <a:path w="131444" h="147415">
                <a:moveTo>
                  <a:pt x="93106" y="138679"/>
                </a:moveTo>
                <a:cubicBezTo>
                  <a:pt x="93106" y="141956"/>
                  <a:pt x="93106" y="144139"/>
                  <a:pt x="93106" y="146323"/>
                </a:cubicBezTo>
                <a:cubicBezTo>
                  <a:pt x="88725" y="147415"/>
                  <a:pt x="48196" y="147415"/>
                  <a:pt x="38337" y="146323"/>
                </a:cubicBezTo>
                <a:cubicBezTo>
                  <a:pt x="38337" y="144139"/>
                  <a:pt x="38337" y="141956"/>
                  <a:pt x="38337" y="138679"/>
                </a:cubicBezTo>
                <a:cubicBezTo>
                  <a:pt x="41624" y="138679"/>
                  <a:pt x="44910" y="137587"/>
                  <a:pt x="48196" y="137587"/>
                </a:cubicBezTo>
                <a:cubicBezTo>
                  <a:pt x="52578" y="137587"/>
                  <a:pt x="54769" y="135404"/>
                  <a:pt x="54769" y="131036"/>
                </a:cubicBezTo>
                <a:cubicBezTo>
                  <a:pt x="55863" y="128852"/>
                  <a:pt x="55863" y="125576"/>
                  <a:pt x="55863" y="123392"/>
                </a:cubicBezTo>
                <a:cubicBezTo>
                  <a:pt x="55863" y="113565"/>
                  <a:pt x="55863" y="103736"/>
                  <a:pt x="55863" y="92817"/>
                </a:cubicBezTo>
                <a:cubicBezTo>
                  <a:pt x="55863" y="90634"/>
                  <a:pt x="55863" y="88449"/>
                  <a:pt x="54769" y="86265"/>
                </a:cubicBezTo>
                <a:cubicBezTo>
                  <a:pt x="42719" y="64426"/>
                  <a:pt x="30670" y="42587"/>
                  <a:pt x="18621" y="20747"/>
                </a:cubicBezTo>
                <a:cubicBezTo>
                  <a:pt x="17526" y="18564"/>
                  <a:pt x="16430" y="17471"/>
                  <a:pt x="16430" y="16379"/>
                </a:cubicBezTo>
                <a:cubicBezTo>
                  <a:pt x="13144" y="10919"/>
                  <a:pt x="9858" y="7644"/>
                  <a:pt x="3285" y="7644"/>
                </a:cubicBezTo>
                <a:cubicBezTo>
                  <a:pt x="2191" y="7644"/>
                  <a:pt x="1095" y="7644"/>
                  <a:pt x="0" y="7644"/>
                </a:cubicBezTo>
                <a:cubicBezTo>
                  <a:pt x="0" y="4368"/>
                  <a:pt x="0" y="2184"/>
                  <a:pt x="0" y="0"/>
                </a:cubicBezTo>
                <a:cubicBezTo>
                  <a:pt x="17526" y="0"/>
                  <a:pt x="33956" y="0"/>
                  <a:pt x="52578" y="0"/>
                </a:cubicBezTo>
                <a:cubicBezTo>
                  <a:pt x="52578" y="2184"/>
                  <a:pt x="52578" y="4368"/>
                  <a:pt x="52578" y="7644"/>
                </a:cubicBezTo>
                <a:cubicBezTo>
                  <a:pt x="49291" y="7644"/>
                  <a:pt x="46006" y="7644"/>
                  <a:pt x="43815" y="7644"/>
                </a:cubicBezTo>
                <a:cubicBezTo>
                  <a:pt x="38337" y="8736"/>
                  <a:pt x="37243" y="10919"/>
                  <a:pt x="39434" y="15287"/>
                </a:cubicBezTo>
                <a:cubicBezTo>
                  <a:pt x="39434" y="16379"/>
                  <a:pt x="40528" y="18564"/>
                  <a:pt x="40528" y="19656"/>
                </a:cubicBezTo>
                <a:cubicBezTo>
                  <a:pt x="49291" y="36035"/>
                  <a:pt x="58054" y="53506"/>
                  <a:pt x="66817" y="69886"/>
                </a:cubicBezTo>
                <a:cubicBezTo>
                  <a:pt x="66817" y="70978"/>
                  <a:pt x="67913" y="72070"/>
                  <a:pt x="69008" y="74253"/>
                </a:cubicBezTo>
                <a:cubicBezTo>
                  <a:pt x="70104" y="72070"/>
                  <a:pt x="71199" y="70978"/>
                  <a:pt x="72295" y="69886"/>
                </a:cubicBezTo>
                <a:cubicBezTo>
                  <a:pt x="81058" y="53506"/>
                  <a:pt x="89819" y="37127"/>
                  <a:pt x="99678" y="19656"/>
                </a:cubicBezTo>
                <a:cubicBezTo>
                  <a:pt x="100773" y="17471"/>
                  <a:pt x="101869" y="15287"/>
                  <a:pt x="101869" y="13104"/>
                </a:cubicBezTo>
                <a:cubicBezTo>
                  <a:pt x="102964" y="9827"/>
                  <a:pt x="101869" y="8736"/>
                  <a:pt x="98582" y="8736"/>
                </a:cubicBezTo>
                <a:cubicBezTo>
                  <a:pt x="95297" y="7644"/>
                  <a:pt x="93106" y="7644"/>
                  <a:pt x="88725" y="7644"/>
                </a:cubicBezTo>
                <a:cubicBezTo>
                  <a:pt x="88725" y="4368"/>
                  <a:pt x="88725" y="2184"/>
                  <a:pt x="88725" y="0"/>
                </a:cubicBezTo>
                <a:cubicBezTo>
                  <a:pt x="102964" y="0"/>
                  <a:pt x="117204" y="0"/>
                  <a:pt x="131444" y="0"/>
                </a:cubicBezTo>
                <a:cubicBezTo>
                  <a:pt x="131444" y="2184"/>
                  <a:pt x="131444" y="4368"/>
                  <a:pt x="131444" y="7644"/>
                </a:cubicBezTo>
                <a:cubicBezTo>
                  <a:pt x="130349" y="7644"/>
                  <a:pt x="128158" y="7644"/>
                  <a:pt x="125967" y="8736"/>
                </a:cubicBezTo>
                <a:cubicBezTo>
                  <a:pt x="122681" y="8736"/>
                  <a:pt x="119395" y="9827"/>
                  <a:pt x="118299" y="13104"/>
                </a:cubicBezTo>
                <a:cubicBezTo>
                  <a:pt x="116108" y="15287"/>
                  <a:pt x="113918" y="18564"/>
                  <a:pt x="112823" y="20747"/>
                </a:cubicBezTo>
                <a:cubicBezTo>
                  <a:pt x="100773" y="41495"/>
                  <a:pt x="88725" y="61150"/>
                  <a:pt x="77771" y="81897"/>
                </a:cubicBezTo>
                <a:cubicBezTo>
                  <a:pt x="75580" y="84082"/>
                  <a:pt x="74486" y="87357"/>
                  <a:pt x="75580" y="89541"/>
                </a:cubicBezTo>
                <a:cubicBezTo>
                  <a:pt x="75580" y="100461"/>
                  <a:pt x="75580" y="111380"/>
                  <a:pt x="75580" y="121208"/>
                </a:cubicBezTo>
                <a:cubicBezTo>
                  <a:pt x="75580" y="124484"/>
                  <a:pt x="75580" y="126667"/>
                  <a:pt x="75580" y="128852"/>
                </a:cubicBezTo>
                <a:cubicBezTo>
                  <a:pt x="76676" y="135404"/>
                  <a:pt x="77771" y="136496"/>
                  <a:pt x="84343" y="137587"/>
                </a:cubicBezTo>
                <a:cubicBezTo>
                  <a:pt x="87629" y="137587"/>
                  <a:pt x="89819" y="138679"/>
                  <a:pt x="93106" y="138679"/>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6" name="Freeform 16"/>
          <p:cNvSpPr/>
          <p:nvPr/>
        </p:nvSpPr>
        <p:spPr>
          <a:xfrm>
            <a:off x="7467600" y="1574800"/>
            <a:ext cx="126531" cy="151100"/>
          </a:xfrm>
          <a:custGeom>
            <a:avLst/>
            <a:gdLst/>
            <a:ahLst/>
            <a:cxnLst/>
            <a:rect l="l" t="t" r="r" b="b"/>
            <a:pathLst>
              <a:path w="126531" h="151100">
                <a:moveTo>
                  <a:pt x="117805" y="45656"/>
                </a:moveTo>
                <a:cubicBezTo>
                  <a:pt x="115623" y="40221"/>
                  <a:pt x="113441" y="35872"/>
                  <a:pt x="111260" y="31524"/>
                </a:cubicBezTo>
                <a:cubicBezTo>
                  <a:pt x="104715" y="18480"/>
                  <a:pt x="92716" y="14131"/>
                  <a:pt x="78537" y="15218"/>
                </a:cubicBezTo>
                <a:cubicBezTo>
                  <a:pt x="74173" y="15218"/>
                  <a:pt x="73082" y="16306"/>
                  <a:pt x="73082" y="19567"/>
                </a:cubicBezTo>
                <a:cubicBezTo>
                  <a:pt x="71991" y="21741"/>
                  <a:pt x="71991" y="23915"/>
                  <a:pt x="71991" y="26090"/>
                </a:cubicBezTo>
                <a:cubicBezTo>
                  <a:pt x="71991" y="58701"/>
                  <a:pt x="71991" y="92399"/>
                  <a:pt x="71991" y="125011"/>
                </a:cubicBezTo>
                <a:cubicBezTo>
                  <a:pt x="71991" y="128273"/>
                  <a:pt x="73082" y="130446"/>
                  <a:pt x="73082" y="133707"/>
                </a:cubicBezTo>
                <a:cubicBezTo>
                  <a:pt x="74173" y="139142"/>
                  <a:pt x="76355" y="141317"/>
                  <a:pt x="81808" y="142404"/>
                </a:cubicBezTo>
                <a:cubicBezTo>
                  <a:pt x="85081" y="142404"/>
                  <a:pt x="87263" y="143491"/>
                  <a:pt x="90534" y="143491"/>
                </a:cubicBezTo>
                <a:cubicBezTo>
                  <a:pt x="90534" y="145665"/>
                  <a:pt x="90534" y="148925"/>
                  <a:pt x="90534" y="151100"/>
                </a:cubicBezTo>
                <a:cubicBezTo>
                  <a:pt x="71991" y="151100"/>
                  <a:pt x="54539" y="151100"/>
                  <a:pt x="35996" y="151100"/>
                </a:cubicBezTo>
                <a:cubicBezTo>
                  <a:pt x="35996" y="148925"/>
                  <a:pt x="35996" y="146752"/>
                  <a:pt x="35996" y="143491"/>
                </a:cubicBezTo>
                <a:cubicBezTo>
                  <a:pt x="39268" y="143491"/>
                  <a:pt x="42541" y="142404"/>
                  <a:pt x="44722" y="142404"/>
                </a:cubicBezTo>
                <a:cubicBezTo>
                  <a:pt x="51267" y="141317"/>
                  <a:pt x="53448" y="139142"/>
                  <a:pt x="53448" y="133707"/>
                </a:cubicBezTo>
                <a:cubicBezTo>
                  <a:pt x="53448" y="131533"/>
                  <a:pt x="53448" y="130446"/>
                  <a:pt x="53448" y="128273"/>
                </a:cubicBezTo>
                <a:cubicBezTo>
                  <a:pt x="53448" y="93486"/>
                  <a:pt x="53448" y="58701"/>
                  <a:pt x="53448" y="23915"/>
                </a:cubicBezTo>
                <a:cubicBezTo>
                  <a:pt x="53448" y="15218"/>
                  <a:pt x="53448" y="14131"/>
                  <a:pt x="44722" y="15218"/>
                </a:cubicBezTo>
                <a:cubicBezTo>
                  <a:pt x="41450" y="15218"/>
                  <a:pt x="38177" y="15218"/>
                  <a:pt x="34905" y="16306"/>
                </a:cubicBezTo>
                <a:cubicBezTo>
                  <a:pt x="28360" y="17393"/>
                  <a:pt x="22907" y="19567"/>
                  <a:pt x="19634" y="25002"/>
                </a:cubicBezTo>
                <a:cubicBezTo>
                  <a:pt x="16361" y="29351"/>
                  <a:pt x="14181" y="34785"/>
                  <a:pt x="11999" y="39134"/>
                </a:cubicBezTo>
                <a:cubicBezTo>
                  <a:pt x="10908" y="41308"/>
                  <a:pt x="9817" y="43482"/>
                  <a:pt x="8726" y="45656"/>
                </a:cubicBezTo>
                <a:cubicBezTo>
                  <a:pt x="5453" y="44569"/>
                  <a:pt x="3273" y="43482"/>
                  <a:pt x="0" y="42395"/>
                </a:cubicBezTo>
                <a:cubicBezTo>
                  <a:pt x="5453" y="28264"/>
                  <a:pt x="9817" y="14131"/>
                  <a:pt x="14181" y="0"/>
                </a:cubicBezTo>
                <a:cubicBezTo>
                  <a:pt x="16361" y="0"/>
                  <a:pt x="18543" y="0"/>
                  <a:pt x="20725" y="0"/>
                </a:cubicBezTo>
                <a:cubicBezTo>
                  <a:pt x="21816" y="1087"/>
                  <a:pt x="21816" y="3261"/>
                  <a:pt x="22907" y="4348"/>
                </a:cubicBezTo>
                <a:cubicBezTo>
                  <a:pt x="50176" y="4348"/>
                  <a:pt x="76355" y="4348"/>
                  <a:pt x="103624" y="4348"/>
                </a:cubicBezTo>
                <a:cubicBezTo>
                  <a:pt x="103624" y="3261"/>
                  <a:pt x="104715" y="1087"/>
                  <a:pt x="105806" y="0"/>
                </a:cubicBezTo>
                <a:cubicBezTo>
                  <a:pt x="106897" y="0"/>
                  <a:pt x="109079" y="0"/>
                  <a:pt x="112351" y="0"/>
                </a:cubicBezTo>
                <a:cubicBezTo>
                  <a:pt x="116714" y="14131"/>
                  <a:pt x="122168" y="28264"/>
                  <a:pt x="126531" y="42395"/>
                </a:cubicBezTo>
                <a:cubicBezTo>
                  <a:pt x="123259" y="43482"/>
                  <a:pt x="121077" y="44569"/>
                  <a:pt x="117805" y="4565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7" name="Freeform 17"/>
          <p:cNvSpPr/>
          <p:nvPr/>
        </p:nvSpPr>
        <p:spPr>
          <a:xfrm>
            <a:off x="6007100" y="1574800"/>
            <a:ext cx="54052" cy="146186"/>
          </a:xfrm>
          <a:custGeom>
            <a:avLst/>
            <a:gdLst/>
            <a:ahLst/>
            <a:cxnLst/>
            <a:rect l="l" t="t" r="r" b="b"/>
            <a:pathLst>
              <a:path w="54052" h="146186">
                <a:moveTo>
                  <a:pt x="0" y="146186"/>
                </a:moveTo>
                <a:cubicBezTo>
                  <a:pt x="0" y="144004"/>
                  <a:pt x="0" y="141822"/>
                  <a:pt x="0" y="138549"/>
                </a:cubicBezTo>
                <a:cubicBezTo>
                  <a:pt x="3244" y="138549"/>
                  <a:pt x="6486" y="138549"/>
                  <a:pt x="9729" y="137458"/>
                </a:cubicBezTo>
                <a:cubicBezTo>
                  <a:pt x="14054" y="136368"/>
                  <a:pt x="16215" y="135277"/>
                  <a:pt x="17296" y="129822"/>
                </a:cubicBezTo>
                <a:cubicBezTo>
                  <a:pt x="17296" y="127640"/>
                  <a:pt x="17296" y="125458"/>
                  <a:pt x="17296" y="123276"/>
                </a:cubicBezTo>
                <a:cubicBezTo>
                  <a:pt x="17296" y="89458"/>
                  <a:pt x="17296" y="56728"/>
                  <a:pt x="17296" y="22910"/>
                </a:cubicBezTo>
                <a:cubicBezTo>
                  <a:pt x="17296" y="19637"/>
                  <a:pt x="17296" y="17455"/>
                  <a:pt x="17296" y="14182"/>
                </a:cubicBezTo>
                <a:cubicBezTo>
                  <a:pt x="16215" y="10909"/>
                  <a:pt x="14054" y="8727"/>
                  <a:pt x="9729" y="8727"/>
                </a:cubicBezTo>
                <a:cubicBezTo>
                  <a:pt x="6486" y="7637"/>
                  <a:pt x="4324" y="7637"/>
                  <a:pt x="1081" y="7637"/>
                </a:cubicBezTo>
                <a:cubicBezTo>
                  <a:pt x="1081" y="4364"/>
                  <a:pt x="1081" y="2182"/>
                  <a:pt x="1081" y="0"/>
                </a:cubicBezTo>
                <a:cubicBezTo>
                  <a:pt x="18378" y="0"/>
                  <a:pt x="35674" y="0"/>
                  <a:pt x="52970" y="0"/>
                </a:cubicBezTo>
                <a:cubicBezTo>
                  <a:pt x="52970" y="2182"/>
                  <a:pt x="52970" y="4364"/>
                  <a:pt x="52970" y="7637"/>
                </a:cubicBezTo>
                <a:cubicBezTo>
                  <a:pt x="50809" y="7637"/>
                  <a:pt x="47565" y="7637"/>
                  <a:pt x="45404" y="8727"/>
                </a:cubicBezTo>
                <a:cubicBezTo>
                  <a:pt x="41079" y="8727"/>
                  <a:pt x="37836" y="10909"/>
                  <a:pt x="36755" y="16364"/>
                </a:cubicBezTo>
                <a:cubicBezTo>
                  <a:pt x="36755" y="18546"/>
                  <a:pt x="35674" y="21819"/>
                  <a:pt x="35674" y="25091"/>
                </a:cubicBezTo>
                <a:cubicBezTo>
                  <a:pt x="35674" y="57819"/>
                  <a:pt x="35674" y="90548"/>
                  <a:pt x="35674" y="123276"/>
                </a:cubicBezTo>
                <a:cubicBezTo>
                  <a:pt x="35674" y="135277"/>
                  <a:pt x="38918" y="137458"/>
                  <a:pt x="49728" y="138549"/>
                </a:cubicBezTo>
                <a:cubicBezTo>
                  <a:pt x="50809" y="138549"/>
                  <a:pt x="51890" y="138549"/>
                  <a:pt x="52970" y="138549"/>
                </a:cubicBezTo>
                <a:cubicBezTo>
                  <a:pt x="52970" y="139640"/>
                  <a:pt x="54052" y="140731"/>
                  <a:pt x="54052" y="142913"/>
                </a:cubicBezTo>
                <a:cubicBezTo>
                  <a:pt x="54052" y="144004"/>
                  <a:pt x="52970" y="145095"/>
                  <a:pt x="52970" y="146186"/>
                </a:cubicBezTo>
                <a:cubicBezTo>
                  <a:pt x="35674" y="146186"/>
                  <a:pt x="18378" y="146186"/>
                  <a:pt x="0" y="146186"/>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8" name="Freeform 18"/>
          <p:cNvSpPr/>
          <p:nvPr/>
        </p:nvSpPr>
        <p:spPr>
          <a:xfrm>
            <a:off x="7404100" y="1574800"/>
            <a:ext cx="52824" cy="147415"/>
          </a:xfrm>
          <a:custGeom>
            <a:avLst/>
            <a:gdLst/>
            <a:ahLst/>
            <a:cxnLst/>
            <a:rect l="l" t="t" r="r" b="b"/>
            <a:pathLst>
              <a:path w="52824" h="147415">
                <a:moveTo>
                  <a:pt x="0" y="7644"/>
                </a:moveTo>
                <a:cubicBezTo>
                  <a:pt x="0" y="4368"/>
                  <a:pt x="0" y="2184"/>
                  <a:pt x="0" y="0"/>
                </a:cubicBezTo>
                <a:cubicBezTo>
                  <a:pt x="17249" y="0"/>
                  <a:pt x="34497" y="0"/>
                  <a:pt x="52824" y="0"/>
                </a:cubicBezTo>
                <a:cubicBezTo>
                  <a:pt x="52824" y="2184"/>
                  <a:pt x="52824" y="4368"/>
                  <a:pt x="52824" y="7644"/>
                </a:cubicBezTo>
                <a:cubicBezTo>
                  <a:pt x="49590" y="7644"/>
                  <a:pt x="47433" y="7644"/>
                  <a:pt x="45278" y="8736"/>
                </a:cubicBezTo>
                <a:cubicBezTo>
                  <a:pt x="39887" y="8736"/>
                  <a:pt x="37732" y="10919"/>
                  <a:pt x="36653" y="16379"/>
                </a:cubicBezTo>
                <a:cubicBezTo>
                  <a:pt x="35575" y="19656"/>
                  <a:pt x="35575" y="21839"/>
                  <a:pt x="35575" y="25116"/>
                </a:cubicBezTo>
                <a:cubicBezTo>
                  <a:pt x="35575" y="57874"/>
                  <a:pt x="35575" y="90634"/>
                  <a:pt x="35575" y="123392"/>
                </a:cubicBezTo>
                <a:cubicBezTo>
                  <a:pt x="35575" y="135404"/>
                  <a:pt x="37732" y="137587"/>
                  <a:pt x="49590" y="138679"/>
                </a:cubicBezTo>
                <a:cubicBezTo>
                  <a:pt x="50668" y="138679"/>
                  <a:pt x="51746" y="138679"/>
                  <a:pt x="52824" y="138679"/>
                </a:cubicBezTo>
                <a:cubicBezTo>
                  <a:pt x="52824" y="140863"/>
                  <a:pt x="52824" y="144139"/>
                  <a:pt x="52824" y="146323"/>
                </a:cubicBezTo>
                <a:cubicBezTo>
                  <a:pt x="48511" y="147415"/>
                  <a:pt x="9703" y="147415"/>
                  <a:pt x="0" y="146323"/>
                </a:cubicBezTo>
                <a:cubicBezTo>
                  <a:pt x="0" y="144139"/>
                  <a:pt x="0" y="141956"/>
                  <a:pt x="0" y="138679"/>
                </a:cubicBezTo>
                <a:cubicBezTo>
                  <a:pt x="3235" y="138679"/>
                  <a:pt x="5390" y="138679"/>
                  <a:pt x="7546" y="137587"/>
                </a:cubicBezTo>
                <a:cubicBezTo>
                  <a:pt x="14014" y="137587"/>
                  <a:pt x="16171" y="135404"/>
                  <a:pt x="17249" y="128852"/>
                </a:cubicBezTo>
                <a:cubicBezTo>
                  <a:pt x="17249" y="127759"/>
                  <a:pt x="17249" y="125576"/>
                  <a:pt x="17249" y="123392"/>
                </a:cubicBezTo>
                <a:cubicBezTo>
                  <a:pt x="17249" y="89541"/>
                  <a:pt x="17249" y="55690"/>
                  <a:pt x="17249" y="21839"/>
                </a:cubicBezTo>
                <a:cubicBezTo>
                  <a:pt x="17249" y="19656"/>
                  <a:pt x="16171" y="17471"/>
                  <a:pt x="16171" y="14196"/>
                </a:cubicBezTo>
                <a:cubicBezTo>
                  <a:pt x="15093" y="10919"/>
                  <a:pt x="12936" y="8736"/>
                  <a:pt x="9703" y="8736"/>
                </a:cubicBezTo>
                <a:cubicBezTo>
                  <a:pt x="6468" y="7644"/>
                  <a:pt x="3235" y="7644"/>
                  <a:pt x="0" y="7644"/>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19" name="Freeform 19"/>
          <p:cNvSpPr/>
          <p:nvPr/>
        </p:nvSpPr>
        <p:spPr>
          <a:xfrm>
            <a:off x="6756400" y="1574800"/>
            <a:ext cx="52824" cy="146186"/>
          </a:xfrm>
          <a:custGeom>
            <a:avLst/>
            <a:gdLst/>
            <a:ahLst/>
            <a:cxnLst/>
            <a:rect l="l" t="t" r="r" b="b"/>
            <a:pathLst>
              <a:path w="52824" h="146186">
                <a:moveTo>
                  <a:pt x="0" y="7637"/>
                </a:moveTo>
                <a:cubicBezTo>
                  <a:pt x="0" y="4364"/>
                  <a:pt x="0" y="2182"/>
                  <a:pt x="0" y="0"/>
                </a:cubicBezTo>
                <a:cubicBezTo>
                  <a:pt x="17249" y="0"/>
                  <a:pt x="34497" y="0"/>
                  <a:pt x="52824" y="0"/>
                </a:cubicBezTo>
                <a:cubicBezTo>
                  <a:pt x="52824" y="2182"/>
                  <a:pt x="52824" y="4364"/>
                  <a:pt x="52824" y="7637"/>
                </a:cubicBezTo>
                <a:cubicBezTo>
                  <a:pt x="49590" y="7637"/>
                  <a:pt x="47433" y="7637"/>
                  <a:pt x="45278" y="8727"/>
                </a:cubicBezTo>
                <a:cubicBezTo>
                  <a:pt x="39887" y="8727"/>
                  <a:pt x="36653" y="10909"/>
                  <a:pt x="36653" y="16364"/>
                </a:cubicBezTo>
                <a:cubicBezTo>
                  <a:pt x="35575" y="19637"/>
                  <a:pt x="35575" y="22910"/>
                  <a:pt x="35575" y="25091"/>
                </a:cubicBezTo>
                <a:cubicBezTo>
                  <a:pt x="35575" y="57819"/>
                  <a:pt x="35575" y="90548"/>
                  <a:pt x="35575" y="122185"/>
                </a:cubicBezTo>
                <a:cubicBezTo>
                  <a:pt x="35575" y="125458"/>
                  <a:pt x="35575" y="128731"/>
                  <a:pt x="36653" y="130913"/>
                </a:cubicBezTo>
                <a:cubicBezTo>
                  <a:pt x="36653" y="135277"/>
                  <a:pt x="38810" y="137458"/>
                  <a:pt x="43122" y="137458"/>
                </a:cubicBezTo>
                <a:cubicBezTo>
                  <a:pt x="46356" y="137458"/>
                  <a:pt x="48511" y="138549"/>
                  <a:pt x="52824" y="138549"/>
                </a:cubicBezTo>
                <a:cubicBezTo>
                  <a:pt x="52824" y="140731"/>
                  <a:pt x="52824" y="144004"/>
                  <a:pt x="52824" y="146186"/>
                </a:cubicBezTo>
                <a:cubicBezTo>
                  <a:pt x="35575" y="146186"/>
                  <a:pt x="17249" y="146186"/>
                  <a:pt x="0" y="146186"/>
                </a:cubicBezTo>
                <a:cubicBezTo>
                  <a:pt x="0" y="144004"/>
                  <a:pt x="0" y="141822"/>
                  <a:pt x="0" y="138549"/>
                </a:cubicBezTo>
                <a:cubicBezTo>
                  <a:pt x="3235" y="138549"/>
                  <a:pt x="6468" y="138549"/>
                  <a:pt x="8625" y="137458"/>
                </a:cubicBezTo>
                <a:cubicBezTo>
                  <a:pt x="14014" y="136368"/>
                  <a:pt x="16171" y="134186"/>
                  <a:pt x="16171" y="129822"/>
                </a:cubicBezTo>
                <a:cubicBezTo>
                  <a:pt x="17249" y="126549"/>
                  <a:pt x="17249" y="123276"/>
                  <a:pt x="17249" y="120004"/>
                </a:cubicBezTo>
                <a:cubicBezTo>
                  <a:pt x="17249" y="88367"/>
                  <a:pt x="17249" y="57819"/>
                  <a:pt x="17249" y="27273"/>
                </a:cubicBezTo>
                <a:cubicBezTo>
                  <a:pt x="17249" y="22910"/>
                  <a:pt x="17249" y="19637"/>
                  <a:pt x="16171" y="16364"/>
                </a:cubicBezTo>
                <a:cubicBezTo>
                  <a:pt x="16171" y="10909"/>
                  <a:pt x="14014" y="8727"/>
                  <a:pt x="8625" y="8727"/>
                </a:cubicBezTo>
                <a:cubicBezTo>
                  <a:pt x="5390" y="7637"/>
                  <a:pt x="3235" y="7637"/>
                  <a:pt x="0" y="7637"/>
                </a:cubicBezTo>
                <a:close/>
              </a:path>
            </a:pathLst>
          </a:custGeom>
          <a:solidFill>
            <a:srgbClr val="000000">
              <a:alpha val="80000"/>
            </a:srgbClr>
          </a:solidFill>
          <a:ln w="25400" cap="flat" cmpd="sng">
            <a:noFill/>
            <a:prstDash val="solid"/>
            <a:round/>
          </a:ln>
        </p:spPr>
        <p:txBody>
          <a:bodyPr vert="horz" wrap="square" lIns="63500" tIns="63500" rIns="63500" bIns="63500" rtlCol="0" anchor="ctr"/>
          <a:lstStyle/>
          <a:p>
            <a:pPr algn="ctr">
              <a:defRPr/>
            </a:pPr>
          </a:p>
        </p:txBody>
      </p:sp>
      <p:sp>
        <p:nvSpPr>
          <p:cNvPr id="20" name="Freeform 20"/>
          <p:cNvSpPr/>
          <p:nvPr/>
        </p:nvSpPr>
        <p:spPr>
          <a:xfrm>
            <a:off x="7366000" y="876300"/>
            <a:ext cx="355022" cy="396790"/>
          </a:xfrm>
          <a:custGeom>
            <a:avLst/>
            <a:gdLst/>
            <a:ahLst/>
            <a:cxnLst/>
            <a:rect l="l" t="t" r="r" b="b"/>
            <a:pathLst>
              <a:path w="355022" h="396790">
                <a:moveTo>
                  <a:pt x="355022" y="113682"/>
                </a:moveTo>
                <a:cubicBezTo>
                  <a:pt x="355022" y="113682"/>
                  <a:pt x="353930" y="114774"/>
                  <a:pt x="353930" y="115867"/>
                </a:cubicBezTo>
                <a:cubicBezTo>
                  <a:pt x="352838" y="118053"/>
                  <a:pt x="352838" y="121332"/>
                  <a:pt x="351744" y="124611"/>
                </a:cubicBezTo>
                <a:cubicBezTo>
                  <a:pt x="340821" y="150846"/>
                  <a:pt x="327712" y="174894"/>
                  <a:pt x="309142" y="195663"/>
                </a:cubicBezTo>
                <a:cubicBezTo>
                  <a:pt x="300403" y="205500"/>
                  <a:pt x="291664" y="215337"/>
                  <a:pt x="282926" y="224083"/>
                </a:cubicBezTo>
                <a:cubicBezTo>
                  <a:pt x="278555" y="228455"/>
                  <a:pt x="274187" y="230641"/>
                  <a:pt x="269817" y="233920"/>
                </a:cubicBezTo>
                <a:cubicBezTo>
                  <a:pt x="266540" y="237199"/>
                  <a:pt x="263262" y="239386"/>
                  <a:pt x="261078" y="243757"/>
                </a:cubicBezTo>
                <a:cubicBezTo>
                  <a:pt x="258893" y="247038"/>
                  <a:pt x="259986" y="248130"/>
                  <a:pt x="263262" y="249224"/>
                </a:cubicBezTo>
                <a:cubicBezTo>
                  <a:pt x="265448" y="249224"/>
                  <a:pt x="267632" y="249224"/>
                  <a:pt x="268724" y="249224"/>
                </a:cubicBezTo>
                <a:cubicBezTo>
                  <a:pt x="278555" y="250317"/>
                  <a:pt x="287294" y="251409"/>
                  <a:pt x="296033" y="251409"/>
                </a:cubicBezTo>
                <a:cubicBezTo>
                  <a:pt x="297127" y="251409"/>
                  <a:pt x="299311" y="252503"/>
                  <a:pt x="300403" y="252503"/>
                </a:cubicBezTo>
                <a:cubicBezTo>
                  <a:pt x="305866" y="254688"/>
                  <a:pt x="308050" y="256875"/>
                  <a:pt x="308050" y="262340"/>
                </a:cubicBezTo>
                <a:cubicBezTo>
                  <a:pt x="309142" y="269992"/>
                  <a:pt x="308050" y="276550"/>
                  <a:pt x="304773" y="283110"/>
                </a:cubicBezTo>
                <a:cubicBezTo>
                  <a:pt x="302588" y="289668"/>
                  <a:pt x="298219" y="296226"/>
                  <a:pt x="293849" y="302785"/>
                </a:cubicBezTo>
                <a:cubicBezTo>
                  <a:pt x="284018" y="315901"/>
                  <a:pt x="270909" y="325740"/>
                  <a:pt x="258893" y="335577"/>
                </a:cubicBezTo>
                <a:cubicBezTo>
                  <a:pt x="254523" y="339950"/>
                  <a:pt x="249061" y="343229"/>
                  <a:pt x="243600" y="345415"/>
                </a:cubicBezTo>
                <a:cubicBezTo>
                  <a:pt x="232675" y="350881"/>
                  <a:pt x="221752" y="357439"/>
                  <a:pt x="210829" y="362904"/>
                </a:cubicBezTo>
                <a:cubicBezTo>
                  <a:pt x="204274" y="365091"/>
                  <a:pt x="198812" y="368370"/>
                  <a:pt x="192258" y="371649"/>
                </a:cubicBezTo>
                <a:cubicBezTo>
                  <a:pt x="188981" y="372742"/>
                  <a:pt x="184611" y="372742"/>
                  <a:pt x="181334" y="373835"/>
                </a:cubicBezTo>
                <a:cubicBezTo>
                  <a:pt x="179150" y="373835"/>
                  <a:pt x="175872" y="372742"/>
                  <a:pt x="174780" y="370556"/>
                </a:cubicBezTo>
                <a:cubicBezTo>
                  <a:pt x="173688" y="368370"/>
                  <a:pt x="174780" y="366184"/>
                  <a:pt x="176964" y="363997"/>
                </a:cubicBezTo>
                <a:cubicBezTo>
                  <a:pt x="178058" y="362904"/>
                  <a:pt x="179150" y="360718"/>
                  <a:pt x="180242" y="359625"/>
                </a:cubicBezTo>
                <a:cubicBezTo>
                  <a:pt x="188981" y="353066"/>
                  <a:pt x="197720" y="345415"/>
                  <a:pt x="206459" y="338856"/>
                </a:cubicBezTo>
                <a:cubicBezTo>
                  <a:pt x="209737" y="335577"/>
                  <a:pt x="211921" y="333392"/>
                  <a:pt x="213013" y="330112"/>
                </a:cubicBezTo>
                <a:cubicBezTo>
                  <a:pt x="214105" y="327925"/>
                  <a:pt x="216290" y="324646"/>
                  <a:pt x="218476" y="322461"/>
                </a:cubicBezTo>
                <a:cubicBezTo>
                  <a:pt x="223937" y="318088"/>
                  <a:pt x="229399" y="313715"/>
                  <a:pt x="233769" y="308251"/>
                </a:cubicBezTo>
                <a:cubicBezTo>
                  <a:pt x="237046" y="306064"/>
                  <a:pt x="238138" y="303878"/>
                  <a:pt x="239230" y="300599"/>
                </a:cubicBezTo>
                <a:cubicBezTo>
                  <a:pt x="239230" y="296226"/>
                  <a:pt x="241416" y="292947"/>
                  <a:pt x="243600" y="289668"/>
                </a:cubicBezTo>
                <a:cubicBezTo>
                  <a:pt x="245784" y="287481"/>
                  <a:pt x="247969" y="285295"/>
                  <a:pt x="250154" y="283110"/>
                </a:cubicBezTo>
                <a:cubicBezTo>
                  <a:pt x="247969" y="279829"/>
                  <a:pt x="244692" y="279829"/>
                  <a:pt x="240322" y="280923"/>
                </a:cubicBezTo>
                <a:cubicBezTo>
                  <a:pt x="231583" y="284202"/>
                  <a:pt x="223937" y="288574"/>
                  <a:pt x="217382" y="295133"/>
                </a:cubicBezTo>
                <a:cubicBezTo>
                  <a:pt x="209737" y="301691"/>
                  <a:pt x="203182" y="308251"/>
                  <a:pt x="195536" y="315901"/>
                </a:cubicBezTo>
                <a:cubicBezTo>
                  <a:pt x="184611" y="326832"/>
                  <a:pt x="171503" y="335577"/>
                  <a:pt x="157302" y="343229"/>
                </a:cubicBezTo>
                <a:cubicBezTo>
                  <a:pt x="143101" y="349787"/>
                  <a:pt x="129992" y="358532"/>
                  <a:pt x="115792" y="366184"/>
                </a:cubicBezTo>
                <a:cubicBezTo>
                  <a:pt x="97221" y="376022"/>
                  <a:pt x="78651" y="384766"/>
                  <a:pt x="57895" y="390232"/>
                </a:cubicBezTo>
                <a:cubicBezTo>
                  <a:pt x="46972" y="394604"/>
                  <a:pt x="34955" y="396790"/>
                  <a:pt x="21848" y="396790"/>
                </a:cubicBezTo>
                <a:cubicBezTo>
                  <a:pt x="17478" y="395696"/>
                  <a:pt x="13109" y="394604"/>
                  <a:pt x="7647" y="394604"/>
                </a:cubicBezTo>
                <a:cubicBezTo>
                  <a:pt x="6554" y="394604"/>
                  <a:pt x="5462" y="393511"/>
                  <a:pt x="4370" y="393511"/>
                </a:cubicBezTo>
                <a:cubicBezTo>
                  <a:pt x="0" y="391325"/>
                  <a:pt x="0" y="388045"/>
                  <a:pt x="4370" y="384766"/>
                </a:cubicBezTo>
                <a:cubicBezTo>
                  <a:pt x="30587" y="368370"/>
                  <a:pt x="57895" y="350881"/>
                  <a:pt x="85206" y="334484"/>
                </a:cubicBezTo>
                <a:cubicBezTo>
                  <a:pt x="91760" y="330112"/>
                  <a:pt x="99407" y="325740"/>
                  <a:pt x="107053" y="324646"/>
                </a:cubicBezTo>
                <a:cubicBezTo>
                  <a:pt x="109238" y="323553"/>
                  <a:pt x="110330" y="322461"/>
                  <a:pt x="111422" y="322461"/>
                </a:cubicBezTo>
                <a:cubicBezTo>
                  <a:pt x="147471" y="300599"/>
                  <a:pt x="184611" y="280923"/>
                  <a:pt x="222844" y="263434"/>
                </a:cubicBezTo>
                <a:cubicBezTo>
                  <a:pt x="223937" y="262340"/>
                  <a:pt x="226122" y="261248"/>
                  <a:pt x="227214" y="260154"/>
                </a:cubicBezTo>
                <a:cubicBezTo>
                  <a:pt x="228307" y="259061"/>
                  <a:pt x="229399" y="256875"/>
                  <a:pt x="229399" y="255782"/>
                </a:cubicBezTo>
                <a:cubicBezTo>
                  <a:pt x="229399" y="254688"/>
                  <a:pt x="227214" y="253596"/>
                  <a:pt x="226122" y="253596"/>
                </a:cubicBezTo>
                <a:cubicBezTo>
                  <a:pt x="219568" y="252503"/>
                  <a:pt x="214105" y="254688"/>
                  <a:pt x="207551" y="256875"/>
                </a:cubicBezTo>
                <a:cubicBezTo>
                  <a:pt x="200997" y="260154"/>
                  <a:pt x="194443" y="262340"/>
                  <a:pt x="186797" y="265619"/>
                </a:cubicBezTo>
                <a:cubicBezTo>
                  <a:pt x="185703" y="265619"/>
                  <a:pt x="184611" y="266713"/>
                  <a:pt x="183519" y="266713"/>
                </a:cubicBezTo>
                <a:cubicBezTo>
                  <a:pt x="179150" y="266713"/>
                  <a:pt x="178058" y="266713"/>
                  <a:pt x="178058" y="261248"/>
                </a:cubicBezTo>
                <a:cubicBezTo>
                  <a:pt x="178058" y="257969"/>
                  <a:pt x="179150" y="254688"/>
                  <a:pt x="181334" y="252503"/>
                </a:cubicBezTo>
                <a:cubicBezTo>
                  <a:pt x="182427" y="250317"/>
                  <a:pt x="184611" y="249224"/>
                  <a:pt x="185703" y="247038"/>
                </a:cubicBezTo>
                <a:cubicBezTo>
                  <a:pt x="187889" y="242665"/>
                  <a:pt x="187889" y="238293"/>
                  <a:pt x="183519" y="235014"/>
                </a:cubicBezTo>
                <a:cubicBezTo>
                  <a:pt x="179150" y="231734"/>
                  <a:pt x="173688" y="228455"/>
                  <a:pt x="168225" y="225176"/>
                </a:cubicBezTo>
                <a:cubicBezTo>
                  <a:pt x="161671" y="221897"/>
                  <a:pt x="156210" y="224083"/>
                  <a:pt x="150748" y="229547"/>
                </a:cubicBezTo>
                <a:cubicBezTo>
                  <a:pt x="145285" y="235014"/>
                  <a:pt x="139824" y="239386"/>
                  <a:pt x="133270" y="244851"/>
                </a:cubicBezTo>
                <a:cubicBezTo>
                  <a:pt x="128900" y="249224"/>
                  <a:pt x="122345" y="252503"/>
                  <a:pt x="116884" y="256875"/>
                </a:cubicBezTo>
                <a:cubicBezTo>
                  <a:pt x="114700" y="257969"/>
                  <a:pt x="111422" y="260154"/>
                  <a:pt x="108146" y="257969"/>
                </a:cubicBezTo>
                <a:cubicBezTo>
                  <a:pt x="105960" y="255782"/>
                  <a:pt x="105960" y="252503"/>
                  <a:pt x="107053" y="250317"/>
                </a:cubicBezTo>
                <a:cubicBezTo>
                  <a:pt x="107053" y="247038"/>
                  <a:pt x="108146" y="244851"/>
                  <a:pt x="109238" y="242665"/>
                </a:cubicBezTo>
                <a:cubicBezTo>
                  <a:pt x="111422" y="239386"/>
                  <a:pt x="114700" y="237199"/>
                  <a:pt x="116884" y="233920"/>
                </a:cubicBezTo>
                <a:cubicBezTo>
                  <a:pt x="120161" y="230641"/>
                  <a:pt x="123439" y="227362"/>
                  <a:pt x="126716" y="222989"/>
                </a:cubicBezTo>
                <a:cubicBezTo>
                  <a:pt x="128900" y="220803"/>
                  <a:pt x="129992" y="216431"/>
                  <a:pt x="131086" y="213152"/>
                </a:cubicBezTo>
                <a:cubicBezTo>
                  <a:pt x="133270" y="208779"/>
                  <a:pt x="133270" y="204406"/>
                  <a:pt x="128900" y="200035"/>
                </a:cubicBezTo>
                <a:cubicBezTo>
                  <a:pt x="126716" y="198942"/>
                  <a:pt x="125623" y="197848"/>
                  <a:pt x="125623" y="195663"/>
                </a:cubicBezTo>
                <a:cubicBezTo>
                  <a:pt x="123439" y="193476"/>
                  <a:pt x="123439" y="191290"/>
                  <a:pt x="126716" y="190196"/>
                </a:cubicBezTo>
                <a:cubicBezTo>
                  <a:pt x="134362" y="189104"/>
                  <a:pt x="142009" y="186917"/>
                  <a:pt x="149656" y="185825"/>
                </a:cubicBezTo>
                <a:cubicBezTo>
                  <a:pt x="152932" y="185825"/>
                  <a:pt x="154024" y="184732"/>
                  <a:pt x="156210" y="182545"/>
                </a:cubicBezTo>
                <a:cubicBezTo>
                  <a:pt x="159487" y="178173"/>
                  <a:pt x="163857" y="173801"/>
                  <a:pt x="167133" y="169428"/>
                </a:cubicBezTo>
                <a:cubicBezTo>
                  <a:pt x="169318" y="166149"/>
                  <a:pt x="171503" y="162870"/>
                  <a:pt x="172596" y="158497"/>
                </a:cubicBezTo>
                <a:cubicBezTo>
                  <a:pt x="173688" y="154125"/>
                  <a:pt x="171503" y="153032"/>
                  <a:pt x="168225" y="154125"/>
                </a:cubicBezTo>
                <a:cubicBezTo>
                  <a:pt x="164949" y="154125"/>
                  <a:pt x="162764" y="155218"/>
                  <a:pt x="160579" y="157404"/>
                </a:cubicBezTo>
                <a:cubicBezTo>
                  <a:pt x="157302" y="159591"/>
                  <a:pt x="152932" y="159591"/>
                  <a:pt x="149656" y="158497"/>
                </a:cubicBezTo>
                <a:cubicBezTo>
                  <a:pt x="146379" y="158497"/>
                  <a:pt x="145285" y="157404"/>
                  <a:pt x="144193" y="154125"/>
                </a:cubicBezTo>
                <a:cubicBezTo>
                  <a:pt x="144193" y="151939"/>
                  <a:pt x="144193" y="149753"/>
                  <a:pt x="146379" y="147566"/>
                </a:cubicBezTo>
                <a:cubicBezTo>
                  <a:pt x="149656" y="145381"/>
                  <a:pt x="151840" y="143194"/>
                  <a:pt x="154024" y="141008"/>
                </a:cubicBezTo>
                <a:cubicBezTo>
                  <a:pt x="156210" y="137729"/>
                  <a:pt x="157302" y="134450"/>
                  <a:pt x="157302" y="130077"/>
                </a:cubicBezTo>
                <a:cubicBezTo>
                  <a:pt x="157302" y="126798"/>
                  <a:pt x="156210" y="125705"/>
                  <a:pt x="152932" y="125705"/>
                </a:cubicBezTo>
                <a:cubicBezTo>
                  <a:pt x="148563" y="125705"/>
                  <a:pt x="144193" y="125705"/>
                  <a:pt x="140917" y="124611"/>
                </a:cubicBezTo>
                <a:cubicBezTo>
                  <a:pt x="129992" y="122425"/>
                  <a:pt x="124531" y="115867"/>
                  <a:pt x="122345" y="104936"/>
                </a:cubicBezTo>
                <a:cubicBezTo>
                  <a:pt x="122345" y="99470"/>
                  <a:pt x="123439" y="98378"/>
                  <a:pt x="128900" y="99470"/>
                </a:cubicBezTo>
                <a:cubicBezTo>
                  <a:pt x="132178" y="99470"/>
                  <a:pt x="135454" y="99470"/>
                  <a:pt x="138732" y="100564"/>
                </a:cubicBezTo>
                <a:cubicBezTo>
                  <a:pt x="149656" y="101657"/>
                  <a:pt x="159487" y="100564"/>
                  <a:pt x="169318" y="94005"/>
                </a:cubicBezTo>
                <a:cubicBezTo>
                  <a:pt x="172596" y="90726"/>
                  <a:pt x="178058" y="89633"/>
                  <a:pt x="182427" y="88539"/>
                </a:cubicBezTo>
                <a:cubicBezTo>
                  <a:pt x="190073" y="86354"/>
                  <a:pt x="196628" y="83075"/>
                  <a:pt x="200997" y="76516"/>
                </a:cubicBezTo>
                <a:cubicBezTo>
                  <a:pt x="210829" y="65585"/>
                  <a:pt x="218476" y="53561"/>
                  <a:pt x="221752" y="39351"/>
                </a:cubicBezTo>
                <a:cubicBezTo>
                  <a:pt x="222844" y="32793"/>
                  <a:pt x="223937" y="25141"/>
                  <a:pt x="223937" y="18583"/>
                </a:cubicBezTo>
                <a:cubicBezTo>
                  <a:pt x="222844" y="16396"/>
                  <a:pt x="222844" y="14210"/>
                  <a:pt x="222844" y="10931"/>
                </a:cubicBezTo>
                <a:cubicBezTo>
                  <a:pt x="222844" y="7652"/>
                  <a:pt x="222844" y="4373"/>
                  <a:pt x="226122" y="2186"/>
                </a:cubicBezTo>
                <a:cubicBezTo>
                  <a:pt x="230491" y="0"/>
                  <a:pt x="232675" y="2186"/>
                  <a:pt x="235953" y="3279"/>
                </a:cubicBezTo>
                <a:cubicBezTo>
                  <a:pt x="251247" y="12024"/>
                  <a:pt x="257801" y="30607"/>
                  <a:pt x="251247" y="47003"/>
                </a:cubicBezTo>
                <a:cubicBezTo>
                  <a:pt x="250154" y="52468"/>
                  <a:pt x="246877" y="56840"/>
                  <a:pt x="244692" y="61213"/>
                </a:cubicBezTo>
                <a:cubicBezTo>
                  <a:pt x="239230" y="69958"/>
                  <a:pt x="233769" y="78702"/>
                  <a:pt x="228307" y="87447"/>
                </a:cubicBezTo>
                <a:cubicBezTo>
                  <a:pt x="226122" y="90726"/>
                  <a:pt x="225029" y="95099"/>
                  <a:pt x="223937" y="99470"/>
                </a:cubicBezTo>
                <a:cubicBezTo>
                  <a:pt x="222844" y="101657"/>
                  <a:pt x="221752" y="103843"/>
                  <a:pt x="221752" y="107122"/>
                </a:cubicBezTo>
                <a:cubicBezTo>
                  <a:pt x="221752" y="111495"/>
                  <a:pt x="223937" y="113682"/>
                  <a:pt x="227214" y="114774"/>
                </a:cubicBezTo>
                <a:cubicBezTo>
                  <a:pt x="232675" y="115867"/>
                  <a:pt x="237046" y="114774"/>
                  <a:pt x="241416" y="113682"/>
                </a:cubicBezTo>
                <a:cubicBezTo>
                  <a:pt x="257801" y="106030"/>
                  <a:pt x="274187" y="99470"/>
                  <a:pt x="291664" y="95099"/>
                </a:cubicBezTo>
                <a:cubicBezTo>
                  <a:pt x="299311" y="92912"/>
                  <a:pt x="305866" y="91820"/>
                  <a:pt x="313512" y="89633"/>
                </a:cubicBezTo>
                <a:cubicBezTo>
                  <a:pt x="316789" y="89633"/>
                  <a:pt x="321159" y="89633"/>
                  <a:pt x="324435" y="92912"/>
                </a:cubicBezTo>
                <a:cubicBezTo>
                  <a:pt x="326620" y="94005"/>
                  <a:pt x="328806" y="94005"/>
                  <a:pt x="332082" y="94005"/>
                </a:cubicBezTo>
                <a:cubicBezTo>
                  <a:pt x="333174" y="95099"/>
                  <a:pt x="335359" y="94005"/>
                  <a:pt x="337544" y="94005"/>
                </a:cubicBezTo>
                <a:cubicBezTo>
                  <a:pt x="346283" y="94005"/>
                  <a:pt x="352838" y="97285"/>
                  <a:pt x="355022" y="106030"/>
                </a:cubicBezTo>
                <a:cubicBezTo>
                  <a:pt x="355022" y="108215"/>
                  <a:pt x="355022" y="110401"/>
                  <a:pt x="355022" y="113682"/>
                </a:cubicBezTo>
                <a:close/>
                <a:moveTo>
                  <a:pt x="225029" y="133356"/>
                </a:moveTo>
                <a:cubicBezTo>
                  <a:pt x="221752" y="133356"/>
                  <a:pt x="218476" y="134450"/>
                  <a:pt x="216290" y="137729"/>
                </a:cubicBezTo>
                <a:cubicBezTo>
                  <a:pt x="206459" y="150846"/>
                  <a:pt x="195536" y="163963"/>
                  <a:pt x="184611" y="177080"/>
                </a:cubicBezTo>
                <a:cubicBezTo>
                  <a:pt x="181334" y="181453"/>
                  <a:pt x="179150" y="185825"/>
                  <a:pt x="179150" y="191290"/>
                </a:cubicBezTo>
                <a:cubicBezTo>
                  <a:pt x="176964" y="201127"/>
                  <a:pt x="180242" y="205500"/>
                  <a:pt x="188981" y="210966"/>
                </a:cubicBezTo>
                <a:cubicBezTo>
                  <a:pt x="192258" y="213152"/>
                  <a:pt x="195536" y="212058"/>
                  <a:pt x="197720" y="208779"/>
                </a:cubicBezTo>
                <a:cubicBezTo>
                  <a:pt x="199904" y="205500"/>
                  <a:pt x="199904" y="203314"/>
                  <a:pt x="200997" y="200035"/>
                </a:cubicBezTo>
                <a:cubicBezTo>
                  <a:pt x="202090" y="196755"/>
                  <a:pt x="202090" y="192383"/>
                  <a:pt x="203182" y="189104"/>
                </a:cubicBezTo>
                <a:cubicBezTo>
                  <a:pt x="204274" y="186917"/>
                  <a:pt x="205367" y="183638"/>
                  <a:pt x="207551" y="182545"/>
                </a:cubicBezTo>
                <a:cubicBezTo>
                  <a:pt x="211921" y="179266"/>
                  <a:pt x="215198" y="180359"/>
                  <a:pt x="217382" y="185825"/>
                </a:cubicBezTo>
                <a:cubicBezTo>
                  <a:pt x="217382" y="186917"/>
                  <a:pt x="217382" y="186917"/>
                  <a:pt x="217382" y="188011"/>
                </a:cubicBezTo>
                <a:cubicBezTo>
                  <a:pt x="220660" y="200035"/>
                  <a:pt x="223937" y="210966"/>
                  <a:pt x="225029" y="222989"/>
                </a:cubicBezTo>
                <a:cubicBezTo>
                  <a:pt x="225029" y="225176"/>
                  <a:pt x="226122" y="228455"/>
                  <a:pt x="229399" y="229547"/>
                </a:cubicBezTo>
                <a:cubicBezTo>
                  <a:pt x="233769" y="229547"/>
                  <a:pt x="234861" y="227362"/>
                  <a:pt x="237046" y="225176"/>
                </a:cubicBezTo>
                <a:cubicBezTo>
                  <a:pt x="237046" y="224083"/>
                  <a:pt x="237046" y="224083"/>
                  <a:pt x="238138" y="222989"/>
                </a:cubicBezTo>
                <a:cubicBezTo>
                  <a:pt x="241416" y="217524"/>
                  <a:pt x="245784" y="210966"/>
                  <a:pt x="250154" y="205500"/>
                </a:cubicBezTo>
                <a:cubicBezTo>
                  <a:pt x="258893" y="193476"/>
                  <a:pt x="268724" y="182545"/>
                  <a:pt x="278555" y="171614"/>
                </a:cubicBezTo>
                <a:cubicBezTo>
                  <a:pt x="282926" y="166149"/>
                  <a:pt x="285110" y="160683"/>
                  <a:pt x="285110" y="154125"/>
                </a:cubicBezTo>
                <a:cubicBezTo>
                  <a:pt x="285110" y="149753"/>
                  <a:pt x="282926" y="147566"/>
                  <a:pt x="278555" y="146473"/>
                </a:cubicBezTo>
                <a:cubicBezTo>
                  <a:pt x="276371" y="146473"/>
                  <a:pt x="274187" y="146473"/>
                  <a:pt x="273094" y="146473"/>
                </a:cubicBezTo>
                <a:cubicBezTo>
                  <a:pt x="262170" y="143194"/>
                  <a:pt x="252339" y="141008"/>
                  <a:pt x="241416" y="137729"/>
                </a:cubicBezTo>
                <a:cubicBezTo>
                  <a:pt x="235953" y="136635"/>
                  <a:pt x="230491" y="134450"/>
                  <a:pt x="225029" y="13335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1" name="Freeform 21"/>
          <p:cNvSpPr/>
          <p:nvPr/>
        </p:nvSpPr>
        <p:spPr>
          <a:xfrm>
            <a:off x="6705600" y="952500"/>
            <a:ext cx="417673" cy="448385"/>
          </a:xfrm>
          <a:custGeom>
            <a:avLst/>
            <a:gdLst/>
            <a:ahLst/>
            <a:cxnLst/>
            <a:rect l="l" t="t" r="r" b="b"/>
            <a:pathLst>
              <a:path w="417673" h="448385">
                <a:moveTo>
                  <a:pt x="90514" y="447294"/>
                </a:moveTo>
                <a:cubicBezTo>
                  <a:pt x="97057" y="432021"/>
                  <a:pt x="104691" y="420019"/>
                  <a:pt x="121049" y="414565"/>
                </a:cubicBezTo>
                <a:cubicBezTo>
                  <a:pt x="130863" y="412383"/>
                  <a:pt x="139588" y="409110"/>
                  <a:pt x="148312" y="404746"/>
                </a:cubicBezTo>
                <a:cubicBezTo>
                  <a:pt x="183209" y="387292"/>
                  <a:pt x="205020" y="357835"/>
                  <a:pt x="215925" y="320742"/>
                </a:cubicBezTo>
                <a:cubicBezTo>
                  <a:pt x="217015" y="315288"/>
                  <a:pt x="218106" y="309833"/>
                  <a:pt x="219197" y="305469"/>
                </a:cubicBezTo>
                <a:cubicBezTo>
                  <a:pt x="220287" y="300015"/>
                  <a:pt x="219197" y="298924"/>
                  <a:pt x="214834" y="298924"/>
                </a:cubicBezTo>
                <a:cubicBezTo>
                  <a:pt x="202838" y="300015"/>
                  <a:pt x="191934" y="303287"/>
                  <a:pt x="181028" y="308742"/>
                </a:cubicBezTo>
                <a:cubicBezTo>
                  <a:pt x="173394" y="312015"/>
                  <a:pt x="165760" y="315288"/>
                  <a:pt x="157037" y="317470"/>
                </a:cubicBezTo>
                <a:cubicBezTo>
                  <a:pt x="148312" y="320742"/>
                  <a:pt x="141769" y="327288"/>
                  <a:pt x="134135" y="332743"/>
                </a:cubicBezTo>
                <a:cubicBezTo>
                  <a:pt x="114506" y="350199"/>
                  <a:pt x="91605" y="364381"/>
                  <a:pt x="67612" y="375290"/>
                </a:cubicBezTo>
                <a:cubicBezTo>
                  <a:pt x="57798" y="379655"/>
                  <a:pt x="46892" y="382928"/>
                  <a:pt x="37078" y="385110"/>
                </a:cubicBezTo>
                <a:cubicBezTo>
                  <a:pt x="26172" y="388383"/>
                  <a:pt x="16358" y="384019"/>
                  <a:pt x="9815" y="375290"/>
                </a:cubicBezTo>
                <a:cubicBezTo>
                  <a:pt x="4362" y="368744"/>
                  <a:pt x="1091" y="360017"/>
                  <a:pt x="1091" y="351290"/>
                </a:cubicBezTo>
                <a:cubicBezTo>
                  <a:pt x="1091" y="338198"/>
                  <a:pt x="0" y="326197"/>
                  <a:pt x="0" y="314197"/>
                </a:cubicBezTo>
                <a:cubicBezTo>
                  <a:pt x="0" y="312015"/>
                  <a:pt x="0" y="309833"/>
                  <a:pt x="1091" y="308742"/>
                </a:cubicBezTo>
                <a:cubicBezTo>
                  <a:pt x="1091" y="305469"/>
                  <a:pt x="4362" y="304378"/>
                  <a:pt x="6543" y="307651"/>
                </a:cubicBezTo>
                <a:cubicBezTo>
                  <a:pt x="7634" y="308742"/>
                  <a:pt x="7634" y="309833"/>
                  <a:pt x="8724" y="310924"/>
                </a:cubicBezTo>
                <a:cubicBezTo>
                  <a:pt x="9815" y="312015"/>
                  <a:pt x="9815" y="314197"/>
                  <a:pt x="10905" y="316379"/>
                </a:cubicBezTo>
                <a:cubicBezTo>
                  <a:pt x="17449" y="324015"/>
                  <a:pt x="25082" y="328379"/>
                  <a:pt x="34897" y="325106"/>
                </a:cubicBezTo>
                <a:cubicBezTo>
                  <a:pt x="40349" y="324015"/>
                  <a:pt x="44712" y="321833"/>
                  <a:pt x="50165" y="319651"/>
                </a:cubicBezTo>
                <a:cubicBezTo>
                  <a:pt x="52346" y="318560"/>
                  <a:pt x="55617" y="317470"/>
                  <a:pt x="57798" y="317470"/>
                </a:cubicBezTo>
                <a:cubicBezTo>
                  <a:pt x="63251" y="318560"/>
                  <a:pt x="66523" y="316379"/>
                  <a:pt x="70885" y="314197"/>
                </a:cubicBezTo>
                <a:cubicBezTo>
                  <a:pt x="83971" y="307651"/>
                  <a:pt x="97057" y="300015"/>
                  <a:pt x="109054" y="292378"/>
                </a:cubicBezTo>
                <a:cubicBezTo>
                  <a:pt x="128683" y="281468"/>
                  <a:pt x="149403" y="273831"/>
                  <a:pt x="170123" y="266195"/>
                </a:cubicBezTo>
                <a:cubicBezTo>
                  <a:pt x="184300" y="260740"/>
                  <a:pt x="199567" y="255285"/>
                  <a:pt x="214834" y="249831"/>
                </a:cubicBezTo>
                <a:cubicBezTo>
                  <a:pt x="217015" y="248740"/>
                  <a:pt x="219197" y="247649"/>
                  <a:pt x="221378" y="246558"/>
                </a:cubicBezTo>
                <a:cubicBezTo>
                  <a:pt x="231192" y="242193"/>
                  <a:pt x="237735" y="234556"/>
                  <a:pt x="238826" y="222556"/>
                </a:cubicBezTo>
                <a:cubicBezTo>
                  <a:pt x="241007" y="194191"/>
                  <a:pt x="243188" y="164736"/>
                  <a:pt x="242098" y="135279"/>
                </a:cubicBezTo>
                <a:cubicBezTo>
                  <a:pt x="241007" y="114551"/>
                  <a:pt x="237735" y="94913"/>
                  <a:pt x="229011" y="75277"/>
                </a:cubicBezTo>
                <a:cubicBezTo>
                  <a:pt x="223558" y="63275"/>
                  <a:pt x="219197" y="51275"/>
                  <a:pt x="214834" y="39275"/>
                </a:cubicBezTo>
                <a:cubicBezTo>
                  <a:pt x="211563" y="30547"/>
                  <a:pt x="210472" y="20728"/>
                  <a:pt x="211563" y="10909"/>
                </a:cubicBezTo>
                <a:cubicBezTo>
                  <a:pt x="211563" y="4364"/>
                  <a:pt x="217015" y="0"/>
                  <a:pt x="223558" y="2182"/>
                </a:cubicBezTo>
                <a:cubicBezTo>
                  <a:pt x="232283" y="4364"/>
                  <a:pt x="242098" y="5455"/>
                  <a:pt x="250822" y="7637"/>
                </a:cubicBezTo>
                <a:cubicBezTo>
                  <a:pt x="254094" y="7637"/>
                  <a:pt x="256275" y="9818"/>
                  <a:pt x="258455" y="10909"/>
                </a:cubicBezTo>
                <a:cubicBezTo>
                  <a:pt x="262818" y="14182"/>
                  <a:pt x="266089" y="17455"/>
                  <a:pt x="270452" y="20728"/>
                </a:cubicBezTo>
                <a:cubicBezTo>
                  <a:pt x="275904" y="25093"/>
                  <a:pt x="282447" y="28365"/>
                  <a:pt x="288991" y="31638"/>
                </a:cubicBezTo>
                <a:cubicBezTo>
                  <a:pt x="298806" y="36002"/>
                  <a:pt x="304258" y="43638"/>
                  <a:pt x="305349" y="53457"/>
                </a:cubicBezTo>
                <a:cubicBezTo>
                  <a:pt x="305349" y="60002"/>
                  <a:pt x="305349" y="65457"/>
                  <a:pt x="303167" y="72004"/>
                </a:cubicBezTo>
                <a:cubicBezTo>
                  <a:pt x="302077" y="74186"/>
                  <a:pt x="299895" y="76368"/>
                  <a:pt x="297715" y="78550"/>
                </a:cubicBezTo>
                <a:cubicBezTo>
                  <a:pt x="295534" y="80731"/>
                  <a:pt x="294443" y="81822"/>
                  <a:pt x="294443" y="84004"/>
                </a:cubicBezTo>
                <a:cubicBezTo>
                  <a:pt x="295534" y="113461"/>
                  <a:pt x="295534" y="142916"/>
                  <a:pt x="295534" y="172372"/>
                </a:cubicBezTo>
                <a:cubicBezTo>
                  <a:pt x="296624" y="180009"/>
                  <a:pt x="296624" y="187645"/>
                  <a:pt x="297715" y="195282"/>
                </a:cubicBezTo>
                <a:cubicBezTo>
                  <a:pt x="298806" y="199645"/>
                  <a:pt x="299895" y="200737"/>
                  <a:pt x="303167" y="198554"/>
                </a:cubicBezTo>
                <a:cubicBezTo>
                  <a:pt x="317344" y="192009"/>
                  <a:pt x="330431" y="185463"/>
                  <a:pt x="341335" y="174554"/>
                </a:cubicBezTo>
                <a:cubicBezTo>
                  <a:pt x="345698" y="169099"/>
                  <a:pt x="350060" y="163645"/>
                  <a:pt x="354423" y="157099"/>
                </a:cubicBezTo>
                <a:cubicBezTo>
                  <a:pt x="359875" y="150552"/>
                  <a:pt x="365327" y="144007"/>
                  <a:pt x="371871" y="139643"/>
                </a:cubicBezTo>
                <a:cubicBezTo>
                  <a:pt x="381686" y="133097"/>
                  <a:pt x="391500" y="130915"/>
                  <a:pt x="402406" y="133097"/>
                </a:cubicBezTo>
                <a:cubicBezTo>
                  <a:pt x="413311" y="135279"/>
                  <a:pt x="417673" y="142916"/>
                  <a:pt x="414401" y="153825"/>
                </a:cubicBezTo>
                <a:cubicBezTo>
                  <a:pt x="413311" y="159281"/>
                  <a:pt x="410040" y="164736"/>
                  <a:pt x="405677" y="168008"/>
                </a:cubicBezTo>
                <a:cubicBezTo>
                  <a:pt x="400224" y="174554"/>
                  <a:pt x="393681" y="180009"/>
                  <a:pt x="387138" y="184372"/>
                </a:cubicBezTo>
                <a:cubicBezTo>
                  <a:pt x="371871" y="194191"/>
                  <a:pt x="357694" y="206192"/>
                  <a:pt x="342426" y="217101"/>
                </a:cubicBezTo>
                <a:cubicBezTo>
                  <a:pt x="328249" y="228011"/>
                  <a:pt x="315163" y="238920"/>
                  <a:pt x="299895" y="249831"/>
                </a:cubicBezTo>
                <a:cubicBezTo>
                  <a:pt x="296624" y="253103"/>
                  <a:pt x="295534" y="255285"/>
                  <a:pt x="295534" y="259649"/>
                </a:cubicBezTo>
                <a:cubicBezTo>
                  <a:pt x="291172" y="286922"/>
                  <a:pt x="285718" y="313106"/>
                  <a:pt x="276995" y="338198"/>
                </a:cubicBezTo>
                <a:cubicBezTo>
                  <a:pt x="275904" y="342562"/>
                  <a:pt x="273723" y="345835"/>
                  <a:pt x="272632" y="349108"/>
                </a:cubicBezTo>
                <a:cubicBezTo>
                  <a:pt x="271543" y="351290"/>
                  <a:pt x="271543" y="353471"/>
                  <a:pt x="269361" y="354562"/>
                </a:cubicBezTo>
                <a:cubicBezTo>
                  <a:pt x="246460" y="380746"/>
                  <a:pt x="220287" y="404746"/>
                  <a:pt x="188662" y="421110"/>
                </a:cubicBezTo>
                <a:cubicBezTo>
                  <a:pt x="162489" y="436385"/>
                  <a:pt x="134135" y="445112"/>
                  <a:pt x="103600" y="447294"/>
                </a:cubicBezTo>
                <a:cubicBezTo>
                  <a:pt x="101420" y="447294"/>
                  <a:pt x="98148" y="448385"/>
                  <a:pt x="95966" y="448385"/>
                </a:cubicBezTo>
                <a:cubicBezTo>
                  <a:pt x="94877" y="448385"/>
                  <a:pt x="92695" y="448385"/>
                  <a:pt x="90514" y="44729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2" name="Freeform 22"/>
          <p:cNvSpPr/>
          <p:nvPr/>
        </p:nvSpPr>
        <p:spPr>
          <a:xfrm>
            <a:off x="5575300" y="952500"/>
            <a:ext cx="211294" cy="490153"/>
          </a:xfrm>
          <a:custGeom>
            <a:avLst/>
            <a:gdLst/>
            <a:ahLst/>
            <a:cxnLst/>
            <a:rect l="l" t="t" r="r" b="b"/>
            <a:pathLst>
              <a:path w="211294" h="490153">
                <a:moveTo>
                  <a:pt x="143417" y="400637"/>
                </a:moveTo>
                <a:cubicBezTo>
                  <a:pt x="141228" y="402821"/>
                  <a:pt x="140133" y="403912"/>
                  <a:pt x="139038" y="405004"/>
                </a:cubicBezTo>
                <a:cubicBezTo>
                  <a:pt x="122616" y="420287"/>
                  <a:pt x="106195" y="433388"/>
                  <a:pt x="87583" y="445395"/>
                </a:cubicBezTo>
                <a:cubicBezTo>
                  <a:pt x="81015" y="448671"/>
                  <a:pt x="75541" y="451945"/>
                  <a:pt x="68971" y="455220"/>
                </a:cubicBezTo>
                <a:cubicBezTo>
                  <a:pt x="66782" y="457403"/>
                  <a:pt x="64592" y="458495"/>
                  <a:pt x="62403" y="460679"/>
                </a:cubicBezTo>
                <a:cubicBezTo>
                  <a:pt x="59118" y="465045"/>
                  <a:pt x="54740" y="469411"/>
                  <a:pt x="51455" y="472686"/>
                </a:cubicBezTo>
                <a:cubicBezTo>
                  <a:pt x="48171" y="475962"/>
                  <a:pt x="44887" y="479237"/>
                  <a:pt x="41601" y="481420"/>
                </a:cubicBezTo>
                <a:cubicBezTo>
                  <a:pt x="29559" y="490153"/>
                  <a:pt x="14232" y="486879"/>
                  <a:pt x="7663" y="473779"/>
                </a:cubicBezTo>
                <a:cubicBezTo>
                  <a:pt x="4379" y="467228"/>
                  <a:pt x="2189" y="459586"/>
                  <a:pt x="1095" y="453037"/>
                </a:cubicBezTo>
                <a:cubicBezTo>
                  <a:pt x="0" y="441029"/>
                  <a:pt x="0" y="430112"/>
                  <a:pt x="1095" y="418104"/>
                </a:cubicBezTo>
                <a:cubicBezTo>
                  <a:pt x="2189" y="413737"/>
                  <a:pt x="3284" y="408278"/>
                  <a:pt x="7663" y="406095"/>
                </a:cubicBezTo>
                <a:cubicBezTo>
                  <a:pt x="21896" y="394087"/>
                  <a:pt x="30654" y="377712"/>
                  <a:pt x="36128" y="361338"/>
                </a:cubicBezTo>
                <a:cubicBezTo>
                  <a:pt x="39412" y="354787"/>
                  <a:pt x="40507" y="348238"/>
                  <a:pt x="42696" y="341688"/>
                </a:cubicBezTo>
                <a:cubicBezTo>
                  <a:pt x="45982" y="331862"/>
                  <a:pt x="49266" y="320947"/>
                  <a:pt x="53645" y="312213"/>
                </a:cubicBezTo>
                <a:cubicBezTo>
                  <a:pt x="61308" y="296930"/>
                  <a:pt x="61308" y="281647"/>
                  <a:pt x="58024" y="266363"/>
                </a:cubicBezTo>
                <a:cubicBezTo>
                  <a:pt x="56929" y="261997"/>
                  <a:pt x="55834" y="258722"/>
                  <a:pt x="54740" y="254356"/>
                </a:cubicBezTo>
                <a:cubicBezTo>
                  <a:pt x="53645" y="249989"/>
                  <a:pt x="51455" y="245622"/>
                  <a:pt x="48171" y="241256"/>
                </a:cubicBezTo>
                <a:cubicBezTo>
                  <a:pt x="45982" y="236889"/>
                  <a:pt x="42696" y="231431"/>
                  <a:pt x="41601" y="225972"/>
                </a:cubicBezTo>
                <a:cubicBezTo>
                  <a:pt x="39412" y="220514"/>
                  <a:pt x="41601" y="217240"/>
                  <a:pt x="48171" y="217240"/>
                </a:cubicBezTo>
                <a:cubicBezTo>
                  <a:pt x="52550" y="217240"/>
                  <a:pt x="55834" y="217240"/>
                  <a:pt x="59118" y="219423"/>
                </a:cubicBezTo>
                <a:cubicBezTo>
                  <a:pt x="60213" y="220514"/>
                  <a:pt x="61308" y="221606"/>
                  <a:pt x="62403" y="221606"/>
                </a:cubicBezTo>
                <a:cubicBezTo>
                  <a:pt x="67876" y="227065"/>
                  <a:pt x="74446" y="228156"/>
                  <a:pt x="82109" y="228156"/>
                </a:cubicBezTo>
                <a:cubicBezTo>
                  <a:pt x="90867" y="228156"/>
                  <a:pt x="98530" y="231431"/>
                  <a:pt x="105100" y="237980"/>
                </a:cubicBezTo>
                <a:cubicBezTo>
                  <a:pt x="108384" y="241256"/>
                  <a:pt x="112763" y="243439"/>
                  <a:pt x="117142" y="243439"/>
                </a:cubicBezTo>
                <a:cubicBezTo>
                  <a:pt x="120426" y="243439"/>
                  <a:pt x="122616" y="244531"/>
                  <a:pt x="125900" y="245622"/>
                </a:cubicBezTo>
                <a:cubicBezTo>
                  <a:pt x="131374" y="246714"/>
                  <a:pt x="135754" y="249989"/>
                  <a:pt x="137944" y="254356"/>
                </a:cubicBezTo>
                <a:cubicBezTo>
                  <a:pt x="137944" y="255448"/>
                  <a:pt x="139038" y="256539"/>
                  <a:pt x="140133" y="257631"/>
                </a:cubicBezTo>
                <a:cubicBezTo>
                  <a:pt x="143417" y="257631"/>
                  <a:pt x="144512" y="255448"/>
                  <a:pt x="145607" y="252172"/>
                </a:cubicBezTo>
                <a:cubicBezTo>
                  <a:pt x="146702" y="249989"/>
                  <a:pt x="146702" y="247806"/>
                  <a:pt x="146702" y="245622"/>
                </a:cubicBezTo>
                <a:cubicBezTo>
                  <a:pt x="146702" y="236889"/>
                  <a:pt x="146702" y="227065"/>
                  <a:pt x="147796" y="218331"/>
                </a:cubicBezTo>
                <a:cubicBezTo>
                  <a:pt x="149986" y="192131"/>
                  <a:pt x="152175" y="164840"/>
                  <a:pt x="149986" y="138640"/>
                </a:cubicBezTo>
                <a:cubicBezTo>
                  <a:pt x="149986" y="128815"/>
                  <a:pt x="147796" y="118990"/>
                  <a:pt x="145607" y="108073"/>
                </a:cubicBezTo>
                <a:cubicBezTo>
                  <a:pt x="144512" y="98248"/>
                  <a:pt x="139038" y="88424"/>
                  <a:pt x="132470" y="80782"/>
                </a:cubicBezTo>
                <a:cubicBezTo>
                  <a:pt x="126995" y="73141"/>
                  <a:pt x="121521" y="66591"/>
                  <a:pt x="114953" y="60041"/>
                </a:cubicBezTo>
                <a:cubicBezTo>
                  <a:pt x="107290" y="50216"/>
                  <a:pt x="98530" y="39300"/>
                  <a:pt x="90867" y="29474"/>
                </a:cubicBezTo>
                <a:cubicBezTo>
                  <a:pt x="86488" y="24017"/>
                  <a:pt x="84299" y="16375"/>
                  <a:pt x="84299" y="9825"/>
                </a:cubicBezTo>
                <a:cubicBezTo>
                  <a:pt x="84299" y="3275"/>
                  <a:pt x="87583" y="0"/>
                  <a:pt x="94151" y="2183"/>
                </a:cubicBezTo>
                <a:cubicBezTo>
                  <a:pt x="97436" y="2183"/>
                  <a:pt x="100720" y="4366"/>
                  <a:pt x="104005" y="6549"/>
                </a:cubicBezTo>
                <a:cubicBezTo>
                  <a:pt x="114953" y="16375"/>
                  <a:pt x="126995" y="24017"/>
                  <a:pt x="140133" y="30566"/>
                </a:cubicBezTo>
                <a:cubicBezTo>
                  <a:pt x="154365" y="38208"/>
                  <a:pt x="168598" y="46942"/>
                  <a:pt x="180640" y="56766"/>
                </a:cubicBezTo>
                <a:cubicBezTo>
                  <a:pt x="188303" y="63316"/>
                  <a:pt x="195967" y="69867"/>
                  <a:pt x="201441" y="78599"/>
                </a:cubicBezTo>
                <a:cubicBezTo>
                  <a:pt x="203631" y="81874"/>
                  <a:pt x="205820" y="85150"/>
                  <a:pt x="206915" y="90607"/>
                </a:cubicBezTo>
                <a:cubicBezTo>
                  <a:pt x="210199" y="133182"/>
                  <a:pt x="211294" y="176848"/>
                  <a:pt x="211294" y="220514"/>
                </a:cubicBezTo>
                <a:cubicBezTo>
                  <a:pt x="211294" y="253263"/>
                  <a:pt x="210199" y="286014"/>
                  <a:pt x="206915" y="318764"/>
                </a:cubicBezTo>
                <a:cubicBezTo>
                  <a:pt x="203631" y="350421"/>
                  <a:pt x="200346" y="382080"/>
                  <a:pt x="192683" y="412646"/>
                </a:cubicBezTo>
                <a:cubicBezTo>
                  <a:pt x="189398" y="423562"/>
                  <a:pt x="186113" y="435571"/>
                  <a:pt x="180640" y="446486"/>
                </a:cubicBezTo>
                <a:cubicBezTo>
                  <a:pt x="177356" y="451945"/>
                  <a:pt x="174071" y="457403"/>
                  <a:pt x="169692" y="461769"/>
                </a:cubicBezTo>
                <a:cubicBezTo>
                  <a:pt x="166408" y="465045"/>
                  <a:pt x="163124" y="467228"/>
                  <a:pt x="158744" y="467228"/>
                </a:cubicBezTo>
                <a:cubicBezTo>
                  <a:pt x="153270" y="468320"/>
                  <a:pt x="148891" y="466137"/>
                  <a:pt x="147796" y="460679"/>
                </a:cubicBezTo>
                <a:cubicBezTo>
                  <a:pt x="147796" y="458495"/>
                  <a:pt x="147796" y="456312"/>
                  <a:pt x="146702" y="453037"/>
                </a:cubicBezTo>
                <a:cubicBezTo>
                  <a:pt x="146702" y="444303"/>
                  <a:pt x="147796" y="435571"/>
                  <a:pt x="147796" y="426837"/>
                </a:cubicBezTo>
                <a:cubicBezTo>
                  <a:pt x="146702" y="418104"/>
                  <a:pt x="146702" y="409371"/>
                  <a:pt x="143417" y="400637"/>
                </a:cubicBezTo>
                <a:close/>
                <a:moveTo>
                  <a:pt x="144512" y="278373"/>
                </a:moveTo>
                <a:cubicBezTo>
                  <a:pt x="139038" y="280556"/>
                  <a:pt x="136849" y="283830"/>
                  <a:pt x="135754" y="288197"/>
                </a:cubicBezTo>
                <a:cubicBezTo>
                  <a:pt x="134659" y="291471"/>
                  <a:pt x="133565" y="295839"/>
                  <a:pt x="130279" y="298022"/>
                </a:cubicBezTo>
                <a:cubicBezTo>
                  <a:pt x="124805" y="302388"/>
                  <a:pt x="118237" y="305664"/>
                  <a:pt x="111669" y="305664"/>
                </a:cubicBezTo>
                <a:cubicBezTo>
                  <a:pt x="106195" y="305664"/>
                  <a:pt x="102911" y="307847"/>
                  <a:pt x="99625" y="311122"/>
                </a:cubicBezTo>
                <a:cubicBezTo>
                  <a:pt x="95246" y="315488"/>
                  <a:pt x="91962" y="318764"/>
                  <a:pt x="88678" y="323130"/>
                </a:cubicBezTo>
                <a:cubicBezTo>
                  <a:pt x="85394" y="326405"/>
                  <a:pt x="83204" y="329679"/>
                  <a:pt x="82109" y="332955"/>
                </a:cubicBezTo>
                <a:cubicBezTo>
                  <a:pt x="77730" y="343872"/>
                  <a:pt x="72255" y="352604"/>
                  <a:pt x="64592" y="361338"/>
                </a:cubicBezTo>
                <a:cubicBezTo>
                  <a:pt x="59118" y="367887"/>
                  <a:pt x="54740" y="374438"/>
                  <a:pt x="49266" y="380987"/>
                </a:cubicBezTo>
                <a:cubicBezTo>
                  <a:pt x="42696" y="388629"/>
                  <a:pt x="37222" y="397363"/>
                  <a:pt x="33938" y="407187"/>
                </a:cubicBezTo>
                <a:cubicBezTo>
                  <a:pt x="31749" y="411554"/>
                  <a:pt x="31749" y="413737"/>
                  <a:pt x="37222" y="415920"/>
                </a:cubicBezTo>
                <a:cubicBezTo>
                  <a:pt x="41601" y="417012"/>
                  <a:pt x="45982" y="418104"/>
                  <a:pt x="50361" y="417012"/>
                </a:cubicBezTo>
                <a:cubicBezTo>
                  <a:pt x="58024" y="415920"/>
                  <a:pt x="64592" y="412646"/>
                  <a:pt x="70066" y="408278"/>
                </a:cubicBezTo>
                <a:cubicBezTo>
                  <a:pt x="75541" y="405004"/>
                  <a:pt x="79920" y="400637"/>
                  <a:pt x="85394" y="396270"/>
                </a:cubicBezTo>
                <a:cubicBezTo>
                  <a:pt x="88678" y="394087"/>
                  <a:pt x="90867" y="391904"/>
                  <a:pt x="95246" y="390812"/>
                </a:cubicBezTo>
                <a:cubicBezTo>
                  <a:pt x="106195" y="388629"/>
                  <a:pt x="116048" y="383170"/>
                  <a:pt x="124805" y="377712"/>
                </a:cubicBezTo>
                <a:cubicBezTo>
                  <a:pt x="130279" y="374438"/>
                  <a:pt x="134659" y="371163"/>
                  <a:pt x="139038" y="368979"/>
                </a:cubicBezTo>
                <a:cubicBezTo>
                  <a:pt x="143417" y="365704"/>
                  <a:pt x="145607" y="361338"/>
                  <a:pt x="145607" y="354787"/>
                </a:cubicBezTo>
                <a:cubicBezTo>
                  <a:pt x="144512" y="331862"/>
                  <a:pt x="144512" y="307847"/>
                  <a:pt x="144512" y="283830"/>
                </a:cubicBezTo>
                <a:cubicBezTo>
                  <a:pt x="144512" y="282739"/>
                  <a:pt x="144512" y="280556"/>
                  <a:pt x="144512" y="27837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3" name="Freeform 23"/>
          <p:cNvSpPr/>
          <p:nvPr/>
        </p:nvSpPr>
        <p:spPr>
          <a:xfrm>
            <a:off x="5880100" y="1016000"/>
            <a:ext cx="249376" cy="345195"/>
          </a:xfrm>
          <a:custGeom>
            <a:avLst/>
            <a:gdLst/>
            <a:ahLst/>
            <a:cxnLst/>
            <a:rect l="l" t="t" r="r" b="b"/>
            <a:pathLst>
              <a:path w="249376" h="345195">
                <a:moveTo>
                  <a:pt x="37026" y="0"/>
                </a:moveTo>
                <a:cubicBezTo>
                  <a:pt x="38114" y="1092"/>
                  <a:pt x="39204" y="2184"/>
                  <a:pt x="40292" y="2184"/>
                </a:cubicBezTo>
                <a:cubicBezTo>
                  <a:pt x="52271" y="13109"/>
                  <a:pt x="63161" y="24032"/>
                  <a:pt x="75140" y="34957"/>
                </a:cubicBezTo>
                <a:cubicBezTo>
                  <a:pt x="77318" y="37141"/>
                  <a:pt x="78406" y="39326"/>
                  <a:pt x="79496" y="41511"/>
                </a:cubicBezTo>
                <a:cubicBezTo>
                  <a:pt x="93652" y="68820"/>
                  <a:pt x="102365" y="97222"/>
                  <a:pt x="107809" y="127809"/>
                </a:cubicBezTo>
                <a:cubicBezTo>
                  <a:pt x="107809" y="131087"/>
                  <a:pt x="108897" y="135456"/>
                  <a:pt x="109987" y="139826"/>
                </a:cubicBezTo>
                <a:cubicBezTo>
                  <a:pt x="112165" y="145288"/>
                  <a:pt x="116521" y="146380"/>
                  <a:pt x="121966" y="144196"/>
                </a:cubicBezTo>
                <a:cubicBezTo>
                  <a:pt x="125232" y="142010"/>
                  <a:pt x="127410" y="140918"/>
                  <a:pt x="130678" y="138734"/>
                </a:cubicBezTo>
                <a:cubicBezTo>
                  <a:pt x="139389" y="132179"/>
                  <a:pt x="148101" y="125625"/>
                  <a:pt x="157902" y="119070"/>
                </a:cubicBezTo>
                <a:cubicBezTo>
                  <a:pt x="160080" y="117978"/>
                  <a:pt x="161169" y="115794"/>
                  <a:pt x="161169" y="112516"/>
                </a:cubicBezTo>
                <a:cubicBezTo>
                  <a:pt x="161169" y="103777"/>
                  <a:pt x="161169" y="96130"/>
                  <a:pt x="161169" y="87391"/>
                </a:cubicBezTo>
                <a:cubicBezTo>
                  <a:pt x="161169" y="81929"/>
                  <a:pt x="166614" y="75374"/>
                  <a:pt x="173148" y="75374"/>
                </a:cubicBezTo>
                <a:cubicBezTo>
                  <a:pt x="174236" y="75374"/>
                  <a:pt x="176414" y="76467"/>
                  <a:pt x="176414" y="77560"/>
                </a:cubicBezTo>
                <a:cubicBezTo>
                  <a:pt x="177503" y="78652"/>
                  <a:pt x="178592" y="79745"/>
                  <a:pt x="178592" y="81929"/>
                </a:cubicBezTo>
                <a:cubicBezTo>
                  <a:pt x="178592" y="86299"/>
                  <a:pt x="181859" y="90668"/>
                  <a:pt x="186215" y="93946"/>
                </a:cubicBezTo>
                <a:cubicBezTo>
                  <a:pt x="197105" y="102685"/>
                  <a:pt x="209084" y="109239"/>
                  <a:pt x="222151" y="113608"/>
                </a:cubicBezTo>
                <a:cubicBezTo>
                  <a:pt x="226507" y="115794"/>
                  <a:pt x="227597" y="117978"/>
                  <a:pt x="227597" y="122348"/>
                </a:cubicBezTo>
                <a:cubicBezTo>
                  <a:pt x="228685" y="152935"/>
                  <a:pt x="213440" y="174782"/>
                  <a:pt x="184037" y="185706"/>
                </a:cubicBezTo>
                <a:cubicBezTo>
                  <a:pt x="169880" y="191168"/>
                  <a:pt x="154635" y="193352"/>
                  <a:pt x="139389" y="191168"/>
                </a:cubicBezTo>
                <a:cubicBezTo>
                  <a:pt x="129588" y="188984"/>
                  <a:pt x="121966" y="198815"/>
                  <a:pt x="124144" y="207554"/>
                </a:cubicBezTo>
                <a:cubicBezTo>
                  <a:pt x="124144" y="209739"/>
                  <a:pt x="125232" y="211924"/>
                  <a:pt x="125232" y="214108"/>
                </a:cubicBezTo>
                <a:cubicBezTo>
                  <a:pt x="128500" y="221755"/>
                  <a:pt x="128500" y="230494"/>
                  <a:pt x="125232" y="239234"/>
                </a:cubicBezTo>
                <a:cubicBezTo>
                  <a:pt x="124144" y="242510"/>
                  <a:pt x="121966" y="244695"/>
                  <a:pt x="118698" y="246880"/>
                </a:cubicBezTo>
                <a:cubicBezTo>
                  <a:pt x="109987" y="252341"/>
                  <a:pt x="103453" y="259988"/>
                  <a:pt x="96919" y="268728"/>
                </a:cubicBezTo>
                <a:cubicBezTo>
                  <a:pt x="91474" y="277467"/>
                  <a:pt x="92563" y="281836"/>
                  <a:pt x="103453" y="284022"/>
                </a:cubicBezTo>
                <a:cubicBezTo>
                  <a:pt x="109987" y="285114"/>
                  <a:pt x="116521" y="285114"/>
                  <a:pt x="123054" y="282929"/>
                </a:cubicBezTo>
                <a:cubicBezTo>
                  <a:pt x="136122" y="279651"/>
                  <a:pt x="149189" y="275283"/>
                  <a:pt x="161169" y="270913"/>
                </a:cubicBezTo>
                <a:cubicBezTo>
                  <a:pt x="168792" y="267636"/>
                  <a:pt x="176414" y="265450"/>
                  <a:pt x="185127" y="265450"/>
                </a:cubicBezTo>
                <a:cubicBezTo>
                  <a:pt x="191661" y="264358"/>
                  <a:pt x="198194" y="262174"/>
                  <a:pt x="203639" y="258896"/>
                </a:cubicBezTo>
                <a:cubicBezTo>
                  <a:pt x="212350" y="255619"/>
                  <a:pt x="221063" y="251249"/>
                  <a:pt x="230863" y="250157"/>
                </a:cubicBezTo>
                <a:cubicBezTo>
                  <a:pt x="233041" y="250157"/>
                  <a:pt x="236308" y="250157"/>
                  <a:pt x="239575" y="250157"/>
                </a:cubicBezTo>
                <a:cubicBezTo>
                  <a:pt x="246109" y="251249"/>
                  <a:pt x="249376" y="257804"/>
                  <a:pt x="247198" y="263266"/>
                </a:cubicBezTo>
                <a:cubicBezTo>
                  <a:pt x="242842" y="273097"/>
                  <a:pt x="237397" y="282929"/>
                  <a:pt x="233041" y="291668"/>
                </a:cubicBezTo>
                <a:cubicBezTo>
                  <a:pt x="229775" y="296037"/>
                  <a:pt x="225419" y="299315"/>
                  <a:pt x="221063" y="302591"/>
                </a:cubicBezTo>
                <a:cubicBezTo>
                  <a:pt x="211262" y="308054"/>
                  <a:pt x="200372" y="312424"/>
                  <a:pt x="189483" y="315700"/>
                </a:cubicBezTo>
                <a:cubicBezTo>
                  <a:pt x="177503" y="318978"/>
                  <a:pt x="164436" y="322255"/>
                  <a:pt x="152457" y="325531"/>
                </a:cubicBezTo>
                <a:cubicBezTo>
                  <a:pt x="148101" y="326625"/>
                  <a:pt x="142657" y="325531"/>
                  <a:pt x="138300" y="325531"/>
                </a:cubicBezTo>
                <a:cubicBezTo>
                  <a:pt x="132856" y="325531"/>
                  <a:pt x="129588" y="326625"/>
                  <a:pt x="126322" y="328809"/>
                </a:cubicBezTo>
                <a:cubicBezTo>
                  <a:pt x="105631" y="344103"/>
                  <a:pt x="80584" y="345195"/>
                  <a:pt x="59893" y="332086"/>
                </a:cubicBezTo>
                <a:cubicBezTo>
                  <a:pt x="55538" y="328809"/>
                  <a:pt x="51182" y="324439"/>
                  <a:pt x="47915" y="318978"/>
                </a:cubicBezTo>
                <a:cubicBezTo>
                  <a:pt x="40292" y="306962"/>
                  <a:pt x="34848" y="293853"/>
                  <a:pt x="29403" y="280744"/>
                </a:cubicBezTo>
                <a:cubicBezTo>
                  <a:pt x="28313" y="278559"/>
                  <a:pt x="28313" y="277467"/>
                  <a:pt x="27225" y="275283"/>
                </a:cubicBezTo>
                <a:cubicBezTo>
                  <a:pt x="21779" y="263266"/>
                  <a:pt x="18513" y="251249"/>
                  <a:pt x="19601" y="237048"/>
                </a:cubicBezTo>
                <a:cubicBezTo>
                  <a:pt x="20691" y="234864"/>
                  <a:pt x="19601" y="232679"/>
                  <a:pt x="19601" y="229401"/>
                </a:cubicBezTo>
                <a:cubicBezTo>
                  <a:pt x="13068" y="204277"/>
                  <a:pt x="6534" y="178059"/>
                  <a:pt x="1088" y="152935"/>
                </a:cubicBezTo>
                <a:cubicBezTo>
                  <a:pt x="0" y="150750"/>
                  <a:pt x="0" y="148565"/>
                  <a:pt x="0" y="146380"/>
                </a:cubicBezTo>
                <a:cubicBezTo>
                  <a:pt x="6534" y="115794"/>
                  <a:pt x="13068" y="85207"/>
                  <a:pt x="19601" y="54619"/>
                </a:cubicBezTo>
                <a:cubicBezTo>
                  <a:pt x="23957" y="38233"/>
                  <a:pt x="28313" y="20756"/>
                  <a:pt x="34848" y="4370"/>
                </a:cubicBezTo>
                <a:cubicBezTo>
                  <a:pt x="35936" y="2184"/>
                  <a:pt x="35936" y="1092"/>
                  <a:pt x="37026"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4" name="Freeform 24"/>
          <p:cNvSpPr/>
          <p:nvPr/>
        </p:nvSpPr>
        <p:spPr>
          <a:xfrm>
            <a:off x="6248400" y="1155700"/>
            <a:ext cx="296057" cy="327997"/>
          </a:xfrm>
          <a:custGeom>
            <a:avLst/>
            <a:gdLst/>
            <a:ahLst/>
            <a:cxnLst/>
            <a:rect l="l" t="t" r="r" b="b"/>
            <a:pathLst>
              <a:path w="296057" h="327997">
                <a:moveTo>
                  <a:pt x="202105" y="111519"/>
                </a:moveTo>
                <a:cubicBezTo>
                  <a:pt x="205383" y="110425"/>
                  <a:pt x="208660" y="108240"/>
                  <a:pt x="211938" y="107146"/>
                </a:cubicBezTo>
                <a:cubicBezTo>
                  <a:pt x="218492" y="102772"/>
                  <a:pt x="225047" y="99492"/>
                  <a:pt x="232694" y="98400"/>
                </a:cubicBezTo>
                <a:cubicBezTo>
                  <a:pt x="241433" y="97306"/>
                  <a:pt x="250173" y="100585"/>
                  <a:pt x="257821" y="104959"/>
                </a:cubicBezTo>
                <a:cubicBezTo>
                  <a:pt x="258914" y="106053"/>
                  <a:pt x="260006" y="107146"/>
                  <a:pt x="261098" y="108240"/>
                </a:cubicBezTo>
                <a:cubicBezTo>
                  <a:pt x="264376" y="112612"/>
                  <a:pt x="264376" y="118080"/>
                  <a:pt x="258914" y="121359"/>
                </a:cubicBezTo>
                <a:cubicBezTo>
                  <a:pt x="240341" y="138852"/>
                  <a:pt x="218492" y="151972"/>
                  <a:pt x="195551" y="161812"/>
                </a:cubicBezTo>
                <a:cubicBezTo>
                  <a:pt x="194459" y="162905"/>
                  <a:pt x="192273" y="162905"/>
                  <a:pt x="191181" y="163999"/>
                </a:cubicBezTo>
                <a:cubicBezTo>
                  <a:pt x="182441" y="167278"/>
                  <a:pt x="179164" y="173839"/>
                  <a:pt x="178072" y="183679"/>
                </a:cubicBezTo>
                <a:cubicBezTo>
                  <a:pt x="178072" y="193519"/>
                  <a:pt x="180256" y="204451"/>
                  <a:pt x="184626" y="213197"/>
                </a:cubicBezTo>
                <a:cubicBezTo>
                  <a:pt x="198827" y="247091"/>
                  <a:pt x="203197" y="283171"/>
                  <a:pt x="202105" y="319250"/>
                </a:cubicBezTo>
                <a:cubicBezTo>
                  <a:pt x="202105" y="325811"/>
                  <a:pt x="199921" y="327997"/>
                  <a:pt x="193365" y="326903"/>
                </a:cubicBezTo>
                <a:cubicBezTo>
                  <a:pt x="186811" y="326903"/>
                  <a:pt x="180256" y="324717"/>
                  <a:pt x="175886" y="319250"/>
                </a:cubicBezTo>
                <a:cubicBezTo>
                  <a:pt x="173702" y="317064"/>
                  <a:pt x="173702" y="313784"/>
                  <a:pt x="173702" y="311597"/>
                </a:cubicBezTo>
                <a:cubicBezTo>
                  <a:pt x="173702" y="310504"/>
                  <a:pt x="173702" y="308317"/>
                  <a:pt x="173702" y="307224"/>
                </a:cubicBezTo>
                <a:cubicBezTo>
                  <a:pt x="173702" y="299570"/>
                  <a:pt x="170424" y="294104"/>
                  <a:pt x="163869" y="290824"/>
                </a:cubicBezTo>
                <a:cubicBezTo>
                  <a:pt x="159499" y="287545"/>
                  <a:pt x="154037" y="286451"/>
                  <a:pt x="148575" y="284264"/>
                </a:cubicBezTo>
                <a:cubicBezTo>
                  <a:pt x="147483" y="284264"/>
                  <a:pt x="146390" y="284264"/>
                  <a:pt x="145297" y="284264"/>
                </a:cubicBezTo>
                <a:cubicBezTo>
                  <a:pt x="140928" y="282077"/>
                  <a:pt x="137650" y="278798"/>
                  <a:pt x="137650" y="275518"/>
                </a:cubicBezTo>
                <a:cubicBezTo>
                  <a:pt x="136558" y="271144"/>
                  <a:pt x="139835" y="266771"/>
                  <a:pt x="144205" y="265678"/>
                </a:cubicBezTo>
                <a:cubicBezTo>
                  <a:pt x="146390" y="264584"/>
                  <a:pt x="148575" y="264584"/>
                  <a:pt x="150759" y="264584"/>
                </a:cubicBezTo>
                <a:cubicBezTo>
                  <a:pt x="157315" y="263491"/>
                  <a:pt x="160592" y="260212"/>
                  <a:pt x="162777" y="253651"/>
                </a:cubicBezTo>
                <a:cubicBezTo>
                  <a:pt x="167146" y="240532"/>
                  <a:pt x="164962" y="227411"/>
                  <a:pt x="157315" y="215384"/>
                </a:cubicBezTo>
                <a:cubicBezTo>
                  <a:pt x="155129" y="213197"/>
                  <a:pt x="154037" y="213197"/>
                  <a:pt x="151853" y="215384"/>
                </a:cubicBezTo>
                <a:cubicBezTo>
                  <a:pt x="150759" y="215384"/>
                  <a:pt x="149667" y="216478"/>
                  <a:pt x="148575" y="217571"/>
                </a:cubicBezTo>
                <a:cubicBezTo>
                  <a:pt x="140928" y="224131"/>
                  <a:pt x="134372" y="229598"/>
                  <a:pt x="127818" y="236158"/>
                </a:cubicBezTo>
                <a:cubicBezTo>
                  <a:pt x="122356" y="240532"/>
                  <a:pt x="117986" y="245998"/>
                  <a:pt x="114709" y="252557"/>
                </a:cubicBezTo>
                <a:cubicBezTo>
                  <a:pt x="113615" y="253651"/>
                  <a:pt x="112523" y="254744"/>
                  <a:pt x="110339" y="256931"/>
                </a:cubicBezTo>
                <a:cubicBezTo>
                  <a:pt x="91766" y="276611"/>
                  <a:pt x="72103" y="295198"/>
                  <a:pt x="52438" y="314877"/>
                </a:cubicBezTo>
                <a:cubicBezTo>
                  <a:pt x="44790" y="323624"/>
                  <a:pt x="38236" y="324717"/>
                  <a:pt x="28404" y="320344"/>
                </a:cubicBezTo>
                <a:cubicBezTo>
                  <a:pt x="21849" y="318157"/>
                  <a:pt x="17479" y="313784"/>
                  <a:pt x="14202" y="308317"/>
                </a:cubicBezTo>
                <a:cubicBezTo>
                  <a:pt x="4370" y="296291"/>
                  <a:pt x="1092" y="280984"/>
                  <a:pt x="0" y="265678"/>
                </a:cubicBezTo>
                <a:cubicBezTo>
                  <a:pt x="0" y="262397"/>
                  <a:pt x="1092" y="261304"/>
                  <a:pt x="3278" y="261304"/>
                </a:cubicBezTo>
                <a:cubicBezTo>
                  <a:pt x="5462" y="260212"/>
                  <a:pt x="7647" y="259118"/>
                  <a:pt x="9832" y="259118"/>
                </a:cubicBezTo>
                <a:cubicBezTo>
                  <a:pt x="14202" y="256931"/>
                  <a:pt x="17479" y="256931"/>
                  <a:pt x="21849" y="259118"/>
                </a:cubicBezTo>
                <a:cubicBezTo>
                  <a:pt x="26219" y="261304"/>
                  <a:pt x="30589" y="260212"/>
                  <a:pt x="34959" y="255838"/>
                </a:cubicBezTo>
                <a:cubicBezTo>
                  <a:pt x="37144" y="254744"/>
                  <a:pt x="40422" y="252557"/>
                  <a:pt x="42606" y="251464"/>
                </a:cubicBezTo>
                <a:cubicBezTo>
                  <a:pt x="50253" y="247091"/>
                  <a:pt x="56808" y="242717"/>
                  <a:pt x="64455" y="239438"/>
                </a:cubicBezTo>
                <a:cubicBezTo>
                  <a:pt x="65547" y="238345"/>
                  <a:pt x="67733" y="237251"/>
                  <a:pt x="68825" y="236158"/>
                </a:cubicBezTo>
                <a:cubicBezTo>
                  <a:pt x="88490" y="225224"/>
                  <a:pt x="107061" y="213197"/>
                  <a:pt x="126726" y="202265"/>
                </a:cubicBezTo>
                <a:cubicBezTo>
                  <a:pt x="133280" y="197891"/>
                  <a:pt x="139835" y="193519"/>
                  <a:pt x="146390" y="188051"/>
                </a:cubicBezTo>
                <a:cubicBezTo>
                  <a:pt x="151853" y="183679"/>
                  <a:pt x="156221" y="178211"/>
                  <a:pt x="158407" y="169465"/>
                </a:cubicBezTo>
                <a:cubicBezTo>
                  <a:pt x="156221" y="169465"/>
                  <a:pt x="155129" y="168372"/>
                  <a:pt x="152945" y="168372"/>
                </a:cubicBezTo>
                <a:cubicBezTo>
                  <a:pt x="146390" y="166185"/>
                  <a:pt x="144205" y="161812"/>
                  <a:pt x="145297" y="155252"/>
                </a:cubicBezTo>
                <a:cubicBezTo>
                  <a:pt x="146390" y="153065"/>
                  <a:pt x="147483" y="149785"/>
                  <a:pt x="148575" y="147598"/>
                </a:cubicBezTo>
                <a:cubicBezTo>
                  <a:pt x="151853" y="138852"/>
                  <a:pt x="155129" y="130105"/>
                  <a:pt x="158407" y="122452"/>
                </a:cubicBezTo>
                <a:cubicBezTo>
                  <a:pt x="158407" y="121359"/>
                  <a:pt x="159499" y="120265"/>
                  <a:pt x="159499" y="119172"/>
                </a:cubicBezTo>
                <a:cubicBezTo>
                  <a:pt x="160592" y="114799"/>
                  <a:pt x="159499" y="113706"/>
                  <a:pt x="156221" y="113706"/>
                </a:cubicBezTo>
                <a:cubicBezTo>
                  <a:pt x="152945" y="113706"/>
                  <a:pt x="150759" y="113706"/>
                  <a:pt x="147483" y="114799"/>
                </a:cubicBezTo>
                <a:cubicBezTo>
                  <a:pt x="144205" y="115893"/>
                  <a:pt x="139835" y="116986"/>
                  <a:pt x="135466" y="118080"/>
                </a:cubicBezTo>
                <a:cubicBezTo>
                  <a:pt x="133280" y="119172"/>
                  <a:pt x="132188" y="121359"/>
                  <a:pt x="132188" y="123546"/>
                </a:cubicBezTo>
                <a:cubicBezTo>
                  <a:pt x="132188" y="133386"/>
                  <a:pt x="132188" y="143226"/>
                  <a:pt x="132188" y="153065"/>
                </a:cubicBezTo>
                <a:cubicBezTo>
                  <a:pt x="132188" y="155252"/>
                  <a:pt x="131096" y="157438"/>
                  <a:pt x="130002" y="159625"/>
                </a:cubicBezTo>
                <a:cubicBezTo>
                  <a:pt x="117986" y="174932"/>
                  <a:pt x="107061" y="190238"/>
                  <a:pt x="95044" y="205544"/>
                </a:cubicBezTo>
                <a:cubicBezTo>
                  <a:pt x="95044" y="206638"/>
                  <a:pt x="93952" y="206638"/>
                  <a:pt x="93952" y="207731"/>
                </a:cubicBezTo>
                <a:cubicBezTo>
                  <a:pt x="88490" y="202265"/>
                  <a:pt x="84120" y="197891"/>
                  <a:pt x="79750" y="192425"/>
                </a:cubicBezTo>
                <a:cubicBezTo>
                  <a:pt x="76472" y="189145"/>
                  <a:pt x="75380" y="185864"/>
                  <a:pt x="75380" y="181492"/>
                </a:cubicBezTo>
                <a:cubicBezTo>
                  <a:pt x="74287" y="179305"/>
                  <a:pt x="74287" y="176025"/>
                  <a:pt x="73195" y="173839"/>
                </a:cubicBezTo>
                <a:cubicBezTo>
                  <a:pt x="63363" y="150879"/>
                  <a:pt x="62271" y="127918"/>
                  <a:pt x="68825" y="103866"/>
                </a:cubicBezTo>
                <a:cubicBezTo>
                  <a:pt x="73195" y="91839"/>
                  <a:pt x="73195" y="80905"/>
                  <a:pt x="72103" y="68880"/>
                </a:cubicBezTo>
                <a:cubicBezTo>
                  <a:pt x="72103" y="65599"/>
                  <a:pt x="72103" y="62319"/>
                  <a:pt x="72103" y="59040"/>
                </a:cubicBezTo>
                <a:cubicBezTo>
                  <a:pt x="72103" y="54666"/>
                  <a:pt x="74287" y="51387"/>
                  <a:pt x="78657" y="51387"/>
                </a:cubicBezTo>
                <a:cubicBezTo>
                  <a:pt x="81934" y="50293"/>
                  <a:pt x="85212" y="51387"/>
                  <a:pt x="87396" y="52479"/>
                </a:cubicBezTo>
                <a:cubicBezTo>
                  <a:pt x="90674" y="54666"/>
                  <a:pt x="92859" y="56853"/>
                  <a:pt x="96136" y="60133"/>
                </a:cubicBezTo>
                <a:cubicBezTo>
                  <a:pt x="98322" y="62319"/>
                  <a:pt x="99414" y="64506"/>
                  <a:pt x="101599" y="66693"/>
                </a:cubicBezTo>
                <a:cubicBezTo>
                  <a:pt x="108153" y="72159"/>
                  <a:pt x="112523" y="73252"/>
                  <a:pt x="119078" y="68880"/>
                </a:cubicBezTo>
                <a:cubicBezTo>
                  <a:pt x="127818" y="63412"/>
                  <a:pt x="136558" y="57946"/>
                  <a:pt x="145297" y="52479"/>
                </a:cubicBezTo>
                <a:cubicBezTo>
                  <a:pt x="155129" y="44826"/>
                  <a:pt x="164962" y="38266"/>
                  <a:pt x="174794" y="30613"/>
                </a:cubicBezTo>
                <a:cubicBezTo>
                  <a:pt x="178072" y="27333"/>
                  <a:pt x="182441" y="26239"/>
                  <a:pt x="186811" y="25146"/>
                </a:cubicBezTo>
                <a:cubicBezTo>
                  <a:pt x="193365" y="25146"/>
                  <a:pt x="198827" y="21867"/>
                  <a:pt x="204290" y="17493"/>
                </a:cubicBezTo>
                <a:cubicBezTo>
                  <a:pt x="214122" y="6560"/>
                  <a:pt x="227232" y="2187"/>
                  <a:pt x="241433" y="1093"/>
                </a:cubicBezTo>
                <a:cubicBezTo>
                  <a:pt x="254544" y="0"/>
                  <a:pt x="268746" y="0"/>
                  <a:pt x="281855" y="4374"/>
                </a:cubicBezTo>
                <a:cubicBezTo>
                  <a:pt x="285133" y="5466"/>
                  <a:pt x="288409" y="7653"/>
                  <a:pt x="291687" y="9840"/>
                </a:cubicBezTo>
                <a:cubicBezTo>
                  <a:pt x="294965" y="10933"/>
                  <a:pt x="296057" y="14213"/>
                  <a:pt x="296057" y="17493"/>
                </a:cubicBezTo>
                <a:cubicBezTo>
                  <a:pt x="296057" y="19680"/>
                  <a:pt x="296057" y="20773"/>
                  <a:pt x="293872" y="22960"/>
                </a:cubicBezTo>
                <a:cubicBezTo>
                  <a:pt x="286225" y="28426"/>
                  <a:pt x="278577" y="33892"/>
                  <a:pt x="270930" y="40453"/>
                </a:cubicBezTo>
                <a:cubicBezTo>
                  <a:pt x="262190" y="47013"/>
                  <a:pt x="253451" y="54666"/>
                  <a:pt x="246896" y="63412"/>
                </a:cubicBezTo>
                <a:cubicBezTo>
                  <a:pt x="243619" y="67786"/>
                  <a:pt x="239249" y="71065"/>
                  <a:pt x="234879" y="73252"/>
                </a:cubicBezTo>
                <a:cubicBezTo>
                  <a:pt x="232694" y="74346"/>
                  <a:pt x="231602" y="75439"/>
                  <a:pt x="230509" y="76533"/>
                </a:cubicBezTo>
                <a:cubicBezTo>
                  <a:pt x="220678" y="86373"/>
                  <a:pt x="211938" y="95119"/>
                  <a:pt x="203197" y="103866"/>
                </a:cubicBezTo>
                <a:cubicBezTo>
                  <a:pt x="201013" y="106053"/>
                  <a:pt x="199921" y="108240"/>
                  <a:pt x="202105" y="11151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5" name="Freeform 25"/>
          <p:cNvSpPr/>
          <p:nvPr/>
        </p:nvSpPr>
        <p:spPr>
          <a:xfrm>
            <a:off x="7315200" y="1270000"/>
            <a:ext cx="305885" cy="194095"/>
          </a:xfrm>
          <a:custGeom>
            <a:avLst/>
            <a:gdLst/>
            <a:ahLst/>
            <a:cxnLst/>
            <a:rect l="l" t="t" r="r" b="b"/>
            <a:pathLst>
              <a:path w="305885" h="194095">
                <a:moveTo>
                  <a:pt x="17479" y="145026"/>
                </a:moveTo>
                <a:cubicBezTo>
                  <a:pt x="19663" y="140664"/>
                  <a:pt x="17479" y="138483"/>
                  <a:pt x="15295" y="135212"/>
                </a:cubicBezTo>
                <a:cubicBezTo>
                  <a:pt x="9832" y="128670"/>
                  <a:pt x="5462" y="121037"/>
                  <a:pt x="2184" y="112314"/>
                </a:cubicBezTo>
                <a:cubicBezTo>
                  <a:pt x="0" y="103590"/>
                  <a:pt x="1092" y="95957"/>
                  <a:pt x="6554" y="88325"/>
                </a:cubicBezTo>
                <a:cubicBezTo>
                  <a:pt x="9832" y="85053"/>
                  <a:pt x="13109" y="82873"/>
                  <a:pt x="17479" y="83962"/>
                </a:cubicBezTo>
                <a:cubicBezTo>
                  <a:pt x="19663" y="83962"/>
                  <a:pt x="21849" y="82873"/>
                  <a:pt x="24033" y="83962"/>
                </a:cubicBezTo>
                <a:cubicBezTo>
                  <a:pt x="31681" y="86143"/>
                  <a:pt x="39328" y="82873"/>
                  <a:pt x="43698" y="77420"/>
                </a:cubicBezTo>
                <a:cubicBezTo>
                  <a:pt x="48067" y="73058"/>
                  <a:pt x="53529" y="70877"/>
                  <a:pt x="58992" y="69786"/>
                </a:cubicBezTo>
                <a:cubicBezTo>
                  <a:pt x="62269" y="69786"/>
                  <a:pt x="65546" y="67606"/>
                  <a:pt x="68824" y="66516"/>
                </a:cubicBezTo>
                <a:cubicBezTo>
                  <a:pt x="97227" y="51250"/>
                  <a:pt x="126723" y="38165"/>
                  <a:pt x="157312" y="27261"/>
                </a:cubicBezTo>
                <a:cubicBezTo>
                  <a:pt x="166051" y="23989"/>
                  <a:pt x="175884" y="20718"/>
                  <a:pt x="184622" y="17447"/>
                </a:cubicBezTo>
                <a:cubicBezTo>
                  <a:pt x="190085" y="15265"/>
                  <a:pt x="196639" y="15265"/>
                  <a:pt x="203195" y="14176"/>
                </a:cubicBezTo>
                <a:cubicBezTo>
                  <a:pt x="211934" y="13085"/>
                  <a:pt x="219580" y="11995"/>
                  <a:pt x="228321" y="9813"/>
                </a:cubicBezTo>
                <a:cubicBezTo>
                  <a:pt x="233783" y="8724"/>
                  <a:pt x="239245" y="5452"/>
                  <a:pt x="244707" y="3272"/>
                </a:cubicBezTo>
                <a:cubicBezTo>
                  <a:pt x="247984" y="1091"/>
                  <a:pt x="251262" y="0"/>
                  <a:pt x="254540" y="0"/>
                </a:cubicBezTo>
                <a:cubicBezTo>
                  <a:pt x="266556" y="0"/>
                  <a:pt x="278573" y="1091"/>
                  <a:pt x="289498" y="5452"/>
                </a:cubicBezTo>
                <a:cubicBezTo>
                  <a:pt x="301515" y="9813"/>
                  <a:pt x="305885" y="20718"/>
                  <a:pt x="299329" y="31622"/>
                </a:cubicBezTo>
                <a:cubicBezTo>
                  <a:pt x="294960" y="41436"/>
                  <a:pt x="287312" y="49069"/>
                  <a:pt x="279665" y="54521"/>
                </a:cubicBezTo>
                <a:cubicBezTo>
                  <a:pt x="275295" y="57793"/>
                  <a:pt x="272019" y="57793"/>
                  <a:pt x="267649" y="57793"/>
                </a:cubicBezTo>
                <a:cubicBezTo>
                  <a:pt x="257816" y="58882"/>
                  <a:pt x="249077" y="59973"/>
                  <a:pt x="240337" y="61064"/>
                </a:cubicBezTo>
                <a:cubicBezTo>
                  <a:pt x="238153" y="62154"/>
                  <a:pt x="234875" y="62154"/>
                  <a:pt x="232691" y="63245"/>
                </a:cubicBezTo>
                <a:cubicBezTo>
                  <a:pt x="228321" y="65425"/>
                  <a:pt x="227228" y="68697"/>
                  <a:pt x="227228" y="73058"/>
                </a:cubicBezTo>
                <a:cubicBezTo>
                  <a:pt x="227228" y="76330"/>
                  <a:pt x="228321" y="79601"/>
                  <a:pt x="229413" y="82873"/>
                </a:cubicBezTo>
                <a:cubicBezTo>
                  <a:pt x="232691" y="89414"/>
                  <a:pt x="234875" y="94866"/>
                  <a:pt x="238153" y="100319"/>
                </a:cubicBezTo>
                <a:cubicBezTo>
                  <a:pt x="241430" y="109042"/>
                  <a:pt x="244707" y="116675"/>
                  <a:pt x="244707" y="125399"/>
                </a:cubicBezTo>
                <a:cubicBezTo>
                  <a:pt x="244707" y="137394"/>
                  <a:pt x="243615" y="148298"/>
                  <a:pt x="240337" y="159202"/>
                </a:cubicBezTo>
                <a:cubicBezTo>
                  <a:pt x="235967" y="171196"/>
                  <a:pt x="228321" y="176648"/>
                  <a:pt x="215212" y="177739"/>
                </a:cubicBezTo>
                <a:cubicBezTo>
                  <a:pt x="211934" y="177739"/>
                  <a:pt x="209749" y="177739"/>
                  <a:pt x="206472" y="177739"/>
                </a:cubicBezTo>
                <a:cubicBezTo>
                  <a:pt x="203195" y="177739"/>
                  <a:pt x="199917" y="177739"/>
                  <a:pt x="197733" y="182100"/>
                </a:cubicBezTo>
                <a:cubicBezTo>
                  <a:pt x="196639" y="183191"/>
                  <a:pt x="195547" y="184281"/>
                  <a:pt x="194455" y="185372"/>
                </a:cubicBezTo>
                <a:cubicBezTo>
                  <a:pt x="186808" y="191915"/>
                  <a:pt x="179160" y="194095"/>
                  <a:pt x="170421" y="190824"/>
                </a:cubicBezTo>
                <a:cubicBezTo>
                  <a:pt x="164959" y="187552"/>
                  <a:pt x="158405" y="184281"/>
                  <a:pt x="152942" y="181011"/>
                </a:cubicBezTo>
                <a:cubicBezTo>
                  <a:pt x="148572" y="177739"/>
                  <a:pt x="144202" y="176648"/>
                  <a:pt x="137648" y="176648"/>
                </a:cubicBezTo>
                <a:cubicBezTo>
                  <a:pt x="135463" y="176648"/>
                  <a:pt x="132185" y="177739"/>
                  <a:pt x="130001" y="174468"/>
                </a:cubicBezTo>
                <a:cubicBezTo>
                  <a:pt x="126723" y="171196"/>
                  <a:pt x="124539" y="167924"/>
                  <a:pt x="123447" y="163563"/>
                </a:cubicBezTo>
                <a:cubicBezTo>
                  <a:pt x="122353" y="161383"/>
                  <a:pt x="123447" y="160292"/>
                  <a:pt x="125631" y="160292"/>
                </a:cubicBezTo>
                <a:cubicBezTo>
                  <a:pt x="127815" y="160292"/>
                  <a:pt x="131093" y="160292"/>
                  <a:pt x="133278" y="160292"/>
                </a:cubicBezTo>
                <a:cubicBezTo>
                  <a:pt x="149664" y="161383"/>
                  <a:pt x="166051" y="159202"/>
                  <a:pt x="181346" y="153750"/>
                </a:cubicBezTo>
                <a:cubicBezTo>
                  <a:pt x="188993" y="150478"/>
                  <a:pt x="195547" y="146116"/>
                  <a:pt x="202101" y="140664"/>
                </a:cubicBezTo>
                <a:cubicBezTo>
                  <a:pt x="205379" y="137394"/>
                  <a:pt x="206472" y="134122"/>
                  <a:pt x="205379" y="130851"/>
                </a:cubicBezTo>
                <a:cubicBezTo>
                  <a:pt x="204287" y="121037"/>
                  <a:pt x="203195" y="111223"/>
                  <a:pt x="202101" y="100319"/>
                </a:cubicBezTo>
                <a:cubicBezTo>
                  <a:pt x="201009" y="94866"/>
                  <a:pt x="201009" y="89414"/>
                  <a:pt x="201009" y="83962"/>
                </a:cubicBezTo>
                <a:cubicBezTo>
                  <a:pt x="201009" y="79601"/>
                  <a:pt x="199917" y="77420"/>
                  <a:pt x="195547" y="77420"/>
                </a:cubicBezTo>
                <a:cubicBezTo>
                  <a:pt x="188993" y="76330"/>
                  <a:pt x="183530" y="76330"/>
                  <a:pt x="178068" y="81782"/>
                </a:cubicBezTo>
                <a:cubicBezTo>
                  <a:pt x="176976" y="82873"/>
                  <a:pt x="174791" y="83962"/>
                  <a:pt x="172606" y="86143"/>
                </a:cubicBezTo>
                <a:cubicBezTo>
                  <a:pt x="168236" y="88325"/>
                  <a:pt x="163867" y="90505"/>
                  <a:pt x="158405" y="89414"/>
                </a:cubicBezTo>
                <a:cubicBezTo>
                  <a:pt x="146388" y="89414"/>
                  <a:pt x="135463" y="92686"/>
                  <a:pt x="126723" y="99229"/>
                </a:cubicBezTo>
                <a:cubicBezTo>
                  <a:pt x="113614" y="109042"/>
                  <a:pt x="100505" y="118855"/>
                  <a:pt x="87395" y="128670"/>
                </a:cubicBezTo>
                <a:cubicBezTo>
                  <a:pt x="77564" y="135212"/>
                  <a:pt x="67732" y="142846"/>
                  <a:pt x="56807" y="147207"/>
                </a:cubicBezTo>
                <a:cubicBezTo>
                  <a:pt x="45883" y="151568"/>
                  <a:pt x="34958" y="152659"/>
                  <a:pt x="24033" y="148298"/>
                </a:cubicBezTo>
                <a:cubicBezTo>
                  <a:pt x="21849" y="148298"/>
                  <a:pt x="20757" y="147207"/>
                  <a:pt x="19663" y="146116"/>
                </a:cubicBezTo>
                <a:cubicBezTo>
                  <a:pt x="18571" y="146116"/>
                  <a:pt x="18571" y="146116"/>
                  <a:pt x="17479" y="14502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6" name="Freeform 26"/>
          <p:cNvSpPr/>
          <p:nvPr/>
        </p:nvSpPr>
        <p:spPr>
          <a:xfrm>
            <a:off x="6324600" y="1028700"/>
            <a:ext cx="232178" cy="124074"/>
          </a:xfrm>
          <a:custGeom>
            <a:avLst/>
            <a:gdLst/>
            <a:ahLst/>
            <a:cxnLst/>
            <a:rect l="l" t="t" r="r" b="b"/>
            <a:pathLst>
              <a:path w="232178" h="124074">
                <a:moveTo>
                  <a:pt x="215749" y="0"/>
                </a:moveTo>
                <a:cubicBezTo>
                  <a:pt x="217940" y="0"/>
                  <a:pt x="221225" y="0"/>
                  <a:pt x="224511" y="0"/>
                </a:cubicBezTo>
                <a:cubicBezTo>
                  <a:pt x="228892" y="1088"/>
                  <a:pt x="232178" y="5442"/>
                  <a:pt x="231082" y="9796"/>
                </a:cubicBezTo>
                <a:cubicBezTo>
                  <a:pt x="226701" y="19591"/>
                  <a:pt x="219034" y="27210"/>
                  <a:pt x="209178" y="31563"/>
                </a:cubicBezTo>
                <a:cubicBezTo>
                  <a:pt x="206988" y="31563"/>
                  <a:pt x="205892" y="31563"/>
                  <a:pt x="204798" y="31563"/>
                </a:cubicBezTo>
                <a:cubicBezTo>
                  <a:pt x="199321" y="30475"/>
                  <a:pt x="194941" y="32650"/>
                  <a:pt x="190561" y="35916"/>
                </a:cubicBezTo>
                <a:cubicBezTo>
                  <a:pt x="173038" y="46800"/>
                  <a:pt x="157705" y="58772"/>
                  <a:pt x="144563" y="72921"/>
                </a:cubicBezTo>
                <a:cubicBezTo>
                  <a:pt x="135801" y="81628"/>
                  <a:pt x="127041" y="90335"/>
                  <a:pt x="119374" y="99041"/>
                </a:cubicBezTo>
                <a:cubicBezTo>
                  <a:pt x="108422" y="111013"/>
                  <a:pt x="94184" y="119720"/>
                  <a:pt x="77757" y="121897"/>
                </a:cubicBezTo>
                <a:cubicBezTo>
                  <a:pt x="66806" y="124074"/>
                  <a:pt x="54759" y="121897"/>
                  <a:pt x="43807" y="117544"/>
                </a:cubicBezTo>
                <a:cubicBezTo>
                  <a:pt x="31760" y="113190"/>
                  <a:pt x="20809" y="106660"/>
                  <a:pt x="9856" y="97953"/>
                </a:cubicBezTo>
                <a:cubicBezTo>
                  <a:pt x="9856" y="97953"/>
                  <a:pt x="9856" y="96864"/>
                  <a:pt x="8762" y="96864"/>
                </a:cubicBezTo>
                <a:cubicBezTo>
                  <a:pt x="0" y="88158"/>
                  <a:pt x="2191" y="76186"/>
                  <a:pt x="12047" y="69656"/>
                </a:cubicBezTo>
                <a:cubicBezTo>
                  <a:pt x="13142" y="68567"/>
                  <a:pt x="15333" y="68567"/>
                  <a:pt x="16427" y="67479"/>
                </a:cubicBezTo>
                <a:cubicBezTo>
                  <a:pt x="52568" y="53330"/>
                  <a:pt x="88710" y="39181"/>
                  <a:pt x="124850" y="25033"/>
                </a:cubicBezTo>
                <a:cubicBezTo>
                  <a:pt x="130326" y="22856"/>
                  <a:pt x="136897" y="20679"/>
                  <a:pt x="142372" y="19591"/>
                </a:cubicBezTo>
                <a:cubicBezTo>
                  <a:pt x="155515" y="16326"/>
                  <a:pt x="167561" y="13061"/>
                  <a:pt x="179608" y="7619"/>
                </a:cubicBezTo>
                <a:cubicBezTo>
                  <a:pt x="191656" y="2177"/>
                  <a:pt x="203703" y="0"/>
                  <a:pt x="215749"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7" name="Freeform 27"/>
          <p:cNvSpPr/>
          <p:nvPr/>
        </p:nvSpPr>
        <p:spPr>
          <a:xfrm>
            <a:off x="6400800" y="876300"/>
            <a:ext cx="124074" cy="137587"/>
          </a:xfrm>
          <a:custGeom>
            <a:avLst/>
            <a:gdLst/>
            <a:ahLst/>
            <a:cxnLst/>
            <a:rect l="l" t="t" r="r" b="b"/>
            <a:pathLst>
              <a:path w="124074" h="137587">
                <a:moveTo>
                  <a:pt x="124074" y="76437"/>
                </a:moveTo>
                <a:cubicBezTo>
                  <a:pt x="124074" y="86265"/>
                  <a:pt x="118632" y="93909"/>
                  <a:pt x="109925" y="99369"/>
                </a:cubicBezTo>
                <a:cubicBezTo>
                  <a:pt x="102306" y="103736"/>
                  <a:pt x="93600" y="105921"/>
                  <a:pt x="84893" y="105921"/>
                </a:cubicBezTo>
                <a:cubicBezTo>
                  <a:pt x="69656" y="105921"/>
                  <a:pt x="71832" y="107013"/>
                  <a:pt x="63125" y="115748"/>
                </a:cubicBezTo>
                <a:cubicBezTo>
                  <a:pt x="56595" y="121208"/>
                  <a:pt x="50065" y="126667"/>
                  <a:pt x="43534" y="132127"/>
                </a:cubicBezTo>
                <a:cubicBezTo>
                  <a:pt x="41358" y="134311"/>
                  <a:pt x="38092" y="135404"/>
                  <a:pt x="33739" y="136495"/>
                </a:cubicBezTo>
                <a:cubicBezTo>
                  <a:pt x="30475" y="137587"/>
                  <a:pt x="27210" y="136495"/>
                  <a:pt x="25033" y="133219"/>
                </a:cubicBezTo>
                <a:cubicBezTo>
                  <a:pt x="23945" y="128852"/>
                  <a:pt x="22856" y="125575"/>
                  <a:pt x="25033" y="122300"/>
                </a:cubicBezTo>
                <a:cubicBezTo>
                  <a:pt x="35916" y="107013"/>
                  <a:pt x="35916" y="90632"/>
                  <a:pt x="28298" y="74253"/>
                </a:cubicBezTo>
                <a:cubicBezTo>
                  <a:pt x="25033" y="66609"/>
                  <a:pt x="20679" y="61149"/>
                  <a:pt x="17414" y="54599"/>
                </a:cubicBezTo>
                <a:cubicBezTo>
                  <a:pt x="15237" y="50230"/>
                  <a:pt x="13061" y="46954"/>
                  <a:pt x="11972" y="42587"/>
                </a:cubicBezTo>
                <a:cubicBezTo>
                  <a:pt x="9796" y="36035"/>
                  <a:pt x="7619" y="29483"/>
                  <a:pt x="3265" y="22931"/>
                </a:cubicBezTo>
                <a:cubicBezTo>
                  <a:pt x="0" y="18564"/>
                  <a:pt x="0" y="13104"/>
                  <a:pt x="3265" y="6552"/>
                </a:cubicBezTo>
                <a:cubicBezTo>
                  <a:pt x="5442" y="2184"/>
                  <a:pt x="8707" y="0"/>
                  <a:pt x="13061" y="0"/>
                </a:cubicBezTo>
                <a:cubicBezTo>
                  <a:pt x="15237" y="0"/>
                  <a:pt x="17414" y="1092"/>
                  <a:pt x="19591" y="1092"/>
                </a:cubicBezTo>
                <a:cubicBezTo>
                  <a:pt x="31563" y="3275"/>
                  <a:pt x="43534" y="7644"/>
                  <a:pt x="54418" y="13104"/>
                </a:cubicBezTo>
                <a:cubicBezTo>
                  <a:pt x="67479" y="20747"/>
                  <a:pt x="80540" y="27299"/>
                  <a:pt x="93600" y="33851"/>
                </a:cubicBezTo>
                <a:cubicBezTo>
                  <a:pt x="102306" y="39310"/>
                  <a:pt x="109925" y="44770"/>
                  <a:pt x="115367" y="52414"/>
                </a:cubicBezTo>
                <a:cubicBezTo>
                  <a:pt x="120809" y="58966"/>
                  <a:pt x="124074" y="66609"/>
                  <a:pt x="124074" y="7643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8" name="Freeform 28"/>
          <p:cNvSpPr/>
          <p:nvPr/>
        </p:nvSpPr>
        <p:spPr>
          <a:xfrm>
            <a:off x="7353300" y="990600"/>
            <a:ext cx="121616" cy="164614"/>
          </a:xfrm>
          <a:custGeom>
            <a:avLst/>
            <a:gdLst/>
            <a:ahLst/>
            <a:cxnLst/>
            <a:rect l="l" t="t" r="r" b="b"/>
            <a:pathLst>
              <a:path w="121616" h="164614">
                <a:moveTo>
                  <a:pt x="121616" y="129496"/>
                </a:moveTo>
                <a:cubicBezTo>
                  <a:pt x="120522" y="131690"/>
                  <a:pt x="119426" y="134983"/>
                  <a:pt x="118330" y="137178"/>
                </a:cubicBezTo>
                <a:cubicBezTo>
                  <a:pt x="112852" y="143761"/>
                  <a:pt x="108469" y="149249"/>
                  <a:pt x="102991" y="155834"/>
                </a:cubicBezTo>
                <a:cubicBezTo>
                  <a:pt x="98608" y="160223"/>
                  <a:pt x="94226" y="162418"/>
                  <a:pt x="87652" y="163515"/>
                </a:cubicBezTo>
                <a:cubicBezTo>
                  <a:pt x="82174" y="164614"/>
                  <a:pt x="79982" y="163515"/>
                  <a:pt x="78887" y="158029"/>
                </a:cubicBezTo>
                <a:cubicBezTo>
                  <a:pt x="76695" y="148152"/>
                  <a:pt x="74505" y="138275"/>
                  <a:pt x="72313" y="128398"/>
                </a:cubicBezTo>
                <a:cubicBezTo>
                  <a:pt x="70122" y="118521"/>
                  <a:pt x="69026" y="108645"/>
                  <a:pt x="64643" y="98768"/>
                </a:cubicBezTo>
                <a:cubicBezTo>
                  <a:pt x="62452" y="93280"/>
                  <a:pt x="59165" y="87794"/>
                  <a:pt x="54783" y="82306"/>
                </a:cubicBezTo>
                <a:cubicBezTo>
                  <a:pt x="43826" y="69138"/>
                  <a:pt x="31774" y="55969"/>
                  <a:pt x="20818" y="43896"/>
                </a:cubicBezTo>
                <a:cubicBezTo>
                  <a:pt x="16435" y="38410"/>
                  <a:pt x="12052" y="34019"/>
                  <a:pt x="6574" y="29630"/>
                </a:cubicBezTo>
                <a:cubicBezTo>
                  <a:pt x="1096" y="24143"/>
                  <a:pt x="0" y="18656"/>
                  <a:pt x="0" y="10974"/>
                </a:cubicBezTo>
                <a:cubicBezTo>
                  <a:pt x="0" y="9877"/>
                  <a:pt x="0" y="9877"/>
                  <a:pt x="0" y="8780"/>
                </a:cubicBezTo>
                <a:cubicBezTo>
                  <a:pt x="2191" y="1097"/>
                  <a:pt x="3287" y="0"/>
                  <a:pt x="9860" y="2195"/>
                </a:cubicBezTo>
                <a:cubicBezTo>
                  <a:pt x="13148" y="4389"/>
                  <a:pt x="16435" y="5488"/>
                  <a:pt x="19722" y="7682"/>
                </a:cubicBezTo>
                <a:cubicBezTo>
                  <a:pt x="23009" y="10974"/>
                  <a:pt x="26295" y="13169"/>
                  <a:pt x="29582" y="16462"/>
                </a:cubicBezTo>
                <a:cubicBezTo>
                  <a:pt x="35061" y="21948"/>
                  <a:pt x="41634" y="26339"/>
                  <a:pt x="48208" y="28533"/>
                </a:cubicBezTo>
                <a:cubicBezTo>
                  <a:pt x="66835" y="36215"/>
                  <a:pt x="81078" y="47189"/>
                  <a:pt x="93130" y="62553"/>
                </a:cubicBezTo>
                <a:cubicBezTo>
                  <a:pt x="107373" y="80112"/>
                  <a:pt x="117235" y="100962"/>
                  <a:pt x="120522" y="125106"/>
                </a:cubicBezTo>
                <a:cubicBezTo>
                  <a:pt x="120522" y="126204"/>
                  <a:pt x="120522" y="127301"/>
                  <a:pt x="120522" y="128398"/>
                </a:cubicBezTo>
                <a:cubicBezTo>
                  <a:pt x="120522" y="128398"/>
                  <a:pt x="120522" y="129496"/>
                  <a:pt x="121616" y="12949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29" name="Freeform 29"/>
          <p:cNvSpPr/>
          <p:nvPr/>
        </p:nvSpPr>
        <p:spPr>
          <a:xfrm>
            <a:off x="6502400" y="1308100"/>
            <a:ext cx="88449" cy="108104"/>
          </a:xfrm>
          <a:custGeom>
            <a:avLst/>
            <a:gdLst/>
            <a:ahLst/>
            <a:cxnLst/>
            <a:rect l="l" t="t" r="r" b="b"/>
            <a:pathLst>
              <a:path w="88449" h="108104">
                <a:moveTo>
                  <a:pt x="0" y="19656"/>
                </a:moveTo>
                <a:cubicBezTo>
                  <a:pt x="1092" y="16379"/>
                  <a:pt x="1092" y="13104"/>
                  <a:pt x="1092" y="9827"/>
                </a:cubicBezTo>
                <a:cubicBezTo>
                  <a:pt x="2184" y="4368"/>
                  <a:pt x="5460" y="1092"/>
                  <a:pt x="12012" y="1092"/>
                </a:cubicBezTo>
                <a:cubicBezTo>
                  <a:pt x="27299" y="0"/>
                  <a:pt x="42587" y="2184"/>
                  <a:pt x="54599" y="13104"/>
                </a:cubicBezTo>
                <a:cubicBezTo>
                  <a:pt x="67701" y="22931"/>
                  <a:pt x="76437" y="34943"/>
                  <a:pt x="85173" y="48047"/>
                </a:cubicBezTo>
                <a:cubicBezTo>
                  <a:pt x="86265" y="50230"/>
                  <a:pt x="87357" y="53506"/>
                  <a:pt x="87357" y="55690"/>
                </a:cubicBezTo>
                <a:cubicBezTo>
                  <a:pt x="88449" y="66609"/>
                  <a:pt x="87357" y="76437"/>
                  <a:pt x="84082" y="86265"/>
                </a:cubicBezTo>
                <a:cubicBezTo>
                  <a:pt x="80805" y="97184"/>
                  <a:pt x="62241" y="108104"/>
                  <a:pt x="46954" y="100461"/>
                </a:cubicBezTo>
                <a:cubicBezTo>
                  <a:pt x="41495" y="97184"/>
                  <a:pt x="36035" y="93909"/>
                  <a:pt x="32758" y="88449"/>
                </a:cubicBezTo>
                <a:cubicBezTo>
                  <a:pt x="26208" y="80805"/>
                  <a:pt x="19656" y="73161"/>
                  <a:pt x="13104" y="65518"/>
                </a:cubicBezTo>
                <a:cubicBezTo>
                  <a:pt x="4368" y="53506"/>
                  <a:pt x="2184" y="40403"/>
                  <a:pt x="1092" y="26206"/>
                </a:cubicBezTo>
                <a:cubicBezTo>
                  <a:pt x="1092" y="24023"/>
                  <a:pt x="1092" y="21839"/>
                  <a:pt x="1092" y="19656"/>
                </a:cubicBezTo>
                <a:cubicBezTo>
                  <a:pt x="1092" y="19656"/>
                  <a:pt x="1092" y="19656"/>
                  <a:pt x="0" y="1965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0" name="Freeform 30"/>
          <p:cNvSpPr/>
          <p:nvPr/>
        </p:nvSpPr>
        <p:spPr>
          <a:xfrm>
            <a:off x="7073900" y="1282700"/>
            <a:ext cx="94591" cy="109332"/>
          </a:xfrm>
          <a:custGeom>
            <a:avLst/>
            <a:gdLst/>
            <a:ahLst/>
            <a:cxnLst/>
            <a:rect l="l" t="t" r="r" b="b"/>
            <a:pathLst>
              <a:path w="94591" h="109332">
                <a:moveTo>
                  <a:pt x="41316" y="109332"/>
                </a:moveTo>
                <a:cubicBezTo>
                  <a:pt x="36967" y="108238"/>
                  <a:pt x="33705" y="108238"/>
                  <a:pt x="29356" y="107145"/>
                </a:cubicBezTo>
                <a:cubicBezTo>
                  <a:pt x="26095" y="106053"/>
                  <a:pt x="23919" y="102772"/>
                  <a:pt x="23919" y="99492"/>
                </a:cubicBezTo>
                <a:cubicBezTo>
                  <a:pt x="25006" y="88558"/>
                  <a:pt x="21745" y="79812"/>
                  <a:pt x="18484" y="71065"/>
                </a:cubicBezTo>
                <a:cubicBezTo>
                  <a:pt x="11960" y="53572"/>
                  <a:pt x="4348" y="36079"/>
                  <a:pt x="1087" y="17493"/>
                </a:cubicBezTo>
                <a:cubicBezTo>
                  <a:pt x="0" y="13120"/>
                  <a:pt x="0" y="8746"/>
                  <a:pt x="0" y="4374"/>
                </a:cubicBezTo>
                <a:cubicBezTo>
                  <a:pt x="0" y="2187"/>
                  <a:pt x="2174" y="0"/>
                  <a:pt x="4348" y="0"/>
                </a:cubicBezTo>
                <a:cubicBezTo>
                  <a:pt x="7611" y="0"/>
                  <a:pt x="10872" y="0"/>
                  <a:pt x="13047" y="0"/>
                </a:cubicBezTo>
                <a:cubicBezTo>
                  <a:pt x="16309" y="1093"/>
                  <a:pt x="19571" y="2187"/>
                  <a:pt x="21745" y="4374"/>
                </a:cubicBezTo>
                <a:cubicBezTo>
                  <a:pt x="26095" y="7653"/>
                  <a:pt x="30443" y="9840"/>
                  <a:pt x="33705" y="13120"/>
                </a:cubicBezTo>
                <a:cubicBezTo>
                  <a:pt x="45664" y="24053"/>
                  <a:pt x="58712" y="33892"/>
                  <a:pt x="70672" y="44826"/>
                </a:cubicBezTo>
                <a:cubicBezTo>
                  <a:pt x="76107" y="49200"/>
                  <a:pt x="80457" y="55759"/>
                  <a:pt x="84806" y="61225"/>
                </a:cubicBezTo>
                <a:cubicBezTo>
                  <a:pt x="94591" y="75439"/>
                  <a:pt x="92417" y="85279"/>
                  <a:pt x="79370" y="95119"/>
                </a:cubicBezTo>
                <a:cubicBezTo>
                  <a:pt x="69585" y="103866"/>
                  <a:pt x="54362" y="109332"/>
                  <a:pt x="41316" y="10933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1" name="Freeform 31"/>
          <p:cNvSpPr/>
          <p:nvPr/>
        </p:nvSpPr>
        <p:spPr>
          <a:xfrm>
            <a:off x="7340600" y="1130300"/>
            <a:ext cx="49138" cy="94591"/>
          </a:xfrm>
          <a:custGeom>
            <a:avLst/>
            <a:gdLst/>
            <a:ahLst/>
            <a:cxnLst/>
            <a:rect l="l" t="t" r="r" b="b"/>
            <a:pathLst>
              <a:path w="49138" h="94591">
                <a:moveTo>
                  <a:pt x="6701" y="61973"/>
                </a:moveTo>
                <a:cubicBezTo>
                  <a:pt x="7817" y="42403"/>
                  <a:pt x="5584" y="25006"/>
                  <a:pt x="2234" y="8698"/>
                </a:cubicBezTo>
                <a:cubicBezTo>
                  <a:pt x="1116" y="6524"/>
                  <a:pt x="0" y="3261"/>
                  <a:pt x="3350" y="2174"/>
                </a:cubicBezTo>
                <a:cubicBezTo>
                  <a:pt x="5584" y="0"/>
                  <a:pt x="7817" y="0"/>
                  <a:pt x="11167" y="2174"/>
                </a:cubicBezTo>
                <a:cubicBezTo>
                  <a:pt x="13401" y="3261"/>
                  <a:pt x="15635" y="4348"/>
                  <a:pt x="16751" y="6524"/>
                </a:cubicBezTo>
                <a:cubicBezTo>
                  <a:pt x="22335" y="11960"/>
                  <a:pt x="27920" y="18484"/>
                  <a:pt x="32386" y="23919"/>
                </a:cubicBezTo>
                <a:cubicBezTo>
                  <a:pt x="36854" y="29356"/>
                  <a:pt x="40204" y="34792"/>
                  <a:pt x="43555" y="39141"/>
                </a:cubicBezTo>
                <a:cubicBezTo>
                  <a:pt x="46905" y="44577"/>
                  <a:pt x="49138" y="50014"/>
                  <a:pt x="48021" y="56537"/>
                </a:cubicBezTo>
                <a:cubicBezTo>
                  <a:pt x="46905" y="64148"/>
                  <a:pt x="45787" y="72846"/>
                  <a:pt x="42437" y="80457"/>
                </a:cubicBezTo>
                <a:cubicBezTo>
                  <a:pt x="36854" y="90242"/>
                  <a:pt x="30152" y="94591"/>
                  <a:pt x="17869" y="94591"/>
                </a:cubicBezTo>
                <a:cubicBezTo>
                  <a:pt x="13401" y="94591"/>
                  <a:pt x="11167" y="92417"/>
                  <a:pt x="8934" y="88067"/>
                </a:cubicBezTo>
                <a:cubicBezTo>
                  <a:pt x="6701" y="82631"/>
                  <a:pt x="6701" y="77194"/>
                  <a:pt x="6701" y="70672"/>
                </a:cubicBezTo>
                <a:cubicBezTo>
                  <a:pt x="6701" y="67409"/>
                  <a:pt x="6701" y="64148"/>
                  <a:pt x="6701" y="61973"/>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2" name="Freeform 32"/>
          <p:cNvSpPr/>
          <p:nvPr/>
        </p:nvSpPr>
        <p:spPr>
          <a:xfrm>
            <a:off x="4470400" y="800100"/>
            <a:ext cx="960650" cy="958411"/>
          </a:xfrm>
          <a:custGeom>
            <a:avLst/>
            <a:gdLst/>
            <a:ahLst/>
            <a:cxnLst/>
            <a:rect l="l" t="t" r="r" b="b"/>
            <a:pathLst>
              <a:path w="960650" h="958411">
                <a:moveTo>
                  <a:pt x="0" y="462784"/>
                </a:moveTo>
                <a:cubicBezTo>
                  <a:pt x="0" y="458803"/>
                  <a:pt x="996" y="454821"/>
                  <a:pt x="996" y="450841"/>
                </a:cubicBezTo>
                <a:cubicBezTo>
                  <a:pt x="2987" y="427951"/>
                  <a:pt x="5973" y="405060"/>
                  <a:pt x="9956" y="382170"/>
                </a:cubicBezTo>
                <a:cubicBezTo>
                  <a:pt x="18914" y="342360"/>
                  <a:pt x="31855" y="304541"/>
                  <a:pt x="49775" y="267717"/>
                </a:cubicBezTo>
                <a:cubicBezTo>
                  <a:pt x="88599" y="189094"/>
                  <a:pt x="145341" y="126394"/>
                  <a:pt x="219008" y="77629"/>
                </a:cubicBezTo>
                <a:cubicBezTo>
                  <a:pt x="263806" y="47771"/>
                  <a:pt x="313580" y="26872"/>
                  <a:pt x="366340" y="13933"/>
                </a:cubicBezTo>
                <a:cubicBezTo>
                  <a:pt x="396206" y="5972"/>
                  <a:pt x="427065" y="1990"/>
                  <a:pt x="456931" y="996"/>
                </a:cubicBezTo>
                <a:cubicBezTo>
                  <a:pt x="458921" y="996"/>
                  <a:pt x="460912" y="0"/>
                  <a:pt x="462904" y="0"/>
                </a:cubicBezTo>
                <a:cubicBezTo>
                  <a:pt x="473854" y="0"/>
                  <a:pt x="484805" y="0"/>
                  <a:pt x="495755" y="0"/>
                </a:cubicBezTo>
                <a:cubicBezTo>
                  <a:pt x="497746" y="0"/>
                  <a:pt x="498742" y="996"/>
                  <a:pt x="500732" y="996"/>
                </a:cubicBezTo>
                <a:cubicBezTo>
                  <a:pt x="589331" y="4976"/>
                  <a:pt x="669966" y="30852"/>
                  <a:pt x="742636" y="79619"/>
                </a:cubicBezTo>
                <a:cubicBezTo>
                  <a:pt x="837208" y="142319"/>
                  <a:pt x="901915" y="227909"/>
                  <a:pt x="936757" y="336389"/>
                </a:cubicBezTo>
                <a:cubicBezTo>
                  <a:pt x="947707" y="371222"/>
                  <a:pt x="954676" y="408046"/>
                  <a:pt x="957663" y="444870"/>
                </a:cubicBezTo>
                <a:cubicBezTo>
                  <a:pt x="960650" y="500602"/>
                  <a:pt x="955671" y="555341"/>
                  <a:pt x="940740" y="609083"/>
                </a:cubicBezTo>
                <a:cubicBezTo>
                  <a:pt x="922820" y="670787"/>
                  <a:pt x="892956" y="727516"/>
                  <a:pt x="853136" y="778273"/>
                </a:cubicBezTo>
                <a:cubicBezTo>
                  <a:pt x="815307" y="825049"/>
                  <a:pt x="770510" y="862867"/>
                  <a:pt x="718745" y="892725"/>
                </a:cubicBezTo>
                <a:cubicBezTo>
                  <a:pt x="675938" y="918601"/>
                  <a:pt x="630146" y="935520"/>
                  <a:pt x="581367" y="946468"/>
                </a:cubicBezTo>
                <a:cubicBezTo>
                  <a:pt x="554488" y="952439"/>
                  <a:pt x="527610" y="955425"/>
                  <a:pt x="499736" y="957415"/>
                </a:cubicBezTo>
                <a:cubicBezTo>
                  <a:pt x="497746" y="957415"/>
                  <a:pt x="495755" y="957415"/>
                  <a:pt x="494759" y="958411"/>
                </a:cubicBezTo>
                <a:cubicBezTo>
                  <a:pt x="484805" y="958411"/>
                  <a:pt x="473854" y="958411"/>
                  <a:pt x="463899" y="958411"/>
                </a:cubicBezTo>
                <a:cubicBezTo>
                  <a:pt x="457926" y="957415"/>
                  <a:pt x="452948" y="956419"/>
                  <a:pt x="446975" y="956419"/>
                </a:cubicBezTo>
                <a:cubicBezTo>
                  <a:pt x="407156" y="953433"/>
                  <a:pt x="368332" y="946468"/>
                  <a:pt x="330504" y="933529"/>
                </a:cubicBezTo>
                <a:cubicBezTo>
                  <a:pt x="205071" y="890734"/>
                  <a:pt x="111495" y="810120"/>
                  <a:pt x="50770" y="691688"/>
                </a:cubicBezTo>
                <a:cubicBezTo>
                  <a:pt x="29865" y="650883"/>
                  <a:pt x="15928" y="607093"/>
                  <a:pt x="7964" y="561312"/>
                </a:cubicBezTo>
                <a:cubicBezTo>
                  <a:pt x="3981" y="543397"/>
                  <a:pt x="1991" y="525483"/>
                  <a:pt x="996" y="507569"/>
                </a:cubicBezTo>
                <a:cubicBezTo>
                  <a:pt x="996" y="503588"/>
                  <a:pt x="0" y="498612"/>
                  <a:pt x="0" y="494631"/>
                </a:cubicBezTo>
                <a:cubicBezTo>
                  <a:pt x="0" y="483683"/>
                  <a:pt x="0" y="472736"/>
                  <a:pt x="0" y="462784"/>
                </a:cubicBezTo>
                <a:close/>
                <a:moveTo>
                  <a:pt x="478831" y="941492"/>
                </a:moveTo>
                <a:cubicBezTo>
                  <a:pt x="734672" y="941492"/>
                  <a:pt x="941734" y="732492"/>
                  <a:pt x="941734" y="478707"/>
                </a:cubicBezTo>
                <a:cubicBezTo>
                  <a:pt x="942730" y="226913"/>
                  <a:pt x="736664" y="16919"/>
                  <a:pt x="479826" y="16919"/>
                </a:cubicBezTo>
                <a:cubicBezTo>
                  <a:pt x="224980" y="15923"/>
                  <a:pt x="16923" y="223928"/>
                  <a:pt x="16923" y="477712"/>
                </a:cubicBezTo>
                <a:cubicBezTo>
                  <a:pt x="15928" y="732492"/>
                  <a:pt x="223986" y="940496"/>
                  <a:pt x="478831" y="94149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3" name="Freeform 33"/>
          <p:cNvSpPr/>
          <p:nvPr/>
        </p:nvSpPr>
        <p:spPr>
          <a:xfrm>
            <a:off x="4597400" y="927100"/>
            <a:ext cx="708731" cy="707611"/>
          </a:xfrm>
          <a:custGeom>
            <a:avLst/>
            <a:gdLst/>
            <a:ahLst/>
            <a:cxnLst/>
            <a:rect l="l" t="t" r="r" b="b"/>
            <a:pathLst>
              <a:path w="708731" h="707611">
                <a:moveTo>
                  <a:pt x="708731" y="354303"/>
                </a:moveTo>
                <a:cubicBezTo>
                  <a:pt x="708731" y="549369"/>
                  <a:pt x="549242" y="707611"/>
                  <a:pt x="353868" y="707611"/>
                </a:cubicBezTo>
                <a:cubicBezTo>
                  <a:pt x="158492" y="707611"/>
                  <a:pt x="997" y="548373"/>
                  <a:pt x="0" y="355298"/>
                </a:cubicBezTo>
                <a:cubicBezTo>
                  <a:pt x="0" y="161228"/>
                  <a:pt x="157495" y="1990"/>
                  <a:pt x="352871" y="996"/>
                </a:cubicBezTo>
                <a:cubicBezTo>
                  <a:pt x="549242" y="0"/>
                  <a:pt x="708731" y="158242"/>
                  <a:pt x="708731" y="354303"/>
                </a:cubicBezTo>
                <a:close/>
                <a:moveTo>
                  <a:pt x="353868" y="696664"/>
                </a:moveTo>
                <a:cubicBezTo>
                  <a:pt x="543260" y="697659"/>
                  <a:pt x="697766" y="543397"/>
                  <a:pt x="697766" y="354303"/>
                </a:cubicBezTo>
                <a:cubicBezTo>
                  <a:pt x="697766" y="165209"/>
                  <a:pt x="543260" y="11943"/>
                  <a:pt x="353868" y="11943"/>
                </a:cubicBezTo>
                <a:cubicBezTo>
                  <a:pt x="165471" y="11943"/>
                  <a:pt x="10965" y="165209"/>
                  <a:pt x="10965" y="354303"/>
                </a:cubicBezTo>
                <a:cubicBezTo>
                  <a:pt x="10965" y="542402"/>
                  <a:pt x="165471" y="696664"/>
                  <a:pt x="353868" y="69666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4" name="Freeform 34"/>
          <p:cNvSpPr/>
          <p:nvPr/>
        </p:nvSpPr>
        <p:spPr>
          <a:xfrm>
            <a:off x="5232400" y="1003300"/>
            <a:ext cx="78376" cy="94050"/>
          </a:xfrm>
          <a:custGeom>
            <a:avLst/>
            <a:gdLst/>
            <a:ahLst/>
            <a:cxnLst/>
            <a:rect l="l" t="t" r="r" b="b"/>
            <a:pathLst>
              <a:path w="78376" h="94050">
                <a:moveTo>
                  <a:pt x="36707" y="41022"/>
                </a:moveTo>
                <a:cubicBezTo>
                  <a:pt x="31747" y="46025"/>
                  <a:pt x="25794" y="50027"/>
                  <a:pt x="20834" y="55029"/>
                </a:cubicBezTo>
                <a:cubicBezTo>
                  <a:pt x="17857" y="57031"/>
                  <a:pt x="17857" y="60032"/>
                  <a:pt x="18849" y="62033"/>
                </a:cubicBezTo>
                <a:cubicBezTo>
                  <a:pt x="19841" y="64035"/>
                  <a:pt x="19841" y="65034"/>
                  <a:pt x="19841" y="66035"/>
                </a:cubicBezTo>
                <a:cubicBezTo>
                  <a:pt x="16866" y="65034"/>
                  <a:pt x="2977" y="47026"/>
                  <a:pt x="0" y="40022"/>
                </a:cubicBezTo>
                <a:cubicBezTo>
                  <a:pt x="1984" y="41022"/>
                  <a:pt x="1984" y="41022"/>
                  <a:pt x="2977" y="42022"/>
                </a:cubicBezTo>
                <a:cubicBezTo>
                  <a:pt x="6944" y="44023"/>
                  <a:pt x="8929" y="44023"/>
                  <a:pt x="11905" y="42022"/>
                </a:cubicBezTo>
                <a:cubicBezTo>
                  <a:pt x="23810" y="32017"/>
                  <a:pt x="35715" y="22012"/>
                  <a:pt x="47620" y="12007"/>
                </a:cubicBezTo>
                <a:cubicBezTo>
                  <a:pt x="51589" y="9004"/>
                  <a:pt x="51589" y="7004"/>
                  <a:pt x="49605" y="2002"/>
                </a:cubicBezTo>
                <a:cubicBezTo>
                  <a:pt x="49605" y="1001"/>
                  <a:pt x="49605" y="1001"/>
                  <a:pt x="49605" y="0"/>
                </a:cubicBezTo>
                <a:cubicBezTo>
                  <a:pt x="50597" y="1001"/>
                  <a:pt x="51589" y="1001"/>
                  <a:pt x="51589" y="2002"/>
                </a:cubicBezTo>
                <a:cubicBezTo>
                  <a:pt x="57541" y="10005"/>
                  <a:pt x="63494" y="18010"/>
                  <a:pt x="69446" y="26013"/>
                </a:cubicBezTo>
                <a:cubicBezTo>
                  <a:pt x="72423" y="30016"/>
                  <a:pt x="74407" y="35019"/>
                  <a:pt x="76390" y="40022"/>
                </a:cubicBezTo>
                <a:cubicBezTo>
                  <a:pt x="78376" y="45024"/>
                  <a:pt x="78376" y="50027"/>
                  <a:pt x="74407" y="54028"/>
                </a:cubicBezTo>
                <a:cubicBezTo>
                  <a:pt x="70438" y="60032"/>
                  <a:pt x="63494" y="62033"/>
                  <a:pt x="56549" y="59031"/>
                </a:cubicBezTo>
                <a:cubicBezTo>
                  <a:pt x="54564" y="58031"/>
                  <a:pt x="52581" y="57031"/>
                  <a:pt x="49605" y="56030"/>
                </a:cubicBezTo>
                <a:cubicBezTo>
                  <a:pt x="46628" y="69037"/>
                  <a:pt x="41667" y="81043"/>
                  <a:pt x="39684" y="94050"/>
                </a:cubicBezTo>
                <a:cubicBezTo>
                  <a:pt x="39684" y="94050"/>
                  <a:pt x="38692" y="93049"/>
                  <a:pt x="37700" y="92048"/>
                </a:cubicBezTo>
                <a:cubicBezTo>
                  <a:pt x="35715" y="89047"/>
                  <a:pt x="32739" y="85046"/>
                  <a:pt x="30754" y="82043"/>
                </a:cubicBezTo>
                <a:cubicBezTo>
                  <a:pt x="28771" y="80043"/>
                  <a:pt x="28771" y="78042"/>
                  <a:pt x="28771" y="75040"/>
                </a:cubicBezTo>
                <a:cubicBezTo>
                  <a:pt x="32739" y="66035"/>
                  <a:pt x="35715" y="56030"/>
                  <a:pt x="37700" y="47026"/>
                </a:cubicBezTo>
                <a:cubicBezTo>
                  <a:pt x="38692" y="45024"/>
                  <a:pt x="39684" y="43023"/>
                  <a:pt x="36707" y="41022"/>
                </a:cubicBezTo>
                <a:close/>
                <a:moveTo>
                  <a:pt x="39684" y="39021"/>
                </a:moveTo>
                <a:cubicBezTo>
                  <a:pt x="41667" y="41022"/>
                  <a:pt x="42659" y="43023"/>
                  <a:pt x="44644" y="45024"/>
                </a:cubicBezTo>
                <a:cubicBezTo>
                  <a:pt x="49605" y="50027"/>
                  <a:pt x="54564" y="50027"/>
                  <a:pt x="60518" y="45024"/>
                </a:cubicBezTo>
                <a:cubicBezTo>
                  <a:pt x="62502" y="45024"/>
                  <a:pt x="63494" y="44023"/>
                  <a:pt x="64486" y="43023"/>
                </a:cubicBezTo>
                <a:cubicBezTo>
                  <a:pt x="70438" y="37019"/>
                  <a:pt x="70438" y="31016"/>
                  <a:pt x="64486" y="24013"/>
                </a:cubicBezTo>
                <a:cubicBezTo>
                  <a:pt x="62502" y="22012"/>
                  <a:pt x="61510" y="21011"/>
                  <a:pt x="58533" y="24013"/>
                </a:cubicBezTo>
                <a:cubicBezTo>
                  <a:pt x="53572" y="27014"/>
                  <a:pt x="49605" y="31016"/>
                  <a:pt x="44644" y="35019"/>
                </a:cubicBezTo>
                <a:cubicBezTo>
                  <a:pt x="43652" y="36020"/>
                  <a:pt x="41667" y="38020"/>
                  <a:pt x="39684" y="3902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5" name="Freeform 35"/>
          <p:cNvSpPr/>
          <p:nvPr/>
        </p:nvSpPr>
        <p:spPr>
          <a:xfrm>
            <a:off x="4508500" y="1181100"/>
            <a:ext cx="75016" cy="80615"/>
          </a:xfrm>
          <a:custGeom>
            <a:avLst/>
            <a:gdLst/>
            <a:ahLst/>
            <a:cxnLst/>
            <a:rect l="l" t="t" r="r" b="b"/>
            <a:pathLst>
              <a:path w="75016" h="80615">
                <a:moveTo>
                  <a:pt x="0" y="68522"/>
                </a:moveTo>
                <a:cubicBezTo>
                  <a:pt x="1974" y="57437"/>
                  <a:pt x="3948" y="47361"/>
                  <a:pt x="4935" y="36276"/>
                </a:cubicBezTo>
                <a:cubicBezTo>
                  <a:pt x="5922" y="36276"/>
                  <a:pt x="5922" y="36276"/>
                  <a:pt x="6909" y="36276"/>
                </a:cubicBezTo>
                <a:cubicBezTo>
                  <a:pt x="6909" y="37283"/>
                  <a:pt x="6909" y="38292"/>
                  <a:pt x="6909" y="39299"/>
                </a:cubicBezTo>
                <a:cubicBezTo>
                  <a:pt x="7897" y="43330"/>
                  <a:pt x="8884" y="45345"/>
                  <a:pt x="12832" y="46352"/>
                </a:cubicBezTo>
                <a:cubicBezTo>
                  <a:pt x="19741" y="48368"/>
                  <a:pt x="26651" y="49376"/>
                  <a:pt x="34547" y="50383"/>
                </a:cubicBezTo>
                <a:cubicBezTo>
                  <a:pt x="33560" y="49376"/>
                  <a:pt x="33560" y="48368"/>
                  <a:pt x="32573" y="47361"/>
                </a:cubicBezTo>
                <a:cubicBezTo>
                  <a:pt x="27638" y="39299"/>
                  <a:pt x="22703" y="32245"/>
                  <a:pt x="17767" y="24185"/>
                </a:cubicBezTo>
                <a:cubicBezTo>
                  <a:pt x="17767" y="24185"/>
                  <a:pt x="16781" y="23176"/>
                  <a:pt x="16781" y="22169"/>
                </a:cubicBezTo>
                <a:cubicBezTo>
                  <a:pt x="13819" y="19145"/>
                  <a:pt x="11844" y="20154"/>
                  <a:pt x="9870" y="23176"/>
                </a:cubicBezTo>
                <a:cubicBezTo>
                  <a:pt x="9870" y="25192"/>
                  <a:pt x="8884" y="26200"/>
                  <a:pt x="7897" y="29223"/>
                </a:cubicBezTo>
                <a:cubicBezTo>
                  <a:pt x="6909" y="24185"/>
                  <a:pt x="9870" y="4031"/>
                  <a:pt x="11844" y="0"/>
                </a:cubicBezTo>
                <a:cubicBezTo>
                  <a:pt x="12832" y="0"/>
                  <a:pt x="12832" y="1007"/>
                  <a:pt x="12832" y="1007"/>
                </a:cubicBezTo>
                <a:cubicBezTo>
                  <a:pt x="12832" y="8062"/>
                  <a:pt x="15792" y="14107"/>
                  <a:pt x="18754" y="19145"/>
                </a:cubicBezTo>
                <a:cubicBezTo>
                  <a:pt x="21716" y="25192"/>
                  <a:pt x="25663" y="30230"/>
                  <a:pt x="28625" y="35269"/>
                </a:cubicBezTo>
                <a:cubicBezTo>
                  <a:pt x="30598" y="35269"/>
                  <a:pt x="31586" y="34261"/>
                  <a:pt x="32573" y="34261"/>
                </a:cubicBezTo>
                <a:cubicBezTo>
                  <a:pt x="44417" y="27207"/>
                  <a:pt x="56262" y="20154"/>
                  <a:pt x="68106" y="13100"/>
                </a:cubicBezTo>
                <a:cubicBezTo>
                  <a:pt x="70081" y="12092"/>
                  <a:pt x="72055" y="10076"/>
                  <a:pt x="74030" y="8062"/>
                </a:cubicBezTo>
                <a:cubicBezTo>
                  <a:pt x="75016" y="12092"/>
                  <a:pt x="73042" y="15116"/>
                  <a:pt x="73042" y="18138"/>
                </a:cubicBezTo>
                <a:cubicBezTo>
                  <a:pt x="72055" y="22169"/>
                  <a:pt x="72055" y="26200"/>
                  <a:pt x="71068" y="30230"/>
                </a:cubicBezTo>
                <a:cubicBezTo>
                  <a:pt x="70081" y="33254"/>
                  <a:pt x="70081" y="37283"/>
                  <a:pt x="69093" y="40307"/>
                </a:cubicBezTo>
                <a:cubicBezTo>
                  <a:pt x="68106" y="40307"/>
                  <a:pt x="68106" y="40307"/>
                  <a:pt x="68106" y="40307"/>
                </a:cubicBezTo>
                <a:cubicBezTo>
                  <a:pt x="67120" y="38292"/>
                  <a:pt x="67120" y="35269"/>
                  <a:pt x="67120" y="32245"/>
                </a:cubicBezTo>
                <a:cubicBezTo>
                  <a:pt x="65146" y="32245"/>
                  <a:pt x="64158" y="33254"/>
                  <a:pt x="63171" y="33254"/>
                </a:cubicBezTo>
                <a:cubicBezTo>
                  <a:pt x="54287" y="38292"/>
                  <a:pt x="46392" y="43330"/>
                  <a:pt x="38495" y="48368"/>
                </a:cubicBezTo>
                <a:cubicBezTo>
                  <a:pt x="38495" y="50383"/>
                  <a:pt x="39482" y="51392"/>
                  <a:pt x="41457" y="51392"/>
                </a:cubicBezTo>
                <a:cubicBezTo>
                  <a:pt x="47379" y="53407"/>
                  <a:pt x="53301" y="54414"/>
                  <a:pt x="59223" y="55422"/>
                </a:cubicBezTo>
                <a:cubicBezTo>
                  <a:pt x="62184" y="55422"/>
                  <a:pt x="63171" y="54414"/>
                  <a:pt x="65146" y="51392"/>
                </a:cubicBezTo>
                <a:cubicBezTo>
                  <a:pt x="65146" y="50383"/>
                  <a:pt x="66133" y="49376"/>
                  <a:pt x="67120" y="48368"/>
                </a:cubicBezTo>
                <a:cubicBezTo>
                  <a:pt x="66133" y="58445"/>
                  <a:pt x="64158" y="69530"/>
                  <a:pt x="62184" y="80615"/>
                </a:cubicBezTo>
                <a:cubicBezTo>
                  <a:pt x="62184" y="80615"/>
                  <a:pt x="62184" y="80615"/>
                  <a:pt x="61197" y="80615"/>
                </a:cubicBezTo>
                <a:cubicBezTo>
                  <a:pt x="61197" y="79606"/>
                  <a:pt x="61197" y="78599"/>
                  <a:pt x="61197" y="77591"/>
                </a:cubicBezTo>
                <a:cubicBezTo>
                  <a:pt x="60211" y="72553"/>
                  <a:pt x="59223" y="71545"/>
                  <a:pt x="54287" y="70537"/>
                </a:cubicBezTo>
                <a:cubicBezTo>
                  <a:pt x="39482" y="67514"/>
                  <a:pt x="25663" y="64491"/>
                  <a:pt x="10857" y="62476"/>
                </a:cubicBezTo>
                <a:cubicBezTo>
                  <a:pt x="5922" y="61468"/>
                  <a:pt x="4935" y="62476"/>
                  <a:pt x="2962" y="66506"/>
                </a:cubicBezTo>
                <a:cubicBezTo>
                  <a:pt x="1974" y="67514"/>
                  <a:pt x="1974" y="68522"/>
                  <a:pt x="987" y="68522"/>
                </a:cubicBezTo>
                <a:cubicBezTo>
                  <a:pt x="987" y="68522"/>
                  <a:pt x="987" y="68522"/>
                  <a:pt x="0" y="6852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6" name="Freeform 36"/>
          <p:cNvSpPr/>
          <p:nvPr/>
        </p:nvSpPr>
        <p:spPr>
          <a:xfrm>
            <a:off x="5168900" y="914400"/>
            <a:ext cx="81733" cy="87332"/>
          </a:xfrm>
          <a:custGeom>
            <a:avLst/>
            <a:gdLst/>
            <a:ahLst/>
            <a:cxnLst/>
            <a:rect l="l" t="t" r="r" b="b"/>
            <a:pathLst>
              <a:path w="81733" h="87332">
                <a:moveTo>
                  <a:pt x="60803" y="37141"/>
                </a:moveTo>
                <a:cubicBezTo>
                  <a:pt x="59806" y="41157"/>
                  <a:pt x="45851" y="62236"/>
                  <a:pt x="41864" y="65248"/>
                </a:cubicBezTo>
                <a:cubicBezTo>
                  <a:pt x="42860" y="62236"/>
                  <a:pt x="42860" y="60228"/>
                  <a:pt x="43857" y="59225"/>
                </a:cubicBezTo>
                <a:cubicBezTo>
                  <a:pt x="45851" y="52198"/>
                  <a:pt x="43857" y="46176"/>
                  <a:pt x="36880" y="42160"/>
                </a:cubicBezTo>
                <a:cubicBezTo>
                  <a:pt x="36880" y="42160"/>
                  <a:pt x="35884" y="43163"/>
                  <a:pt x="35884" y="44168"/>
                </a:cubicBezTo>
                <a:cubicBezTo>
                  <a:pt x="31896" y="50190"/>
                  <a:pt x="27910" y="55209"/>
                  <a:pt x="23922" y="61233"/>
                </a:cubicBezTo>
                <a:cubicBezTo>
                  <a:pt x="21929" y="64244"/>
                  <a:pt x="21929" y="66252"/>
                  <a:pt x="24919" y="68260"/>
                </a:cubicBezTo>
                <a:cubicBezTo>
                  <a:pt x="32893" y="76290"/>
                  <a:pt x="41864" y="80306"/>
                  <a:pt x="53825" y="74282"/>
                </a:cubicBezTo>
                <a:cubicBezTo>
                  <a:pt x="55818" y="73279"/>
                  <a:pt x="55818" y="73279"/>
                  <a:pt x="58809" y="73279"/>
                </a:cubicBezTo>
                <a:cubicBezTo>
                  <a:pt x="56815" y="76290"/>
                  <a:pt x="49837" y="84320"/>
                  <a:pt x="44854" y="87332"/>
                </a:cubicBezTo>
                <a:cubicBezTo>
                  <a:pt x="35884" y="82313"/>
                  <a:pt x="1994" y="56214"/>
                  <a:pt x="0" y="52198"/>
                </a:cubicBezTo>
                <a:cubicBezTo>
                  <a:pt x="1994" y="53203"/>
                  <a:pt x="2991" y="53203"/>
                  <a:pt x="3987" y="54206"/>
                </a:cubicBezTo>
                <a:cubicBezTo>
                  <a:pt x="7974" y="55209"/>
                  <a:pt x="9967" y="54206"/>
                  <a:pt x="11961" y="51195"/>
                </a:cubicBezTo>
                <a:cubicBezTo>
                  <a:pt x="20932" y="38144"/>
                  <a:pt x="29902" y="25095"/>
                  <a:pt x="38873" y="12046"/>
                </a:cubicBezTo>
                <a:cubicBezTo>
                  <a:pt x="41864" y="8030"/>
                  <a:pt x="40867" y="6022"/>
                  <a:pt x="38873" y="3011"/>
                </a:cubicBezTo>
                <a:cubicBezTo>
                  <a:pt x="37876" y="2008"/>
                  <a:pt x="37876" y="1003"/>
                  <a:pt x="36880" y="0"/>
                </a:cubicBezTo>
                <a:cubicBezTo>
                  <a:pt x="39870" y="1003"/>
                  <a:pt x="75753" y="27103"/>
                  <a:pt x="81733" y="33125"/>
                </a:cubicBezTo>
                <a:cubicBezTo>
                  <a:pt x="78744" y="38144"/>
                  <a:pt x="72763" y="46176"/>
                  <a:pt x="69773" y="48184"/>
                </a:cubicBezTo>
                <a:cubicBezTo>
                  <a:pt x="69773" y="47179"/>
                  <a:pt x="69773" y="46176"/>
                  <a:pt x="69773" y="46176"/>
                </a:cubicBezTo>
                <a:cubicBezTo>
                  <a:pt x="73760" y="36138"/>
                  <a:pt x="71766" y="30114"/>
                  <a:pt x="64789" y="24092"/>
                </a:cubicBezTo>
                <a:cubicBezTo>
                  <a:pt x="62795" y="22084"/>
                  <a:pt x="60803" y="20076"/>
                  <a:pt x="57812" y="19073"/>
                </a:cubicBezTo>
                <a:cubicBezTo>
                  <a:pt x="55818" y="17065"/>
                  <a:pt x="53825" y="18068"/>
                  <a:pt x="52828" y="20076"/>
                </a:cubicBezTo>
                <a:cubicBezTo>
                  <a:pt x="48842" y="25095"/>
                  <a:pt x="44854" y="30114"/>
                  <a:pt x="40867" y="36138"/>
                </a:cubicBezTo>
                <a:cubicBezTo>
                  <a:pt x="40867" y="37141"/>
                  <a:pt x="39870" y="38144"/>
                  <a:pt x="39870" y="39149"/>
                </a:cubicBezTo>
                <a:cubicBezTo>
                  <a:pt x="42860" y="42160"/>
                  <a:pt x="45851" y="44168"/>
                  <a:pt x="50834" y="43163"/>
                </a:cubicBezTo>
                <a:cubicBezTo>
                  <a:pt x="53825" y="42160"/>
                  <a:pt x="57812" y="39149"/>
                  <a:pt x="60803" y="3714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7" name="Freeform 37"/>
          <p:cNvSpPr/>
          <p:nvPr/>
        </p:nvSpPr>
        <p:spPr>
          <a:xfrm>
            <a:off x="4508500" y="1295400"/>
            <a:ext cx="70537" cy="67178"/>
          </a:xfrm>
          <a:custGeom>
            <a:avLst/>
            <a:gdLst/>
            <a:ahLst/>
            <a:cxnLst/>
            <a:rect l="l" t="t" r="r" b="b"/>
            <a:pathLst>
              <a:path w="70537" h="67178">
                <a:moveTo>
                  <a:pt x="48680" y="19759"/>
                </a:moveTo>
                <a:cubicBezTo>
                  <a:pt x="43713" y="21734"/>
                  <a:pt x="38745" y="23710"/>
                  <a:pt x="36759" y="28650"/>
                </a:cubicBezTo>
                <a:cubicBezTo>
                  <a:pt x="35766" y="31613"/>
                  <a:pt x="35766" y="34577"/>
                  <a:pt x="37752" y="38528"/>
                </a:cubicBezTo>
                <a:cubicBezTo>
                  <a:pt x="39740" y="37541"/>
                  <a:pt x="41726" y="37541"/>
                  <a:pt x="43713" y="37541"/>
                </a:cubicBezTo>
                <a:cubicBezTo>
                  <a:pt x="48680" y="36553"/>
                  <a:pt x="53647" y="35565"/>
                  <a:pt x="59609" y="35565"/>
                </a:cubicBezTo>
                <a:cubicBezTo>
                  <a:pt x="62589" y="34577"/>
                  <a:pt x="63583" y="33589"/>
                  <a:pt x="64576" y="29637"/>
                </a:cubicBezTo>
                <a:cubicBezTo>
                  <a:pt x="64576" y="17783"/>
                  <a:pt x="58616" y="7903"/>
                  <a:pt x="47687" y="3952"/>
                </a:cubicBezTo>
                <a:cubicBezTo>
                  <a:pt x="46694" y="2964"/>
                  <a:pt x="44707" y="2964"/>
                  <a:pt x="43713" y="0"/>
                </a:cubicBezTo>
                <a:cubicBezTo>
                  <a:pt x="50668" y="0"/>
                  <a:pt x="56628" y="988"/>
                  <a:pt x="62589" y="988"/>
                </a:cubicBezTo>
                <a:cubicBezTo>
                  <a:pt x="64576" y="4939"/>
                  <a:pt x="70537" y="53348"/>
                  <a:pt x="69544" y="58287"/>
                </a:cubicBezTo>
                <a:cubicBezTo>
                  <a:pt x="68550" y="56311"/>
                  <a:pt x="68550" y="55322"/>
                  <a:pt x="67556" y="54336"/>
                </a:cubicBezTo>
                <a:cubicBezTo>
                  <a:pt x="66563" y="51372"/>
                  <a:pt x="64576" y="50383"/>
                  <a:pt x="61596" y="50383"/>
                </a:cubicBezTo>
                <a:cubicBezTo>
                  <a:pt x="45700" y="52360"/>
                  <a:pt x="30798" y="54336"/>
                  <a:pt x="15895" y="57299"/>
                </a:cubicBezTo>
                <a:cubicBezTo>
                  <a:pt x="11921" y="57299"/>
                  <a:pt x="9935" y="59275"/>
                  <a:pt x="8941" y="64214"/>
                </a:cubicBezTo>
                <a:cubicBezTo>
                  <a:pt x="8941" y="65202"/>
                  <a:pt x="8941" y="66190"/>
                  <a:pt x="8941" y="67178"/>
                </a:cubicBezTo>
                <a:cubicBezTo>
                  <a:pt x="6955" y="64214"/>
                  <a:pt x="0" y="16794"/>
                  <a:pt x="993" y="10867"/>
                </a:cubicBezTo>
                <a:cubicBezTo>
                  <a:pt x="6955" y="9879"/>
                  <a:pt x="11921" y="8891"/>
                  <a:pt x="17883" y="8891"/>
                </a:cubicBezTo>
                <a:cubicBezTo>
                  <a:pt x="17883" y="8891"/>
                  <a:pt x="18876" y="8891"/>
                  <a:pt x="18876" y="9879"/>
                </a:cubicBezTo>
                <a:cubicBezTo>
                  <a:pt x="17883" y="9879"/>
                  <a:pt x="17883" y="10867"/>
                  <a:pt x="16890" y="10867"/>
                </a:cubicBezTo>
                <a:cubicBezTo>
                  <a:pt x="7948" y="13830"/>
                  <a:pt x="4967" y="20747"/>
                  <a:pt x="5961" y="29637"/>
                </a:cubicBezTo>
                <a:cubicBezTo>
                  <a:pt x="5961" y="31613"/>
                  <a:pt x="5961" y="34577"/>
                  <a:pt x="6955" y="37541"/>
                </a:cubicBezTo>
                <a:cubicBezTo>
                  <a:pt x="6955" y="41492"/>
                  <a:pt x="7948" y="42480"/>
                  <a:pt x="12915" y="41492"/>
                </a:cubicBezTo>
                <a:cubicBezTo>
                  <a:pt x="19869" y="40504"/>
                  <a:pt x="25831" y="39516"/>
                  <a:pt x="32785" y="38528"/>
                </a:cubicBezTo>
                <a:cubicBezTo>
                  <a:pt x="33778" y="33589"/>
                  <a:pt x="32785" y="29637"/>
                  <a:pt x="28811" y="27662"/>
                </a:cubicBezTo>
                <a:cubicBezTo>
                  <a:pt x="25831" y="25686"/>
                  <a:pt x="21857" y="24698"/>
                  <a:pt x="17883" y="23710"/>
                </a:cubicBezTo>
                <a:cubicBezTo>
                  <a:pt x="17883" y="22722"/>
                  <a:pt x="18876" y="22722"/>
                  <a:pt x="18876" y="21734"/>
                </a:cubicBezTo>
                <a:cubicBezTo>
                  <a:pt x="28811" y="20747"/>
                  <a:pt x="38745" y="19759"/>
                  <a:pt x="48680" y="17783"/>
                </a:cubicBezTo>
                <a:cubicBezTo>
                  <a:pt x="48680" y="18771"/>
                  <a:pt x="48680" y="18771"/>
                  <a:pt x="48680" y="1975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8" name="Freeform 38"/>
          <p:cNvSpPr/>
          <p:nvPr/>
        </p:nvSpPr>
        <p:spPr>
          <a:xfrm>
            <a:off x="4864100" y="1651000"/>
            <a:ext cx="49265" cy="70537"/>
          </a:xfrm>
          <a:custGeom>
            <a:avLst/>
            <a:gdLst/>
            <a:ahLst/>
            <a:cxnLst/>
            <a:rect l="l" t="t" r="r" b="b"/>
            <a:pathLst>
              <a:path w="49265" h="70537">
                <a:moveTo>
                  <a:pt x="16750" y="35268"/>
                </a:moveTo>
                <a:cubicBezTo>
                  <a:pt x="14779" y="33254"/>
                  <a:pt x="11824" y="30230"/>
                  <a:pt x="9853" y="27207"/>
                </a:cubicBezTo>
                <a:cubicBezTo>
                  <a:pt x="6897" y="22169"/>
                  <a:pt x="5912" y="17131"/>
                  <a:pt x="7882" y="11085"/>
                </a:cubicBezTo>
                <a:cubicBezTo>
                  <a:pt x="9853" y="6046"/>
                  <a:pt x="13793" y="3023"/>
                  <a:pt x="18720" y="1007"/>
                </a:cubicBezTo>
                <a:cubicBezTo>
                  <a:pt x="25617" y="0"/>
                  <a:pt x="32515" y="0"/>
                  <a:pt x="38426" y="3023"/>
                </a:cubicBezTo>
                <a:cubicBezTo>
                  <a:pt x="42367" y="5038"/>
                  <a:pt x="45322" y="8062"/>
                  <a:pt x="47294" y="12092"/>
                </a:cubicBezTo>
                <a:cubicBezTo>
                  <a:pt x="49265" y="18138"/>
                  <a:pt x="47294" y="24185"/>
                  <a:pt x="41382" y="27207"/>
                </a:cubicBezTo>
                <a:cubicBezTo>
                  <a:pt x="38426" y="28214"/>
                  <a:pt x="36455" y="29223"/>
                  <a:pt x="33500" y="30230"/>
                </a:cubicBezTo>
                <a:cubicBezTo>
                  <a:pt x="34484" y="31238"/>
                  <a:pt x="35470" y="32245"/>
                  <a:pt x="36455" y="33254"/>
                </a:cubicBezTo>
                <a:cubicBezTo>
                  <a:pt x="39411" y="37283"/>
                  <a:pt x="42367" y="40307"/>
                  <a:pt x="43353" y="44337"/>
                </a:cubicBezTo>
                <a:cubicBezTo>
                  <a:pt x="47294" y="55422"/>
                  <a:pt x="41382" y="66506"/>
                  <a:pt x="29558" y="69530"/>
                </a:cubicBezTo>
                <a:cubicBezTo>
                  <a:pt x="22662" y="70537"/>
                  <a:pt x="15765" y="69530"/>
                  <a:pt x="8867" y="65499"/>
                </a:cubicBezTo>
                <a:cubicBezTo>
                  <a:pt x="2955" y="62475"/>
                  <a:pt x="0" y="57437"/>
                  <a:pt x="986" y="51392"/>
                </a:cubicBezTo>
                <a:cubicBezTo>
                  <a:pt x="986" y="44337"/>
                  <a:pt x="4926" y="40307"/>
                  <a:pt x="10838" y="38292"/>
                </a:cubicBezTo>
                <a:cubicBezTo>
                  <a:pt x="12809" y="37283"/>
                  <a:pt x="14779" y="36276"/>
                  <a:pt x="16750" y="35268"/>
                </a:cubicBezTo>
                <a:close/>
                <a:moveTo>
                  <a:pt x="19705" y="38292"/>
                </a:moveTo>
                <a:cubicBezTo>
                  <a:pt x="12809" y="44337"/>
                  <a:pt x="9853" y="54414"/>
                  <a:pt x="13793" y="61468"/>
                </a:cubicBezTo>
                <a:cubicBezTo>
                  <a:pt x="14779" y="65499"/>
                  <a:pt x="17736" y="67514"/>
                  <a:pt x="21676" y="67514"/>
                </a:cubicBezTo>
                <a:cubicBezTo>
                  <a:pt x="25617" y="67514"/>
                  <a:pt x="27588" y="64491"/>
                  <a:pt x="29558" y="61468"/>
                </a:cubicBezTo>
                <a:cubicBezTo>
                  <a:pt x="32515" y="53406"/>
                  <a:pt x="28574" y="44337"/>
                  <a:pt x="19705" y="38292"/>
                </a:cubicBezTo>
                <a:close/>
                <a:moveTo>
                  <a:pt x="30544" y="27207"/>
                </a:moveTo>
                <a:cubicBezTo>
                  <a:pt x="36455" y="23176"/>
                  <a:pt x="38426" y="14107"/>
                  <a:pt x="35470" y="8062"/>
                </a:cubicBezTo>
                <a:cubicBezTo>
                  <a:pt x="34484" y="4031"/>
                  <a:pt x="31529" y="3023"/>
                  <a:pt x="27588" y="3023"/>
                </a:cubicBezTo>
                <a:cubicBezTo>
                  <a:pt x="24632" y="3023"/>
                  <a:pt x="22662" y="5038"/>
                  <a:pt x="20691" y="8062"/>
                </a:cubicBezTo>
                <a:cubicBezTo>
                  <a:pt x="19705" y="11085"/>
                  <a:pt x="19705" y="15116"/>
                  <a:pt x="21676" y="18138"/>
                </a:cubicBezTo>
                <a:cubicBezTo>
                  <a:pt x="23646" y="22169"/>
                  <a:pt x="26603" y="25192"/>
                  <a:pt x="30544" y="2720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39" name="Freeform 39"/>
          <p:cNvSpPr/>
          <p:nvPr/>
        </p:nvSpPr>
        <p:spPr>
          <a:xfrm>
            <a:off x="4533900" y="1409700"/>
            <a:ext cx="72776" cy="62700"/>
          </a:xfrm>
          <a:custGeom>
            <a:avLst/>
            <a:gdLst/>
            <a:ahLst/>
            <a:cxnLst/>
            <a:rect l="l" t="t" r="r" b="b"/>
            <a:pathLst>
              <a:path w="72776" h="62700">
                <a:moveTo>
                  <a:pt x="15735" y="62700"/>
                </a:moveTo>
                <a:cubicBezTo>
                  <a:pt x="14752" y="61704"/>
                  <a:pt x="13768" y="60710"/>
                  <a:pt x="13768" y="59714"/>
                </a:cubicBezTo>
                <a:cubicBezTo>
                  <a:pt x="9835" y="50757"/>
                  <a:pt x="6885" y="41800"/>
                  <a:pt x="2950" y="33838"/>
                </a:cubicBezTo>
                <a:cubicBezTo>
                  <a:pt x="983" y="28862"/>
                  <a:pt x="0" y="22890"/>
                  <a:pt x="0" y="17915"/>
                </a:cubicBezTo>
                <a:cubicBezTo>
                  <a:pt x="0" y="10947"/>
                  <a:pt x="1967" y="5972"/>
                  <a:pt x="7868" y="2986"/>
                </a:cubicBezTo>
                <a:cubicBezTo>
                  <a:pt x="13768" y="0"/>
                  <a:pt x="18686" y="996"/>
                  <a:pt x="24586" y="3981"/>
                </a:cubicBezTo>
                <a:cubicBezTo>
                  <a:pt x="27537" y="5972"/>
                  <a:pt x="30488" y="9953"/>
                  <a:pt x="32454" y="12937"/>
                </a:cubicBezTo>
                <a:cubicBezTo>
                  <a:pt x="34421" y="16919"/>
                  <a:pt x="35405" y="21895"/>
                  <a:pt x="37371" y="25876"/>
                </a:cubicBezTo>
                <a:cubicBezTo>
                  <a:pt x="39338" y="24881"/>
                  <a:pt x="40321" y="24881"/>
                  <a:pt x="41305" y="24881"/>
                </a:cubicBezTo>
                <a:cubicBezTo>
                  <a:pt x="45239" y="22890"/>
                  <a:pt x="50156" y="20900"/>
                  <a:pt x="54091" y="18909"/>
                </a:cubicBezTo>
                <a:cubicBezTo>
                  <a:pt x="59991" y="15923"/>
                  <a:pt x="60974" y="14929"/>
                  <a:pt x="59991" y="8957"/>
                </a:cubicBezTo>
                <a:cubicBezTo>
                  <a:pt x="59991" y="7962"/>
                  <a:pt x="59991" y="6967"/>
                  <a:pt x="59991" y="5972"/>
                </a:cubicBezTo>
                <a:cubicBezTo>
                  <a:pt x="62941" y="8957"/>
                  <a:pt x="62941" y="12937"/>
                  <a:pt x="64908" y="15923"/>
                </a:cubicBezTo>
                <a:cubicBezTo>
                  <a:pt x="65891" y="19905"/>
                  <a:pt x="67859" y="22890"/>
                  <a:pt x="68842" y="26872"/>
                </a:cubicBezTo>
                <a:cubicBezTo>
                  <a:pt x="69826" y="29858"/>
                  <a:pt x="72776" y="32843"/>
                  <a:pt x="71793" y="37819"/>
                </a:cubicBezTo>
                <a:cubicBezTo>
                  <a:pt x="70809" y="35828"/>
                  <a:pt x="69826" y="34834"/>
                  <a:pt x="68842" y="33838"/>
                </a:cubicBezTo>
                <a:cubicBezTo>
                  <a:pt x="66876" y="31848"/>
                  <a:pt x="64908" y="30852"/>
                  <a:pt x="62941" y="31848"/>
                </a:cubicBezTo>
                <a:cubicBezTo>
                  <a:pt x="60974" y="32843"/>
                  <a:pt x="59008" y="33838"/>
                  <a:pt x="57041" y="34834"/>
                </a:cubicBezTo>
                <a:cubicBezTo>
                  <a:pt x="45239" y="39809"/>
                  <a:pt x="33438" y="44785"/>
                  <a:pt x="21636" y="49762"/>
                </a:cubicBezTo>
                <a:cubicBezTo>
                  <a:pt x="15735" y="52748"/>
                  <a:pt x="15735" y="53743"/>
                  <a:pt x="15735" y="60710"/>
                </a:cubicBezTo>
                <a:cubicBezTo>
                  <a:pt x="15735" y="61704"/>
                  <a:pt x="15735" y="61704"/>
                  <a:pt x="15735" y="62700"/>
                </a:cubicBezTo>
                <a:close/>
                <a:moveTo>
                  <a:pt x="35405" y="26872"/>
                </a:moveTo>
                <a:cubicBezTo>
                  <a:pt x="33438" y="24881"/>
                  <a:pt x="33438" y="21895"/>
                  <a:pt x="31471" y="19905"/>
                </a:cubicBezTo>
                <a:cubicBezTo>
                  <a:pt x="28520" y="15923"/>
                  <a:pt x="24586" y="13933"/>
                  <a:pt x="20653" y="15923"/>
                </a:cubicBezTo>
                <a:cubicBezTo>
                  <a:pt x="16718" y="16919"/>
                  <a:pt x="12785" y="18909"/>
                  <a:pt x="9835" y="20900"/>
                </a:cubicBezTo>
                <a:cubicBezTo>
                  <a:pt x="4917" y="23886"/>
                  <a:pt x="3934" y="29858"/>
                  <a:pt x="6885" y="34834"/>
                </a:cubicBezTo>
                <a:cubicBezTo>
                  <a:pt x="8851" y="37819"/>
                  <a:pt x="9835" y="38814"/>
                  <a:pt x="12785" y="37819"/>
                </a:cubicBezTo>
                <a:cubicBezTo>
                  <a:pt x="19670" y="33838"/>
                  <a:pt x="27537" y="30852"/>
                  <a:pt x="35405" y="2687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0" name="Freeform 40"/>
          <p:cNvSpPr/>
          <p:nvPr/>
        </p:nvSpPr>
        <p:spPr>
          <a:xfrm>
            <a:off x="4572000" y="990600"/>
            <a:ext cx="86211" cy="94050"/>
          </a:xfrm>
          <a:custGeom>
            <a:avLst/>
            <a:gdLst/>
            <a:ahLst/>
            <a:cxnLst/>
            <a:rect l="l" t="t" r="r" b="b"/>
            <a:pathLst>
              <a:path w="86211" h="94050">
                <a:moveTo>
                  <a:pt x="0" y="50490"/>
                </a:moveTo>
                <a:cubicBezTo>
                  <a:pt x="1982" y="48510"/>
                  <a:pt x="4954" y="45540"/>
                  <a:pt x="5946" y="42570"/>
                </a:cubicBezTo>
                <a:cubicBezTo>
                  <a:pt x="9910" y="36631"/>
                  <a:pt x="14864" y="34649"/>
                  <a:pt x="21801" y="35640"/>
                </a:cubicBezTo>
                <a:cubicBezTo>
                  <a:pt x="33692" y="35640"/>
                  <a:pt x="46575" y="35640"/>
                  <a:pt x="58466" y="35640"/>
                </a:cubicBezTo>
                <a:cubicBezTo>
                  <a:pt x="60447" y="35640"/>
                  <a:pt x="61439" y="35640"/>
                  <a:pt x="63420" y="35640"/>
                </a:cubicBezTo>
                <a:cubicBezTo>
                  <a:pt x="62429" y="34649"/>
                  <a:pt x="62429" y="33660"/>
                  <a:pt x="61439" y="32669"/>
                </a:cubicBezTo>
                <a:cubicBezTo>
                  <a:pt x="55493" y="27720"/>
                  <a:pt x="49547" y="22770"/>
                  <a:pt x="43602" y="17819"/>
                </a:cubicBezTo>
                <a:cubicBezTo>
                  <a:pt x="37656" y="11880"/>
                  <a:pt x="36665" y="11880"/>
                  <a:pt x="29728" y="15839"/>
                </a:cubicBezTo>
                <a:cubicBezTo>
                  <a:pt x="29728" y="16830"/>
                  <a:pt x="29728" y="15839"/>
                  <a:pt x="28738" y="15839"/>
                </a:cubicBezTo>
                <a:cubicBezTo>
                  <a:pt x="29728" y="12870"/>
                  <a:pt x="37656" y="2971"/>
                  <a:pt x="41619" y="0"/>
                </a:cubicBezTo>
                <a:cubicBezTo>
                  <a:pt x="41619" y="1980"/>
                  <a:pt x="41619" y="1980"/>
                  <a:pt x="41619" y="2971"/>
                </a:cubicBezTo>
                <a:cubicBezTo>
                  <a:pt x="39638" y="6930"/>
                  <a:pt x="40629" y="9900"/>
                  <a:pt x="43602" y="12870"/>
                </a:cubicBezTo>
                <a:cubicBezTo>
                  <a:pt x="53511" y="20790"/>
                  <a:pt x="63420" y="29700"/>
                  <a:pt x="73330" y="37620"/>
                </a:cubicBezTo>
                <a:cubicBezTo>
                  <a:pt x="77293" y="41580"/>
                  <a:pt x="81257" y="45540"/>
                  <a:pt x="86211" y="49500"/>
                </a:cubicBezTo>
                <a:cubicBezTo>
                  <a:pt x="84230" y="50490"/>
                  <a:pt x="83240" y="51479"/>
                  <a:pt x="82248" y="51479"/>
                </a:cubicBezTo>
                <a:cubicBezTo>
                  <a:pt x="80267" y="51479"/>
                  <a:pt x="78284" y="51479"/>
                  <a:pt x="76303" y="51479"/>
                </a:cubicBezTo>
                <a:cubicBezTo>
                  <a:pt x="59456" y="51479"/>
                  <a:pt x="41619" y="51479"/>
                  <a:pt x="24774" y="50490"/>
                </a:cubicBezTo>
                <a:cubicBezTo>
                  <a:pt x="22791" y="50490"/>
                  <a:pt x="21801" y="50490"/>
                  <a:pt x="18828" y="50490"/>
                </a:cubicBezTo>
                <a:cubicBezTo>
                  <a:pt x="19818" y="52470"/>
                  <a:pt x="20810" y="53459"/>
                  <a:pt x="21801" y="54450"/>
                </a:cubicBezTo>
                <a:cubicBezTo>
                  <a:pt x="29728" y="61380"/>
                  <a:pt x="38647" y="68309"/>
                  <a:pt x="46575" y="76230"/>
                </a:cubicBezTo>
                <a:cubicBezTo>
                  <a:pt x="50538" y="80190"/>
                  <a:pt x="54502" y="82170"/>
                  <a:pt x="60447" y="77220"/>
                </a:cubicBezTo>
                <a:cubicBezTo>
                  <a:pt x="60447" y="76230"/>
                  <a:pt x="60447" y="76230"/>
                  <a:pt x="60447" y="76230"/>
                </a:cubicBezTo>
                <a:cubicBezTo>
                  <a:pt x="60447" y="79200"/>
                  <a:pt x="51529" y="91081"/>
                  <a:pt x="47565" y="94050"/>
                </a:cubicBezTo>
                <a:cubicBezTo>
                  <a:pt x="47565" y="92070"/>
                  <a:pt x="47565" y="91081"/>
                  <a:pt x="48556" y="90090"/>
                </a:cubicBezTo>
                <a:cubicBezTo>
                  <a:pt x="50538" y="86130"/>
                  <a:pt x="49547" y="84150"/>
                  <a:pt x="46575" y="81180"/>
                </a:cubicBezTo>
                <a:cubicBezTo>
                  <a:pt x="40629" y="76230"/>
                  <a:pt x="34682" y="71280"/>
                  <a:pt x="29728" y="66330"/>
                </a:cubicBezTo>
                <a:cubicBezTo>
                  <a:pt x="24774" y="61380"/>
                  <a:pt x="19818" y="57421"/>
                  <a:pt x="14864" y="53459"/>
                </a:cubicBezTo>
                <a:cubicBezTo>
                  <a:pt x="11891" y="50490"/>
                  <a:pt x="9910" y="50490"/>
                  <a:pt x="6937" y="50490"/>
                </a:cubicBezTo>
                <a:cubicBezTo>
                  <a:pt x="4954" y="51479"/>
                  <a:pt x="2973" y="51479"/>
                  <a:pt x="991" y="51479"/>
                </a:cubicBezTo>
                <a:cubicBezTo>
                  <a:pt x="0" y="51479"/>
                  <a:pt x="0" y="51479"/>
                  <a:pt x="0" y="5049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1" name="Freeform 41"/>
          <p:cNvSpPr/>
          <p:nvPr/>
        </p:nvSpPr>
        <p:spPr>
          <a:xfrm>
            <a:off x="5080000" y="1625600"/>
            <a:ext cx="60460" cy="69417"/>
          </a:xfrm>
          <a:custGeom>
            <a:avLst/>
            <a:gdLst/>
            <a:ahLst/>
            <a:cxnLst/>
            <a:rect l="l" t="t" r="r" b="b"/>
            <a:pathLst>
              <a:path w="60460" h="69417">
                <a:moveTo>
                  <a:pt x="35682" y="25784"/>
                </a:moveTo>
                <a:cubicBezTo>
                  <a:pt x="39646" y="26775"/>
                  <a:pt x="42620" y="27767"/>
                  <a:pt x="45593" y="28758"/>
                </a:cubicBezTo>
                <a:cubicBezTo>
                  <a:pt x="53522" y="30742"/>
                  <a:pt x="58477" y="36692"/>
                  <a:pt x="59469" y="44625"/>
                </a:cubicBezTo>
                <a:cubicBezTo>
                  <a:pt x="60460" y="50575"/>
                  <a:pt x="58477" y="54541"/>
                  <a:pt x="54513" y="58509"/>
                </a:cubicBezTo>
                <a:cubicBezTo>
                  <a:pt x="49558" y="64459"/>
                  <a:pt x="41628" y="68425"/>
                  <a:pt x="33699" y="68425"/>
                </a:cubicBezTo>
                <a:cubicBezTo>
                  <a:pt x="27752" y="69417"/>
                  <a:pt x="23787" y="66443"/>
                  <a:pt x="20814" y="61483"/>
                </a:cubicBezTo>
                <a:cubicBezTo>
                  <a:pt x="16849" y="56525"/>
                  <a:pt x="16849" y="50575"/>
                  <a:pt x="20814" y="45617"/>
                </a:cubicBezTo>
                <a:cubicBezTo>
                  <a:pt x="21805" y="43633"/>
                  <a:pt x="23787" y="41650"/>
                  <a:pt x="25770" y="38675"/>
                </a:cubicBezTo>
                <a:cubicBezTo>
                  <a:pt x="22796" y="38675"/>
                  <a:pt x="19823" y="37683"/>
                  <a:pt x="16849" y="36692"/>
                </a:cubicBezTo>
                <a:cubicBezTo>
                  <a:pt x="2973" y="31733"/>
                  <a:pt x="0" y="16858"/>
                  <a:pt x="10903" y="7934"/>
                </a:cubicBezTo>
                <a:cubicBezTo>
                  <a:pt x="15858" y="3966"/>
                  <a:pt x="21805" y="992"/>
                  <a:pt x="27752" y="0"/>
                </a:cubicBezTo>
                <a:cubicBezTo>
                  <a:pt x="33699" y="0"/>
                  <a:pt x="38655" y="1984"/>
                  <a:pt x="41628" y="6942"/>
                </a:cubicBezTo>
                <a:cubicBezTo>
                  <a:pt x="44601" y="11900"/>
                  <a:pt x="42620" y="16858"/>
                  <a:pt x="39646" y="20825"/>
                </a:cubicBezTo>
                <a:cubicBezTo>
                  <a:pt x="38655" y="22808"/>
                  <a:pt x="37663" y="23800"/>
                  <a:pt x="35682" y="25784"/>
                </a:cubicBezTo>
                <a:close/>
                <a:moveTo>
                  <a:pt x="28744" y="39667"/>
                </a:moveTo>
                <a:cubicBezTo>
                  <a:pt x="28744" y="42642"/>
                  <a:pt x="27752" y="45617"/>
                  <a:pt x="27752" y="47600"/>
                </a:cubicBezTo>
                <a:cubicBezTo>
                  <a:pt x="28744" y="53551"/>
                  <a:pt x="31717" y="58509"/>
                  <a:pt x="36673" y="62475"/>
                </a:cubicBezTo>
                <a:cubicBezTo>
                  <a:pt x="39646" y="64459"/>
                  <a:pt x="42620" y="65451"/>
                  <a:pt x="45593" y="63467"/>
                </a:cubicBezTo>
                <a:cubicBezTo>
                  <a:pt x="49558" y="61483"/>
                  <a:pt x="50549" y="57517"/>
                  <a:pt x="49558" y="54541"/>
                </a:cubicBezTo>
                <a:cubicBezTo>
                  <a:pt x="48566" y="48591"/>
                  <a:pt x="45593" y="44625"/>
                  <a:pt x="40637" y="42642"/>
                </a:cubicBezTo>
                <a:cubicBezTo>
                  <a:pt x="36673" y="40659"/>
                  <a:pt x="33699" y="40659"/>
                  <a:pt x="28744" y="39667"/>
                </a:cubicBezTo>
                <a:close/>
                <a:moveTo>
                  <a:pt x="32708" y="25784"/>
                </a:moveTo>
                <a:cubicBezTo>
                  <a:pt x="34690" y="17850"/>
                  <a:pt x="32708" y="11900"/>
                  <a:pt x="27752" y="6942"/>
                </a:cubicBezTo>
                <a:cubicBezTo>
                  <a:pt x="25770" y="4958"/>
                  <a:pt x="23787" y="4958"/>
                  <a:pt x="21805" y="4958"/>
                </a:cubicBezTo>
                <a:cubicBezTo>
                  <a:pt x="17841" y="4958"/>
                  <a:pt x="15858" y="6942"/>
                  <a:pt x="13876" y="9916"/>
                </a:cubicBezTo>
                <a:cubicBezTo>
                  <a:pt x="12885" y="12892"/>
                  <a:pt x="13876" y="15866"/>
                  <a:pt x="15858" y="18842"/>
                </a:cubicBezTo>
                <a:cubicBezTo>
                  <a:pt x="20814" y="23800"/>
                  <a:pt x="25770" y="24792"/>
                  <a:pt x="32708" y="2578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2" name="Freeform 42"/>
          <p:cNvSpPr/>
          <p:nvPr/>
        </p:nvSpPr>
        <p:spPr>
          <a:xfrm>
            <a:off x="4660900" y="914400"/>
            <a:ext cx="81733" cy="79494"/>
          </a:xfrm>
          <a:custGeom>
            <a:avLst/>
            <a:gdLst/>
            <a:ahLst/>
            <a:cxnLst/>
            <a:rect l="l" t="t" r="r" b="b"/>
            <a:pathLst>
              <a:path w="81733" h="79494">
                <a:moveTo>
                  <a:pt x="43857" y="0"/>
                </a:moveTo>
                <a:cubicBezTo>
                  <a:pt x="46848" y="1988"/>
                  <a:pt x="55818" y="13912"/>
                  <a:pt x="56815" y="18880"/>
                </a:cubicBezTo>
                <a:cubicBezTo>
                  <a:pt x="55818" y="19873"/>
                  <a:pt x="54822" y="17887"/>
                  <a:pt x="52828" y="17887"/>
                </a:cubicBezTo>
                <a:cubicBezTo>
                  <a:pt x="47845" y="14905"/>
                  <a:pt x="42860" y="13912"/>
                  <a:pt x="37876" y="13912"/>
                </a:cubicBezTo>
                <a:cubicBezTo>
                  <a:pt x="25916" y="13912"/>
                  <a:pt x="17941" y="22855"/>
                  <a:pt x="20932" y="34779"/>
                </a:cubicBezTo>
                <a:cubicBezTo>
                  <a:pt x="24919" y="47696"/>
                  <a:pt x="32893" y="59620"/>
                  <a:pt x="43857" y="67570"/>
                </a:cubicBezTo>
                <a:cubicBezTo>
                  <a:pt x="51831" y="73532"/>
                  <a:pt x="59806" y="72539"/>
                  <a:pt x="66783" y="65583"/>
                </a:cubicBezTo>
                <a:cubicBezTo>
                  <a:pt x="69773" y="62602"/>
                  <a:pt x="70769" y="59620"/>
                  <a:pt x="67780" y="55646"/>
                </a:cubicBezTo>
                <a:cubicBezTo>
                  <a:pt x="65786" y="53659"/>
                  <a:pt x="63792" y="50677"/>
                  <a:pt x="61799" y="47696"/>
                </a:cubicBezTo>
                <a:cubicBezTo>
                  <a:pt x="58809" y="43722"/>
                  <a:pt x="57812" y="43722"/>
                  <a:pt x="52828" y="45709"/>
                </a:cubicBezTo>
                <a:cubicBezTo>
                  <a:pt x="51831" y="46703"/>
                  <a:pt x="50834" y="46703"/>
                  <a:pt x="49837" y="46703"/>
                </a:cubicBezTo>
                <a:cubicBezTo>
                  <a:pt x="51831" y="43722"/>
                  <a:pt x="54822" y="41735"/>
                  <a:pt x="57812" y="39747"/>
                </a:cubicBezTo>
                <a:cubicBezTo>
                  <a:pt x="60803" y="37760"/>
                  <a:pt x="63792" y="34779"/>
                  <a:pt x="66783" y="32791"/>
                </a:cubicBezTo>
                <a:cubicBezTo>
                  <a:pt x="69773" y="30804"/>
                  <a:pt x="71766" y="28816"/>
                  <a:pt x="74757" y="26829"/>
                </a:cubicBezTo>
                <a:cubicBezTo>
                  <a:pt x="75753" y="26829"/>
                  <a:pt x="75753" y="26829"/>
                  <a:pt x="75753" y="27823"/>
                </a:cubicBezTo>
                <a:cubicBezTo>
                  <a:pt x="75753" y="27823"/>
                  <a:pt x="74757" y="28816"/>
                  <a:pt x="74757" y="28816"/>
                </a:cubicBezTo>
                <a:cubicBezTo>
                  <a:pt x="71766" y="33785"/>
                  <a:pt x="70769" y="35772"/>
                  <a:pt x="74757" y="39747"/>
                </a:cubicBezTo>
                <a:cubicBezTo>
                  <a:pt x="76750" y="43722"/>
                  <a:pt x="79741" y="46703"/>
                  <a:pt x="81733" y="49684"/>
                </a:cubicBezTo>
                <a:cubicBezTo>
                  <a:pt x="81733" y="50677"/>
                  <a:pt x="81733" y="50677"/>
                  <a:pt x="81733" y="51671"/>
                </a:cubicBezTo>
                <a:cubicBezTo>
                  <a:pt x="73760" y="63595"/>
                  <a:pt x="63792" y="73532"/>
                  <a:pt x="48842" y="77507"/>
                </a:cubicBezTo>
                <a:cubicBezTo>
                  <a:pt x="42860" y="79494"/>
                  <a:pt x="36880" y="78500"/>
                  <a:pt x="30899" y="75519"/>
                </a:cubicBezTo>
                <a:cubicBezTo>
                  <a:pt x="10964" y="65583"/>
                  <a:pt x="0" y="34779"/>
                  <a:pt x="23922" y="14905"/>
                </a:cubicBezTo>
                <a:cubicBezTo>
                  <a:pt x="26913" y="12917"/>
                  <a:pt x="31896" y="11924"/>
                  <a:pt x="35884" y="9936"/>
                </a:cubicBezTo>
                <a:cubicBezTo>
                  <a:pt x="36880" y="8943"/>
                  <a:pt x="37876" y="8943"/>
                  <a:pt x="38873" y="8943"/>
                </a:cubicBezTo>
                <a:cubicBezTo>
                  <a:pt x="43857" y="6956"/>
                  <a:pt x="43857" y="6956"/>
                  <a:pt x="43857" y="1988"/>
                </a:cubicBezTo>
                <a:cubicBezTo>
                  <a:pt x="43857" y="1988"/>
                  <a:pt x="43857" y="1988"/>
                  <a:pt x="43857" y="993"/>
                </a:cubicBezTo>
                <a:cubicBezTo>
                  <a:pt x="43857" y="993"/>
                  <a:pt x="43857" y="993"/>
                  <a:pt x="43857" y="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3" name="Freeform 43"/>
          <p:cNvSpPr/>
          <p:nvPr/>
        </p:nvSpPr>
        <p:spPr>
          <a:xfrm>
            <a:off x="4902200" y="838200"/>
            <a:ext cx="64939" cy="70537"/>
          </a:xfrm>
          <a:custGeom>
            <a:avLst/>
            <a:gdLst/>
            <a:ahLst/>
            <a:cxnLst/>
            <a:rect l="l" t="t" r="r" b="b"/>
            <a:pathLst>
              <a:path w="64939" h="70537">
                <a:moveTo>
                  <a:pt x="57945" y="69530"/>
                </a:moveTo>
                <a:cubicBezTo>
                  <a:pt x="53950" y="70537"/>
                  <a:pt x="53950" y="68522"/>
                  <a:pt x="52950" y="66506"/>
                </a:cubicBezTo>
                <a:cubicBezTo>
                  <a:pt x="42959" y="55422"/>
                  <a:pt x="33969" y="43330"/>
                  <a:pt x="24977" y="31238"/>
                </a:cubicBezTo>
                <a:cubicBezTo>
                  <a:pt x="20980" y="27207"/>
                  <a:pt x="16984" y="22169"/>
                  <a:pt x="12988" y="17131"/>
                </a:cubicBezTo>
                <a:cubicBezTo>
                  <a:pt x="12988" y="19145"/>
                  <a:pt x="11989" y="20154"/>
                  <a:pt x="11989" y="21161"/>
                </a:cubicBezTo>
                <a:cubicBezTo>
                  <a:pt x="11989" y="33254"/>
                  <a:pt x="11989" y="44337"/>
                  <a:pt x="11989" y="56430"/>
                </a:cubicBezTo>
                <a:cubicBezTo>
                  <a:pt x="11989" y="63483"/>
                  <a:pt x="12988" y="64491"/>
                  <a:pt x="19981" y="66506"/>
                </a:cubicBezTo>
                <a:cubicBezTo>
                  <a:pt x="19981" y="67514"/>
                  <a:pt x="20980" y="67514"/>
                  <a:pt x="20980" y="68522"/>
                </a:cubicBezTo>
                <a:cubicBezTo>
                  <a:pt x="17983" y="69530"/>
                  <a:pt x="4995" y="69530"/>
                  <a:pt x="0" y="68522"/>
                </a:cubicBezTo>
                <a:cubicBezTo>
                  <a:pt x="999" y="67514"/>
                  <a:pt x="1998" y="66506"/>
                  <a:pt x="2997" y="66506"/>
                </a:cubicBezTo>
                <a:cubicBezTo>
                  <a:pt x="6994" y="65499"/>
                  <a:pt x="8992" y="63483"/>
                  <a:pt x="8992" y="58445"/>
                </a:cubicBezTo>
                <a:cubicBezTo>
                  <a:pt x="8992" y="44337"/>
                  <a:pt x="8992" y="29223"/>
                  <a:pt x="8992" y="14107"/>
                </a:cubicBezTo>
                <a:cubicBezTo>
                  <a:pt x="8992" y="11085"/>
                  <a:pt x="6994" y="9069"/>
                  <a:pt x="5994" y="8062"/>
                </a:cubicBezTo>
                <a:cubicBezTo>
                  <a:pt x="3997" y="6046"/>
                  <a:pt x="1998" y="4031"/>
                  <a:pt x="0" y="2015"/>
                </a:cubicBezTo>
                <a:cubicBezTo>
                  <a:pt x="3997" y="1007"/>
                  <a:pt x="6994" y="2015"/>
                  <a:pt x="9991" y="1007"/>
                </a:cubicBezTo>
                <a:cubicBezTo>
                  <a:pt x="17983" y="0"/>
                  <a:pt x="21980" y="3023"/>
                  <a:pt x="26975" y="9069"/>
                </a:cubicBezTo>
                <a:cubicBezTo>
                  <a:pt x="33969" y="19145"/>
                  <a:pt x="41961" y="29223"/>
                  <a:pt x="49953" y="39299"/>
                </a:cubicBezTo>
                <a:cubicBezTo>
                  <a:pt x="50952" y="40307"/>
                  <a:pt x="51951" y="41314"/>
                  <a:pt x="53950" y="42323"/>
                </a:cubicBezTo>
                <a:cubicBezTo>
                  <a:pt x="53950" y="41314"/>
                  <a:pt x="53950" y="39299"/>
                  <a:pt x="53950" y="38292"/>
                </a:cubicBezTo>
                <a:cubicBezTo>
                  <a:pt x="53950" y="30230"/>
                  <a:pt x="53950" y="23176"/>
                  <a:pt x="53950" y="15116"/>
                </a:cubicBezTo>
                <a:cubicBezTo>
                  <a:pt x="53950" y="9069"/>
                  <a:pt x="52950" y="4031"/>
                  <a:pt x="45956" y="3023"/>
                </a:cubicBezTo>
                <a:cubicBezTo>
                  <a:pt x="45956" y="3023"/>
                  <a:pt x="44958" y="3023"/>
                  <a:pt x="44958" y="3023"/>
                </a:cubicBezTo>
                <a:cubicBezTo>
                  <a:pt x="47955" y="1007"/>
                  <a:pt x="60942" y="1007"/>
                  <a:pt x="64939" y="2015"/>
                </a:cubicBezTo>
                <a:cubicBezTo>
                  <a:pt x="63939" y="3023"/>
                  <a:pt x="63939" y="3023"/>
                  <a:pt x="62941" y="4031"/>
                </a:cubicBezTo>
                <a:cubicBezTo>
                  <a:pt x="58945" y="5038"/>
                  <a:pt x="56947" y="8062"/>
                  <a:pt x="57945" y="12092"/>
                </a:cubicBezTo>
                <a:cubicBezTo>
                  <a:pt x="57945" y="17131"/>
                  <a:pt x="57945" y="22169"/>
                  <a:pt x="57945" y="26199"/>
                </a:cubicBezTo>
                <a:cubicBezTo>
                  <a:pt x="57945" y="39299"/>
                  <a:pt x="57945" y="51392"/>
                  <a:pt x="57945" y="64491"/>
                </a:cubicBezTo>
                <a:cubicBezTo>
                  <a:pt x="57945" y="66506"/>
                  <a:pt x="57945" y="67514"/>
                  <a:pt x="57945" y="69530"/>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4" name="Freeform 44"/>
          <p:cNvSpPr/>
          <p:nvPr/>
        </p:nvSpPr>
        <p:spPr>
          <a:xfrm>
            <a:off x="4978400" y="1651000"/>
            <a:ext cx="50383" cy="71657"/>
          </a:xfrm>
          <a:custGeom>
            <a:avLst/>
            <a:gdLst/>
            <a:ahLst/>
            <a:cxnLst/>
            <a:rect l="l" t="t" r="r" b="b"/>
            <a:pathLst>
              <a:path w="50383" h="71657">
                <a:moveTo>
                  <a:pt x="9069" y="71657"/>
                </a:moveTo>
                <a:cubicBezTo>
                  <a:pt x="22169" y="66610"/>
                  <a:pt x="29223" y="55509"/>
                  <a:pt x="31238" y="41379"/>
                </a:cubicBezTo>
                <a:cubicBezTo>
                  <a:pt x="28216" y="42389"/>
                  <a:pt x="26200" y="43398"/>
                  <a:pt x="23176" y="44407"/>
                </a:cubicBezTo>
                <a:cubicBezTo>
                  <a:pt x="14107" y="46426"/>
                  <a:pt x="7054" y="42389"/>
                  <a:pt x="3023" y="33306"/>
                </a:cubicBezTo>
                <a:cubicBezTo>
                  <a:pt x="0" y="26241"/>
                  <a:pt x="1007" y="19176"/>
                  <a:pt x="3023" y="13120"/>
                </a:cubicBezTo>
                <a:cubicBezTo>
                  <a:pt x="7054" y="5046"/>
                  <a:pt x="13100" y="1010"/>
                  <a:pt x="21161" y="1010"/>
                </a:cubicBezTo>
                <a:cubicBezTo>
                  <a:pt x="29223" y="0"/>
                  <a:pt x="36276" y="3028"/>
                  <a:pt x="41314" y="11102"/>
                </a:cubicBezTo>
                <a:cubicBezTo>
                  <a:pt x="50383" y="26241"/>
                  <a:pt x="47361" y="47435"/>
                  <a:pt x="34261" y="59546"/>
                </a:cubicBezTo>
                <a:cubicBezTo>
                  <a:pt x="28216" y="65602"/>
                  <a:pt x="17131" y="70648"/>
                  <a:pt x="9069" y="71657"/>
                </a:cubicBezTo>
                <a:close/>
                <a:moveTo>
                  <a:pt x="31238" y="32296"/>
                </a:moveTo>
                <a:cubicBezTo>
                  <a:pt x="31238" y="32296"/>
                  <a:pt x="31238" y="32296"/>
                  <a:pt x="32245" y="32296"/>
                </a:cubicBezTo>
                <a:cubicBezTo>
                  <a:pt x="30230" y="25231"/>
                  <a:pt x="29223" y="19176"/>
                  <a:pt x="28216" y="12111"/>
                </a:cubicBezTo>
                <a:cubicBezTo>
                  <a:pt x="27207" y="10093"/>
                  <a:pt x="26200" y="8075"/>
                  <a:pt x="25192" y="6055"/>
                </a:cubicBezTo>
                <a:cubicBezTo>
                  <a:pt x="24185" y="4037"/>
                  <a:pt x="22169" y="3028"/>
                  <a:pt x="19147" y="3028"/>
                </a:cubicBezTo>
                <a:cubicBezTo>
                  <a:pt x="17131" y="4037"/>
                  <a:pt x="15116" y="5046"/>
                  <a:pt x="15116" y="8075"/>
                </a:cubicBezTo>
                <a:cubicBezTo>
                  <a:pt x="15116" y="9083"/>
                  <a:pt x="14107" y="10093"/>
                  <a:pt x="14107" y="10093"/>
                </a:cubicBezTo>
                <a:cubicBezTo>
                  <a:pt x="15116" y="18166"/>
                  <a:pt x="16123" y="25231"/>
                  <a:pt x="18138" y="32296"/>
                </a:cubicBezTo>
                <a:cubicBezTo>
                  <a:pt x="19147" y="34314"/>
                  <a:pt x="20154" y="35324"/>
                  <a:pt x="21161" y="37342"/>
                </a:cubicBezTo>
                <a:cubicBezTo>
                  <a:pt x="23176" y="39361"/>
                  <a:pt x="25192" y="39361"/>
                  <a:pt x="29223" y="39361"/>
                </a:cubicBezTo>
                <a:cubicBezTo>
                  <a:pt x="32245" y="38351"/>
                  <a:pt x="31238" y="35324"/>
                  <a:pt x="31238" y="33306"/>
                </a:cubicBezTo>
                <a:cubicBezTo>
                  <a:pt x="31238" y="33306"/>
                  <a:pt x="31238" y="32296"/>
                  <a:pt x="31238" y="32296"/>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5" name="Freeform 45"/>
          <p:cNvSpPr/>
          <p:nvPr/>
        </p:nvSpPr>
        <p:spPr>
          <a:xfrm>
            <a:off x="4787900" y="850900"/>
            <a:ext cx="67178" cy="76135"/>
          </a:xfrm>
          <a:custGeom>
            <a:avLst/>
            <a:gdLst/>
            <a:ahLst/>
            <a:cxnLst/>
            <a:rect l="l" t="t" r="r" b="b"/>
            <a:pathLst>
              <a:path w="67178" h="76135">
                <a:moveTo>
                  <a:pt x="41492" y="6922"/>
                </a:moveTo>
                <a:cubicBezTo>
                  <a:pt x="44456" y="3955"/>
                  <a:pt x="56311" y="989"/>
                  <a:pt x="61251" y="0"/>
                </a:cubicBezTo>
                <a:cubicBezTo>
                  <a:pt x="60263" y="989"/>
                  <a:pt x="60263" y="1977"/>
                  <a:pt x="59275" y="2967"/>
                </a:cubicBezTo>
                <a:cubicBezTo>
                  <a:pt x="56311" y="4944"/>
                  <a:pt x="55322" y="7910"/>
                  <a:pt x="56311" y="11866"/>
                </a:cubicBezTo>
                <a:cubicBezTo>
                  <a:pt x="59275" y="20765"/>
                  <a:pt x="62239" y="30651"/>
                  <a:pt x="64214" y="39550"/>
                </a:cubicBezTo>
                <a:cubicBezTo>
                  <a:pt x="65202" y="44494"/>
                  <a:pt x="66190" y="49439"/>
                  <a:pt x="66190" y="54383"/>
                </a:cubicBezTo>
                <a:cubicBezTo>
                  <a:pt x="67178" y="60315"/>
                  <a:pt x="65202" y="64270"/>
                  <a:pt x="61251" y="67236"/>
                </a:cubicBezTo>
                <a:cubicBezTo>
                  <a:pt x="53348" y="73169"/>
                  <a:pt x="43468" y="76135"/>
                  <a:pt x="33589" y="75146"/>
                </a:cubicBezTo>
                <a:cubicBezTo>
                  <a:pt x="27662" y="74158"/>
                  <a:pt x="23710" y="71191"/>
                  <a:pt x="20747" y="65259"/>
                </a:cubicBezTo>
                <a:cubicBezTo>
                  <a:pt x="19759" y="63282"/>
                  <a:pt x="18771" y="61303"/>
                  <a:pt x="18771" y="59326"/>
                </a:cubicBezTo>
                <a:cubicBezTo>
                  <a:pt x="15806" y="48449"/>
                  <a:pt x="12842" y="37573"/>
                  <a:pt x="9879" y="26697"/>
                </a:cubicBezTo>
                <a:cubicBezTo>
                  <a:pt x="9879" y="26697"/>
                  <a:pt x="8891" y="25707"/>
                  <a:pt x="8891" y="24719"/>
                </a:cubicBezTo>
                <a:cubicBezTo>
                  <a:pt x="7903" y="21753"/>
                  <a:pt x="5927" y="19775"/>
                  <a:pt x="1976" y="19775"/>
                </a:cubicBezTo>
                <a:cubicBezTo>
                  <a:pt x="988" y="19775"/>
                  <a:pt x="988" y="19775"/>
                  <a:pt x="0" y="18787"/>
                </a:cubicBezTo>
                <a:cubicBezTo>
                  <a:pt x="7903" y="14831"/>
                  <a:pt x="17783" y="12854"/>
                  <a:pt x="26674" y="9888"/>
                </a:cubicBezTo>
                <a:cubicBezTo>
                  <a:pt x="27662" y="9888"/>
                  <a:pt x="28650" y="9888"/>
                  <a:pt x="29637" y="9888"/>
                </a:cubicBezTo>
                <a:cubicBezTo>
                  <a:pt x="29637" y="9888"/>
                  <a:pt x="29637" y="9888"/>
                  <a:pt x="29637" y="10876"/>
                </a:cubicBezTo>
                <a:cubicBezTo>
                  <a:pt x="28650" y="10876"/>
                  <a:pt x="27662" y="11866"/>
                  <a:pt x="26674" y="11866"/>
                </a:cubicBezTo>
                <a:cubicBezTo>
                  <a:pt x="23710" y="13843"/>
                  <a:pt x="22722" y="15820"/>
                  <a:pt x="23710" y="19775"/>
                </a:cubicBezTo>
                <a:cubicBezTo>
                  <a:pt x="26674" y="32629"/>
                  <a:pt x="30625" y="45484"/>
                  <a:pt x="33589" y="58337"/>
                </a:cubicBezTo>
                <a:cubicBezTo>
                  <a:pt x="34577" y="59326"/>
                  <a:pt x="34577" y="59326"/>
                  <a:pt x="34577" y="60315"/>
                </a:cubicBezTo>
                <a:cubicBezTo>
                  <a:pt x="37541" y="67236"/>
                  <a:pt x="42480" y="70202"/>
                  <a:pt x="49395" y="69214"/>
                </a:cubicBezTo>
                <a:cubicBezTo>
                  <a:pt x="58287" y="67236"/>
                  <a:pt x="63227" y="62292"/>
                  <a:pt x="63227" y="54383"/>
                </a:cubicBezTo>
                <a:cubicBezTo>
                  <a:pt x="63227" y="50427"/>
                  <a:pt x="62239" y="47461"/>
                  <a:pt x="62239" y="44494"/>
                </a:cubicBezTo>
                <a:cubicBezTo>
                  <a:pt x="59275" y="34606"/>
                  <a:pt x="56311" y="24719"/>
                  <a:pt x="53348" y="14831"/>
                </a:cubicBezTo>
                <a:cubicBezTo>
                  <a:pt x="51372" y="7910"/>
                  <a:pt x="50383" y="6922"/>
                  <a:pt x="43468" y="6922"/>
                </a:cubicBezTo>
                <a:cubicBezTo>
                  <a:pt x="42480" y="6922"/>
                  <a:pt x="42480" y="6922"/>
                  <a:pt x="41492" y="6922"/>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6" name="Freeform 46"/>
          <p:cNvSpPr/>
          <p:nvPr/>
        </p:nvSpPr>
        <p:spPr>
          <a:xfrm>
            <a:off x="5295900" y="1104900"/>
            <a:ext cx="78376" cy="62700"/>
          </a:xfrm>
          <a:custGeom>
            <a:avLst/>
            <a:gdLst/>
            <a:ahLst/>
            <a:cxnLst/>
            <a:rect l="l" t="t" r="r" b="b"/>
            <a:pathLst>
              <a:path w="78376" h="62700">
                <a:moveTo>
                  <a:pt x="0" y="21895"/>
                </a:moveTo>
                <a:cubicBezTo>
                  <a:pt x="6944" y="18909"/>
                  <a:pt x="13889" y="15923"/>
                  <a:pt x="19841" y="12937"/>
                </a:cubicBezTo>
                <a:cubicBezTo>
                  <a:pt x="21826" y="14929"/>
                  <a:pt x="20834" y="15923"/>
                  <a:pt x="19841" y="16919"/>
                </a:cubicBezTo>
                <a:cubicBezTo>
                  <a:pt x="16866" y="19905"/>
                  <a:pt x="13889" y="22890"/>
                  <a:pt x="11905" y="25876"/>
                </a:cubicBezTo>
                <a:cubicBezTo>
                  <a:pt x="7936" y="32843"/>
                  <a:pt x="8929" y="38814"/>
                  <a:pt x="12897" y="45781"/>
                </a:cubicBezTo>
                <a:cubicBezTo>
                  <a:pt x="15874" y="49762"/>
                  <a:pt x="18849" y="50757"/>
                  <a:pt x="23810" y="49762"/>
                </a:cubicBezTo>
                <a:cubicBezTo>
                  <a:pt x="27779" y="48767"/>
                  <a:pt x="30754" y="45781"/>
                  <a:pt x="31747" y="41800"/>
                </a:cubicBezTo>
                <a:cubicBezTo>
                  <a:pt x="31747" y="39809"/>
                  <a:pt x="31747" y="36824"/>
                  <a:pt x="31747" y="34834"/>
                </a:cubicBezTo>
                <a:cubicBezTo>
                  <a:pt x="32739" y="27866"/>
                  <a:pt x="32739" y="20900"/>
                  <a:pt x="34723" y="13933"/>
                </a:cubicBezTo>
                <a:cubicBezTo>
                  <a:pt x="36707" y="5972"/>
                  <a:pt x="42659" y="1990"/>
                  <a:pt x="50597" y="996"/>
                </a:cubicBezTo>
                <a:cubicBezTo>
                  <a:pt x="56549" y="0"/>
                  <a:pt x="61510" y="2986"/>
                  <a:pt x="65477" y="6967"/>
                </a:cubicBezTo>
                <a:cubicBezTo>
                  <a:pt x="69446" y="11943"/>
                  <a:pt x="71430" y="17915"/>
                  <a:pt x="72423" y="23886"/>
                </a:cubicBezTo>
                <a:cubicBezTo>
                  <a:pt x="72423" y="25876"/>
                  <a:pt x="72423" y="26872"/>
                  <a:pt x="72423" y="27866"/>
                </a:cubicBezTo>
                <a:cubicBezTo>
                  <a:pt x="72423" y="29858"/>
                  <a:pt x="73415" y="31848"/>
                  <a:pt x="75399" y="31848"/>
                </a:cubicBezTo>
                <a:cubicBezTo>
                  <a:pt x="76390" y="31848"/>
                  <a:pt x="77382" y="32843"/>
                  <a:pt x="78376" y="33838"/>
                </a:cubicBezTo>
                <a:cubicBezTo>
                  <a:pt x="74407" y="36824"/>
                  <a:pt x="62502" y="41800"/>
                  <a:pt x="58533" y="41800"/>
                </a:cubicBezTo>
                <a:cubicBezTo>
                  <a:pt x="59525" y="39809"/>
                  <a:pt x="60518" y="38814"/>
                  <a:pt x="61510" y="37819"/>
                </a:cubicBezTo>
                <a:cubicBezTo>
                  <a:pt x="64486" y="33838"/>
                  <a:pt x="67462" y="30852"/>
                  <a:pt x="68454" y="25876"/>
                </a:cubicBezTo>
                <a:cubicBezTo>
                  <a:pt x="69446" y="20900"/>
                  <a:pt x="68454" y="15923"/>
                  <a:pt x="64486" y="11943"/>
                </a:cubicBezTo>
                <a:cubicBezTo>
                  <a:pt x="60518" y="6967"/>
                  <a:pt x="52581" y="7962"/>
                  <a:pt x="49605" y="13933"/>
                </a:cubicBezTo>
                <a:cubicBezTo>
                  <a:pt x="48612" y="15923"/>
                  <a:pt x="48612" y="18909"/>
                  <a:pt x="48612" y="20900"/>
                </a:cubicBezTo>
                <a:cubicBezTo>
                  <a:pt x="47620" y="26872"/>
                  <a:pt x="48612" y="32843"/>
                  <a:pt x="47620" y="38814"/>
                </a:cubicBezTo>
                <a:cubicBezTo>
                  <a:pt x="46628" y="41800"/>
                  <a:pt x="46628" y="45781"/>
                  <a:pt x="44644" y="49762"/>
                </a:cubicBezTo>
                <a:cubicBezTo>
                  <a:pt x="38692" y="59714"/>
                  <a:pt x="23810" y="62700"/>
                  <a:pt x="14882" y="52748"/>
                </a:cubicBezTo>
                <a:cubicBezTo>
                  <a:pt x="10913" y="46777"/>
                  <a:pt x="7936" y="40805"/>
                  <a:pt x="6944" y="33838"/>
                </a:cubicBezTo>
                <a:cubicBezTo>
                  <a:pt x="4961" y="26872"/>
                  <a:pt x="4961" y="26872"/>
                  <a:pt x="0" y="2189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7" name="Freeform 47"/>
          <p:cNvSpPr/>
          <p:nvPr/>
        </p:nvSpPr>
        <p:spPr>
          <a:xfrm>
            <a:off x="5295900" y="1397000"/>
            <a:ext cx="77255" cy="71657"/>
          </a:xfrm>
          <a:custGeom>
            <a:avLst/>
            <a:gdLst/>
            <a:ahLst/>
            <a:cxnLst/>
            <a:rect l="l" t="t" r="r" b="b"/>
            <a:pathLst>
              <a:path w="77255" h="71657">
                <a:moveTo>
                  <a:pt x="64212" y="39809"/>
                </a:moveTo>
                <a:cubicBezTo>
                  <a:pt x="65216" y="38814"/>
                  <a:pt x="65216" y="37819"/>
                  <a:pt x="65216" y="36824"/>
                </a:cubicBezTo>
                <a:cubicBezTo>
                  <a:pt x="67222" y="30852"/>
                  <a:pt x="66219" y="29858"/>
                  <a:pt x="59196" y="29858"/>
                </a:cubicBezTo>
                <a:cubicBezTo>
                  <a:pt x="54178" y="30852"/>
                  <a:pt x="50165" y="30852"/>
                  <a:pt x="45148" y="31848"/>
                </a:cubicBezTo>
                <a:cubicBezTo>
                  <a:pt x="42139" y="31848"/>
                  <a:pt x="40132" y="31848"/>
                  <a:pt x="37122" y="31848"/>
                </a:cubicBezTo>
                <a:cubicBezTo>
                  <a:pt x="36119" y="32842"/>
                  <a:pt x="35116" y="32842"/>
                  <a:pt x="33109" y="32842"/>
                </a:cubicBezTo>
                <a:cubicBezTo>
                  <a:pt x="35116" y="35828"/>
                  <a:pt x="37122" y="38814"/>
                  <a:pt x="39129" y="40805"/>
                </a:cubicBezTo>
                <a:cubicBezTo>
                  <a:pt x="41135" y="44785"/>
                  <a:pt x="44145" y="47771"/>
                  <a:pt x="47155" y="51752"/>
                </a:cubicBezTo>
                <a:cubicBezTo>
                  <a:pt x="48158" y="52747"/>
                  <a:pt x="49162" y="54738"/>
                  <a:pt x="50165" y="55733"/>
                </a:cubicBezTo>
                <a:cubicBezTo>
                  <a:pt x="53175" y="57724"/>
                  <a:pt x="55183" y="57724"/>
                  <a:pt x="57189" y="54738"/>
                </a:cubicBezTo>
                <a:cubicBezTo>
                  <a:pt x="58193" y="53743"/>
                  <a:pt x="59196" y="52747"/>
                  <a:pt x="60199" y="50757"/>
                </a:cubicBezTo>
                <a:cubicBezTo>
                  <a:pt x="60199" y="54738"/>
                  <a:pt x="56186" y="67676"/>
                  <a:pt x="53175" y="71657"/>
                </a:cubicBezTo>
                <a:cubicBezTo>
                  <a:pt x="53175" y="70662"/>
                  <a:pt x="52172" y="70662"/>
                  <a:pt x="52172" y="70662"/>
                </a:cubicBezTo>
                <a:cubicBezTo>
                  <a:pt x="52172" y="66681"/>
                  <a:pt x="50165" y="63696"/>
                  <a:pt x="48158" y="59714"/>
                </a:cubicBezTo>
                <a:cubicBezTo>
                  <a:pt x="42139" y="52747"/>
                  <a:pt x="37122" y="44785"/>
                  <a:pt x="31102" y="36824"/>
                </a:cubicBezTo>
                <a:cubicBezTo>
                  <a:pt x="30099" y="34834"/>
                  <a:pt x="29096" y="33838"/>
                  <a:pt x="26086" y="32842"/>
                </a:cubicBezTo>
                <a:cubicBezTo>
                  <a:pt x="22073" y="30852"/>
                  <a:pt x="17056" y="28862"/>
                  <a:pt x="13043" y="26872"/>
                </a:cubicBezTo>
                <a:cubicBezTo>
                  <a:pt x="7023" y="24881"/>
                  <a:pt x="6020" y="24881"/>
                  <a:pt x="2007" y="30852"/>
                </a:cubicBezTo>
                <a:cubicBezTo>
                  <a:pt x="2007" y="30852"/>
                  <a:pt x="1003" y="30852"/>
                  <a:pt x="1003" y="31848"/>
                </a:cubicBezTo>
                <a:cubicBezTo>
                  <a:pt x="1003" y="30852"/>
                  <a:pt x="0" y="30852"/>
                  <a:pt x="0" y="29858"/>
                </a:cubicBezTo>
                <a:cubicBezTo>
                  <a:pt x="4013" y="19905"/>
                  <a:pt x="8026" y="10947"/>
                  <a:pt x="12040" y="996"/>
                </a:cubicBezTo>
                <a:cubicBezTo>
                  <a:pt x="12040" y="996"/>
                  <a:pt x="12040" y="0"/>
                  <a:pt x="13043" y="0"/>
                </a:cubicBezTo>
                <a:cubicBezTo>
                  <a:pt x="13043" y="996"/>
                  <a:pt x="13043" y="1990"/>
                  <a:pt x="13043" y="2986"/>
                </a:cubicBezTo>
                <a:cubicBezTo>
                  <a:pt x="12040" y="7962"/>
                  <a:pt x="13043" y="9953"/>
                  <a:pt x="18059" y="11943"/>
                </a:cubicBezTo>
                <a:cubicBezTo>
                  <a:pt x="22073" y="13933"/>
                  <a:pt x="26086" y="15923"/>
                  <a:pt x="30099" y="16919"/>
                </a:cubicBezTo>
                <a:cubicBezTo>
                  <a:pt x="31102" y="17915"/>
                  <a:pt x="33109" y="17915"/>
                  <a:pt x="34112" y="17915"/>
                </a:cubicBezTo>
                <a:cubicBezTo>
                  <a:pt x="45148" y="16919"/>
                  <a:pt x="56186" y="14929"/>
                  <a:pt x="67222" y="13933"/>
                </a:cubicBezTo>
                <a:cubicBezTo>
                  <a:pt x="70232" y="12937"/>
                  <a:pt x="74245" y="11943"/>
                  <a:pt x="76252" y="7962"/>
                </a:cubicBezTo>
                <a:cubicBezTo>
                  <a:pt x="77255" y="8957"/>
                  <a:pt x="77255" y="9953"/>
                  <a:pt x="77255" y="9953"/>
                </a:cubicBezTo>
                <a:cubicBezTo>
                  <a:pt x="74245" y="19905"/>
                  <a:pt x="70232" y="28862"/>
                  <a:pt x="66219" y="38814"/>
                </a:cubicBezTo>
                <a:cubicBezTo>
                  <a:pt x="66219" y="38814"/>
                  <a:pt x="66219" y="38814"/>
                  <a:pt x="64212" y="3980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8" name="Freeform 48"/>
          <p:cNvSpPr/>
          <p:nvPr/>
        </p:nvSpPr>
        <p:spPr>
          <a:xfrm>
            <a:off x="5321300" y="1295400"/>
            <a:ext cx="68298" cy="60460"/>
          </a:xfrm>
          <a:custGeom>
            <a:avLst/>
            <a:gdLst/>
            <a:ahLst/>
            <a:cxnLst/>
            <a:rect l="l" t="t" r="r" b="b"/>
            <a:pathLst>
              <a:path w="68298" h="60460">
                <a:moveTo>
                  <a:pt x="5022" y="9911"/>
                </a:moveTo>
                <a:cubicBezTo>
                  <a:pt x="5022" y="10903"/>
                  <a:pt x="5022" y="11894"/>
                  <a:pt x="5022" y="12885"/>
                </a:cubicBezTo>
                <a:cubicBezTo>
                  <a:pt x="6026" y="16849"/>
                  <a:pt x="8035" y="18832"/>
                  <a:pt x="12052" y="19823"/>
                </a:cubicBezTo>
                <a:cubicBezTo>
                  <a:pt x="20088" y="19823"/>
                  <a:pt x="29127" y="20814"/>
                  <a:pt x="37163" y="21805"/>
                </a:cubicBezTo>
                <a:cubicBezTo>
                  <a:pt x="45197" y="21805"/>
                  <a:pt x="53232" y="22796"/>
                  <a:pt x="61267" y="22796"/>
                </a:cubicBezTo>
                <a:cubicBezTo>
                  <a:pt x="62272" y="22796"/>
                  <a:pt x="63276" y="22796"/>
                  <a:pt x="64281" y="22796"/>
                </a:cubicBezTo>
                <a:cubicBezTo>
                  <a:pt x="65284" y="19823"/>
                  <a:pt x="64281" y="16849"/>
                  <a:pt x="63276" y="13876"/>
                </a:cubicBezTo>
                <a:cubicBezTo>
                  <a:pt x="62272" y="9911"/>
                  <a:pt x="61267" y="7929"/>
                  <a:pt x="58254" y="5947"/>
                </a:cubicBezTo>
                <a:cubicBezTo>
                  <a:pt x="55241" y="3965"/>
                  <a:pt x="52227" y="2973"/>
                  <a:pt x="50220" y="991"/>
                </a:cubicBezTo>
                <a:cubicBezTo>
                  <a:pt x="56246" y="0"/>
                  <a:pt x="62272" y="991"/>
                  <a:pt x="68298" y="1982"/>
                </a:cubicBezTo>
                <a:cubicBezTo>
                  <a:pt x="67293" y="20814"/>
                  <a:pt x="65284" y="40637"/>
                  <a:pt x="64281" y="60460"/>
                </a:cubicBezTo>
                <a:cubicBezTo>
                  <a:pt x="58254" y="60460"/>
                  <a:pt x="52227" y="60460"/>
                  <a:pt x="46201" y="59469"/>
                </a:cubicBezTo>
                <a:cubicBezTo>
                  <a:pt x="46201" y="58477"/>
                  <a:pt x="46201" y="57487"/>
                  <a:pt x="47206" y="56496"/>
                </a:cubicBezTo>
                <a:cubicBezTo>
                  <a:pt x="47206" y="56496"/>
                  <a:pt x="48210" y="56496"/>
                  <a:pt x="49215" y="56496"/>
                </a:cubicBezTo>
                <a:cubicBezTo>
                  <a:pt x="58254" y="54513"/>
                  <a:pt x="63276" y="49558"/>
                  <a:pt x="63276" y="39646"/>
                </a:cubicBezTo>
                <a:cubicBezTo>
                  <a:pt x="62272" y="38655"/>
                  <a:pt x="61267" y="38655"/>
                  <a:pt x="60263" y="38655"/>
                </a:cubicBezTo>
                <a:cubicBezTo>
                  <a:pt x="46201" y="37663"/>
                  <a:pt x="31135" y="36673"/>
                  <a:pt x="17074" y="35682"/>
                </a:cubicBezTo>
                <a:cubicBezTo>
                  <a:pt x="15066" y="35682"/>
                  <a:pt x="13057" y="34690"/>
                  <a:pt x="12052" y="34690"/>
                </a:cubicBezTo>
                <a:cubicBezTo>
                  <a:pt x="7031" y="34690"/>
                  <a:pt x="4017" y="35682"/>
                  <a:pt x="3014" y="40637"/>
                </a:cubicBezTo>
                <a:cubicBezTo>
                  <a:pt x="3014" y="41628"/>
                  <a:pt x="3014" y="42620"/>
                  <a:pt x="2009" y="44601"/>
                </a:cubicBezTo>
                <a:cubicBezTo>
                  <a:pt x="0" y="40637"/>
                  <a:pt x="2009" y="37663"/>
                  <a:pt x="2009" y="35682"/>
                </a:cubicBezTo>
                <a:cubicBezTo>
                  <a:pt x="2009" y="32708"/>
                  <a:pt x="2009" y="29735"/>
                  <a:pt x="2009" y="26761"/>
                </a:cubicBezTo>
                <a:cubicBezTo>
                  <a:pt x="2009" y="23787"/>
                  <a:pt x="2009" y="20814"/>
                  <a:pt x="3014" y="17841"/>
                </a:cubicBezTo>
                <a:cubicBezTo>
                  <a:pt x="3014" y="14867"/>
                  <a:pt x="2009" y="11894"/>
                  <a:pt x="4017" y="8920"/>
                </a:cubicBezTo>
                <a:cubicBezTo>
                  <a:pt x="4017" y="8920"/>
                  <a:pt x="4017" y="9911"/>
                  <a:pt x="5022" y="9911"/>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49" name="Freeform 49"/>
          <p:cNvSpPr/>
          <p:nvPr/>
        </p:nvSpPr>
        <p:spPr>
          <a:xfrm>
            <a:off x="5092700" y="863600"/>
            <a:ext cx="61580" cy="77255"/>
          </a:xfrm>
          <a:custGeom>
            <a:avLst/>
            <a:gdLst/>
            <a:ahLst/>
            <a:cxnLst/>
            <a:rect l="l" t="t" r="r" b="b"/>
            <a:pathLst>
              <a:path w="61580" h="77255">
                <a:moveTo>
                  <a:pt x="6057" y="77255"/>
                </a:moveTo>
                <a:cubicBezTo>
                  <a:pt x="5047" y="74245"/>
                  <a:pt x="5047" y="73242"/>
                  <a:pt x="5047" y="71236"/>
                </a:cubicBezTo>
                <a:cubicBezTo>
                  <a:pt x="5047" y="52172"/>
                  <a:pt x="5047" y="33109"/>
                  <a:pt x="5047" y="14046"/>
                </a:cubicBezTo>
                <a:cubicBezTo>
                  <a:pt x="5047" y="9030"/>
                  <a:pt x="5047" y="4013"/>
                  <a:pt x="0" y="1003"/>
                </a:cubicBezTo>
                <a:cubicBezTo>
                  <a:pt x="4039" y="0"/>
                  <a:pt x="26247" y="10033"/>
                  <a:pt x="29276" y="14046"/>
                </a:cubicBezTo>
                <a:cubicBezTo>
                  <a:pt x="28266" y="13043"/>
                  <a:pt x="27257" y="13043"/>
                  <a:pt x="25237" y="13043"/>
                </a:cubicBezTo>
                <a:cubicBezTo>
                  <a:pt x="22210" y="12040"/>
                  <a:pt x="21200" y="13043"/>
                  <a:pt x="20190" y="16053"/>
                </a:cubicBezTo>
                <a:cubicBezTo>
                  <a:pt x="20190" y="17056"/>
                  <a:pt x="20190" y="18059"/>
                  <a:pt x="20190" y="19063"/>
                </a:cubicBezTo>
                <a:cubicBezTo>
                  <a:pt x="19181" y="31102"/>
                  <a:pt x="19181" y="43142"/>
                  <a:pt x="19181" y="55183"/>
                </a:cubicBezTo>
                <a:cubicBezTo>
                  <a:pt x="19181" y="55183"/>
                  <a:pt x="19181" y="56186"/>
                  <a:pt x="20190" y="57189"/>
                </a:cubicBezTo>
                <a:cubicBezTo>
                  <a:pt x="20190" y="57189"/>
                  <a:pt x="21200" y="57189"/>
                  <a:pt x="21200" y="57189"/>
                </a:cubicBezTo>
                <a:cubicBezTo>
                  <a:pt x="29276" y="48158"/>
                  <a:pt x="37352" y="40132"/>
                  <a:pt x="45428" y="31102"/>
                </a:cubicBezTo>
                <a:cubicBezTo>
                  <a:pt x="45428" y="31102"/>
                  <a:pt x="45428" y="31102"/>
                  <a:pt x="45428" y="31102"/>
                </a:cubicBezTo>
                <a:cubicBezTo>
                  <a:pt x="49466" y="26086"/>
                  <a:pt x="49466" y="24079"/>
                  <a:pt x="44418" y="21069"/>
                </a:cubicBezTo>
                <a:cubicBezTo>
                  <a:pt x="43409" y="20066"/>
                  <a:pt x="43409" y="20066"/>
                  <a:pt x="43409" y="19063"/>
                </a:cubicBezTo>
                <a:cubicBezTo>
                  <a:pt x="49466" y="20066"/>
                  <a:pt x="55523" y="23076"/>
                  <a:pt x="61580" y="26086"/>
                </a:cubicBezTo>
                <a:cubicBezTo>
                  <a:pt x="60570" y="27089"/>
                  <a:pt x="60570" y="27089"/>
                  <a:pt x="59560" y="27089"/>
                </a:cubicBezTo>
                <a:cubicBezTo>
                  <a:pt x="55523" y="27089"/>
                  <a:pt x="52494" y="29096"/>
                  <a:pt x="49466" y="32106"/>
                </a:cubicBezTo>
                <a:cubicBezTo>
                  <a:pt x="36342" y="46152"/>
                  <a:pt x="23218" y="60199"/>
                  <a:pt x="10095" y="73242"/>
                </a:cubicBezTo>
                <a:cubicBezTo>
                  <a:pt x="9086" y="74245"/>
                  <a:pt x="8076" y="75249"/>
                  <a:pt x="6057" y="7725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0" name="Freeform 50"/>
          <p:cNvSpPr/>
          <p:nvPr/>
        </p:nvSpPr>
        <p:spPr>
          <a:xfrm>
            <a:off x="4533900" y="1092200"/>
            <a:ext cx="70537" cy="61580"/>
          </a:xfrm>
          <a:custGeom>
            <a:avLst/>
            <a:gdLst/>
            <a:ahLst/>
            <a:cxnLst/>
            <a:rect l="l" t="t" r="r" b="b"/>
            <a:pathLst>
              <a:path w="70537" h="61580">
                <a:moveTo>
                  <a:pt x="0" y="32304"/>
                </a:moveTo>
                <a:cubicBezTo>
                  <a:pt x="0" y="27257"/>
                  <a:pt x="10928" y="4039"/>
                  <a:pt x="14902" y="0"/>
                </a:cubicBezTo>
                <a:cubicBezTo>
                  <a:pt x="13909" y="1010"/>
                  <a:pt x="13909" y="2019"/>
                  <a:pt x="13909" y="3029"/>
                </a:cubicBezTo>
                <a:cubicBezTo>
                  <a:pt x="12915" y="9086"/>
                  <a:pt x="13909" y="11105"/>
                  <a:pt x="18876" y="13124"/>
                </a:cubicBezTo>
                <a:cubicBezTo>
                  <a:pt x="31792" y="20190"/>
                  <a:pt x="44707" y="27257"/>
                  <a:pt x="57621" y="33313"/>
                </a:cubicBezTo>
                <a:cubicBezTo>
                  <a:pt x="62589" y="36342"/>
                  <a:pt x="64576" y="35333"/>
                  <a:pt x="67556" y="31295"/>
                </a:cubicBezTo>
                <a:cubicBezTo>
                  <a:pt x="68550" y="30286"/>
                  <a:pt x="69544" y="29276"/>
                  <a:pt x="70537" y="28266"/>
                </a:cubicBezTo>
                <a:cubicBezTo>
                  <a:pt x="69544" y="32304"/>
                  <a:pt x="59609" y="56533"/>
                  <a:pt x="55635" y="61580"/>
                </a:cubicBezTo>
                <a:cubicBezTo>
                  <a:pt x="55635" y="59560"/>
                  <a:pt x="55635" y="58552"/>
                  <a:pt x="55635" y="57542"/>
                </a:cubicBezTo>
                <a:cubicBezTo>
                  <a:pt x="56628" y="52494"/>
                  <a:pt x="55635" y="50475"/>
                  <a:pt x="51661" y="47447"/>
                </a:cubicBezTo>
                <a:cubicBezTo>
                  <a:pt x="38745" y="41389"/>
                  <a:pt x="25831" y="34323"/>
                  <a:pt x="12915" y="28266"/>
                </a:cubicBezTo>
                <a:cubicBezTo>
                  <a:pt x="6955" y="25237"/>
                  <a:pt x="5961" y="25237"/>
                  <a:pt x="993" y="30286"/>
                </a:cubicBezTo>
                <a:cubicBezTo>
                  <a:pt x="993" y="31295"/>
                  <a:pt x="993" y="31295"/>
                  <a:pt x="0" y="32304"/>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1" name="Freeform 51"/>
          <p:cNvSpPr/>
          <p:nvPr/>
        </p:nvSpPr>
        <p:spPr>
          <a:xfrm>
            <a:off x="5321300" y="1206500"/>
            <a:ext cx="68298" cy="44785"/>
          </a:xfrm>
          <a:custGeom>
            <a:avLst/>
            <a:gdLst/>
            <a:ahLst/>
            <a:cxnLst/>
            <a:rect l="l" t="t" r="r" b="b"/>
            <a:pathLst>
              <a:path w="68298" h="44785">
                <a:moveTo>
                  <a:pt x="4949" y="44785"/>
                </a:moveTo>
                <a:cubicBezTo>
                  <a:pt x="2969" y="34832"/>
                  <a:pt x="1980" y="23885"/>
                  <a:pt x="0" y="12937"/>
                </a:cubicBezTo>
                <a:cubicBezTo>
                  <a:pt x="0" y="12937"/>
                  <a:pt x="0" y="11943"/>
                  <a:pt x="989" y="10947"/>
                </a:cubicBezTo>
                <a:cubicBezTo>
                  <a:pt x="1980" y="12937"/>
                  <a:pt x="1980" y="13933"/>
                  <a:pt x="2969" y="14929"/>
                </a:cubicBezTo>
                <a:cubicBezTo>
                  <a:pt x="4949" y="18909"/>
                  <a:pt x="5939" y="19905"/>
                  <a:pt x="10888" y="18909"/>
                </a:cubicBezTo>
                <a:cubicBezTo>
                  <a:pt x="22766" y="16919"/>
                  <a:pt x="34644" y="14929"/>
                  <a:pt x="46521" y="12937"/>
                </a:cubicBezTo>
                <a:cubicBezTo>
                  <a:pt x="49492" y="12937"/>
                  <a:pt x="51471" y="11943"/>
                  <a:pt x="54440" y="11943"/>
                </a:cubicBezTo>
                <a:cubicBezTo>
                  <a:pt x="59389" y="10947"/>
                  <a:pt x="60380" y="8957"/>
                  <a:pt x="61369" y="4976"/>
                </a:cubicBezTo>
                <a:cubicBezTo>
                  <a:pt x="61369" y="3981"/>
                  <a:pt x="61369" y="2986"/>
                  <a:pt x="61369" y="0"/>
                </a:cubicBezTo>
                <a:cubicBezTo>
                  <a:pt x="62360" y="1990"/>
                  <a:pt x="63349" y="2986"/>
                  <a:pt x="63349" y="2986"/>
                </a:cubicBezTo>
                <a:cubicBezTo>
                  <a:pt x="64338" y="13933"/>
                  <a:pt x="66318" y="23885"/>
                  <a:pt x="68298" y="34832"/>
                </a:cubicBezTo>
                <a:cubicBezTo>
                  <a:pt x="67309" y="34832"/>
                  <a:pt x="67309" y="34832"/>
                  <a:pt x="66318" y="34832"/>
                </a:cubicBezTo>
                <a:cubicBezTo>
                  <a:pt x="66318" y="34832"/>
                  <a:pt x="65329" y="33838"/>
                  <a:pt x="65329" y="32842"/>
                </a:cubicBezTo>
                <a:cubicBezTo>
                  <a:pt x="63349" y="27866"/>
                  <a:pt x="61369" y="26871"/>
                  <a:pt x="56420" y="26871"/>
                </a:cubicBezTo>
                <a:cubicBezTo>
                  <a:pt x="42563" y="29856"/>
                  <a:pt x="27715" y="31847"/>
                  <a:pt x="13857" y="34832"/>
                </a:cubicBezTo>
                <a:cubicBezTo>
                  <a:pt x="8909" y="34832"/>
                  <a:pt x="6929" y="36824"/>
                  <a:pt x="6929" y="41800"/>
                </a:cubicBezTo>
                <a:cubicBezTo>
                  <a:pt x="6929" y="42795"/>
                  <a:pt x="5939" y="43790"/>
                  <a:pt x="5939" y="44785"/>
                </a:cubicBezTo>
                <a:cubicBezTo>
                  <a:pt x="5939" y="44785"/>
                  <a:pt x="4949" y="44785"/>
                  <a:pt x="4949" y="4478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2" name="Freeform 52"/>
          <p:cNvSpPr/>
          <p:nvPr/>
        </p:nvSpPr>
        <p:spPr>
          <a:xfrm>
            <a:off x="5003800" y="838200"/>
            <a:ext cx="41427" cy="69417"/>
          </a:xfrm>
          <a:custGeom>
            <a:avLst/>
            <a:gdLst/>
            <a:ahLst/>
            <a:cxnLst/>
            <a:rect l="l" t="t" r="r" b="b"/>
            <a:pathLst>
              <a:path w="41427" h="69417">
                <a:moveTo>
                  <a:pt x="987" y="63467"/>
                </a:moveTo>
                <a:cubicBezTo>
                  <a:pt x="1972" y="63467"/>
                  <a:pt x="2959" y="63467"/>
                  <a:pt x="3946" y="63467"/>
                </a:cubicBezTo>
                <a:cubicBezTo>
                  <a:pt x="7891" y="62475"/>
                  <a:pt x="9864" y="61483"/>
                  <a:pt x="9864" y="56525"/>
                </a:cubicBezTo>
                <a:cubicBezTo>
                  <a:pt x="10850" y="51567"/>
                  <a:pt x="11836" y="46609"/>
                  <a:pt x="12823" y="40659"/>
                </a:cubicBezTo>
                <a:cubicBezTo>
                  <a:pt x="13809" y="31733"/>
                  <a:pt x="14796" y="22808"/>
                  <a:pt x="15782" y="13884"/>
                </a:cubicBezTo>
                <a:cubicBezTo>
                  <a:pt x="15782" y="12892"/>
                  <a:pt x="16768" y="11900"/>
                  <a:pt x="16768" y="9916"/>
                </a:cubicBezTo>
                <a:cubicBezTo>
                  <a:pt x="16768" y="4958"/>
                  <a:pt x="15782" y="3966"/>
                  <a:pt x="10850" y="1984"/>
                </a:cubicBezTo>
                <a:cubicBezTo>
                  <a:pt x="9864" y="992"/>
                  <a:pt x="9864" y="992"/>
                  <a:pt x="8877" y="0"/>
                </a:cubicBezTo>
                <a:cubicBezTo>
                  <a:pt x="19727" y="992"/>
                  <a:pt x="30577" y="1984"/>
                  <a:pt x="41427" y="3966"/>
                </a:cubicBezTo>
                <a:cubicBezTo>
                  <a:pt x="41427" y="4958"/>
                  <a:pt x="41427" y="4958"/>
                  <a:pt x="41427" y="4958"/>
                </a:cubicBezTo>
                <a:cubicBezTo>
                  <a:pt x="40441" y="4958"/>
                  <a:pt x="39454" y="5950"/>
                  <a:pt x="38468" y="5950"/>
                </a:cubicBezTo>
                <a:cubicBezTo>
                  <a:pt x="33536" y="5950"/>
                  <a:pt x="31563" y="6942"/>
                  <a:pt x="31563" y="12892"/>
                </a:cubicBezTo>
                <a:cubicBezTo>
                  <a:pt x="29591" y="23800"/>
                  <a:pt x="27617" y="35700"/>
                  <a:pt x="26632" y="46609"/>
                </a:cubicBezTo>
                <a:cubicBezTo>
                  <a:pt x="25645" y="50575"/>
                  <a:pt x="25645" y="54541"/>
                  <a:pt x="24658" y="57517"/>
                </a:cubicBezTo>
                <a:cubicBezTo>
                  <a:pt x="24658" y="63467"/>
                  <a:pt x="25645" y="65451"/>
                  <a:pt x="30577" y="67433"/>
                </a:cubicBezTo>
                <a:cubicBezTo>
                  <a:pt x="31563" y="67433"/>
                  <a:pt x="31563" y="68425"/>
                  <a:pt x="32550" y="68425"/>
                </a:cubicBezTo>
                <a:cubicBezTo>
                  <a:pt x="32550" y="68425"/>
                  <a:pt x="32550" y="68425"/>
                  <a:pt x="32550" y="69417"/>
                </a:cubicBezTo>
                <a:cubicBezTo>
                  <a:pt x="21700" y="68425"/>
                  <a:pt x="10850" y="67433"/>
                  <a:pt x="0" y="65451"/>
                </a:cubicBezTo>
                <a:cubicBezTo>
                  <a:pt x="987" y="64459"/>
                  <a:pt x="987" y="64459"/>
                  <a:pt x="987" y="63467"/>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3" name="Freeform 53"/>
          <p:cNvSpPr/>
          <p:nvPr/>
        </p:nvSpPr>
        <p:spPr>
          <a:xfrm>
            <a:off x="4749800" y="1625600"/>
            <a:ext cx="51504" cy="67178"/>
          </a:xfrm>
          <a:custGeom>
            <a:avLst/>
            <a:gdLst/>
            <a:ahLst/>
            <a:cxnLst/>
            <a:rect l="l" t="t" r="r" b="b"/>
            <a:pathLst>
              <a:path w="51504" h="67178">
                <a:moveTo>
                  <a:pt x="991" y="51135"/>
                </a:moveTo>
                <a:cubicBezTo>
                  <a:pt x="1981" y="51135"/>
                  <a:pt x="3962" y="51135"/>
                  <a:pt x="4952" y="52139"/>
                </a:cubicBezTo>
                <a:cubicBezTo>
                  <a:pt x="9905" y="53141"/>
                  <a:pt x="12875" y="52139"/>
                  <a:pt x="15847" y="47125"/>
                </a:cubicBezTo>
                <a:cubicBezTo>
                  <a:pt x="20799" y="35093"/>
                  <a:pt x="26742" y="23061"/>
                  <a:pt x="31694" y="12032"/>
                </a:cubicBezTo>
                <a:cubicBezTo>
                  <a:pt x="32685" y="11029"/>
                  <a:pt x="32685" y="10027"/>
                  <a:pt x="32685" y="9023"/>
                </a:cubicBezTo>
                <a:cubicBezTo>
                  <a:pt x="33675" y="5013"/>
                  <a:pt x="32685" y="3007"/>
                  <a:pt x="28722" y="2005"/>
                </a:cubicBezTo>
                <a:cubicBezTo>
                  <a:pt x="27733" y="2005"/>
                  <a:pt x="25752" y="2005"/>
                  <a:pt x="22780" y="1002"/>
                </a:cubicBezTo>
                <a:cubicBezTo>
                  <a:pt x="26742" y="0"/>
                  <a:pt x="43580" y="0"/>
                  <a:pt x="51504" y="1002"/>
                </a:cubicBezTo>
                <a:cubicBezTo>
                  <a:pt x="51504" y="2005"/>
                  <a:pt x="51504" y="3007"/>
                  <a:pt x="50513" y="4011"/>
                </a:cubicBezTo>
                <a:cubicBezTo>
                  <a:pt x="43580" y="20053"/>
                  <a:pt x="36646" y="36096"/>
                  <a:pt x="28722" y="52139"/>
                </a:cubicBezTo>
                <a:cubicBezTo>
                  <a:pt x="25752" y="59157"/>
                  <a:pt x="25752" y="61162"/>
                  <a:pt x="32685" y="65173"/>
                </a:cubicBezTo>
                <a:cubicBezTo>
                  <a:pt x="32685" y="65173"/>
                  <a:pt x="33675" y="66176"/>
                  <a:pt x="33675" y="66176"/>
                </a:cubicBezTo>
                <a:cubicBezTo>
                  <a:pt x="33675" y="66176"/>
                  <a:pt x="33675" y="67178"/>
                  <a:pt x="33675" y="67178"/>
                </a:cubicBezTo>
                <a:cubicBezTo>
                  <a:pt x="33675" y="67178"/>
                  <a:pt x="32685" y="67178"/>
                  <a:pt x="32685" y="67178"/>
                </a:cubicBezTo>
                <a:cubicBezTo>
                  <a:pt x="22780" y="62165"/>
                  <a:pt x="12875" y="58155"/>
                  <a:pt x="1981" y="53141"/>
                </a:cubicBezTo>
                <a:cubicBezTo>
                  <a:pt x="991" y="53141"/>
                  <a:pt x="991" y="52139"/>
                  <a:pt x="0" y="52139"/>
                </a:cubicBezTo>
                <a:cubicBezTo>
                  <a:pt x="991" y="51135"/>
                  <a:pt x="991" y="51135"/>
                  <a:pt x="991" y="51135"/>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4" name="Freeform 54"/>
          <p:cNvSpPr/>
          <p:nvPr/>
        </p:nvSpPr>
        <p:spPr>
          <a:xfrm>
            <a:off x="4622800" y="952500"/>
            <a:ext cx="649390" cy="648270"/>
          </a:xfrm>
          <a:custGeom>
            <a:avLst/>
            <a:gdLst/>
            <a:ahLst/>
            <a:cxnLst/>
            <a:rect l="l" t="t" r="r" b="b"/>
            <a:pathLst>
              <a:path w="649390" h="648270">
                <a:moveTo>
                  <a:pt x="649390" y="324134"/>
                </a:moveTo>
                <a:cubicBezTo>
                  <a:pt x="649390" y="502111"/>
                  <a:pt x="503974" y="648270"/>
                  <a:pt x="324695" y="648270"/>
                </a:cubicBezTo>
                <a:cubicBezTo>
                  <a:pt x="146412" y="648270"/>
                  <a:pt x="0" y="504100"/>
                  <a:pt x="0" y="324134"/>
                </a:cubicBezTo>
                <a:cubicBezTo>
                  <a:pt x="0" y="145165"/>
                  <a:pt x="145415" y="0"/>
                  <a:pt x="324695" y="0"/>
                </a:cubicBezTo>
                <a:cubicBezTo>
                  <a:pt x="503974" y="0"/>
                  <a:pt x="649390" y="146159"/>
                  <a:pt x="649390" y="324134"/>
                </a:cubicBezTo>
                <a:close/>
                <a:moveTo>
                  <a:pt x="298799" y="365895"/>
                </a:moveTo>
                <a:cubicBezTo>
                  <a:pt x="298799" y="367883"/>
                  <a:pt x="298799" y="368878"/>
                  <a:pt x="298799" y="370867"/>
                </a:cubicBezTo>
                <a:cubicBezTo>
                  <a:pt x="298799" y="382797"/>
                  <a:pt x="298799" y="393734"/>
                  <a:pt x="298799" y="405666"/>
                </a:cubicBezTo>
                <a:cubicBezTo>
                  <a:pt x="298799" y="406660"/>
                  <a:pt x="298799" y="407655"/>
                  <a:pt x="298799" y="408649"/>
                </a:cubicBezTo>
                <a:cubicBezTo>
                  <a:pt x="298799" y="414614"/>
                  <a:pt x="295811" y="419586"/>
                  <a:pt x="290831" y="422568"/>
                </a:cubicBezTo>
                <a:cubicBezTo>
                  <a:pt x="288839" y="423563"/>
                  <a:pt x="286847" y="425552"/>
                  <a:pt x="283859" y="426546"/>
                </a:cubicBezTo>
                <a:cubicBezTo>
                  <a:pt x="265932" y="438478"/>
                  <a:pt x="250991" y="454386"/>
                  <a:pt x="238044" y="472283"/>
                </a:cubicBezTo>
                <a:cubicBezTo>
                  <a:pt x="224099" y="493163"/>
                  <a:pt x="215135" y="517025"/>
                  <a:pt x="209159" y="540888"/>
                </a:cubicBezTo>
                <a:cubicBezTo>
                  <a:pt x="208163" y="545859"/>
                  <a:pt x="207167" y="549836"/>
                  <a:pt x="207167" y="554808"/>
                </a:cubicBezTo>
                <a:cubicBezTo>
                  <a:pt x="206172" y="567733"/>
                  <a:pt x="214140" y="577676"/>
                  <a:pt x="227087" y="579665"/>
                </a:cubicBezTo>
                <a:cubicBezTo>
                  <a:pt x="238044" y="581654"/>
                  <a:pt x="250991" y="577676"/>
                  <a:pt x="254975" y="562762"/>
                </a:cubicBezTo>
                <a:cubicBezTo>
                  <a:pt x="254975" y="561768"/>
                  <a:pt x="255971" y="559779"/>
                  <a:pt x="255971" y="558785"/>
                </a:cubicBezTo>
                <a:cubicBezTo>
                  <a:pt x="258959" y="551825"/>
                  <a:pt x="260951" y="543871"/>
                  <a:pt x="262943" y="536910"/>
                </a:cubicBezTo>
                <a:cubicBezTo>
                  <a:pt x="268919" y="520008"/>
                  <a:pt x="276887" y="505094"/>
                  <a:pt x="287843" y="490179"/>
                </a:cubicBezTo>
                <a:cubicBezTo>
                  <a:pt x="293820" y="482225"/>
                  <a:pt x="301788" y="475266"/>
                  <a:pt x="310751" y="470294"/>
                </a:cubicBezTo>
                <a:cubicBezTo>
                  <a:pt x="319715" y="465323"/>
                  <a:pt x="328679" y="465323"/>
                  <a:pt x="337643" y="470294"/>
                </a:cubicBezTo>
                <a:cubicBezTo>
                  <a:pt x="339635" y="471288"/>
                  <a:pt x="342623" y="472283"/>
                  <a:pt x="344614" y="474271"/>
                </a:cubicBezTo>
                <a:cubicBezTo>
                  <a:pt x="353579" y="480237"/>
                  <a:pt x="360550" y="488191"/>
                  <a:pt x="366527" y="497139"/>
                </a:cubicBezTo>
                <a:cubicBezTo>
                  <a:pt x="376486" y="513048"/>
                  <a:pt x="383459" y="529951"/>
                  <a:pt x="388438" y="546853"/>
                </a:cubicBezTo>
                <a:cubicBezTo>
                  <a:pt x="390431" y="552820"/>
                  <a:pt x="392422" y="559779"/>
                  <a:pt x="394415" y="565744"/>
                </a:cubicBezTo>
                <a:cubicBezTo>
                  <a:pt x="397403" y="572705"/>
                  <a:pt x="401387" y="576682"/>
                  <a:pt x="408358" y="578670"/>
                </a:cubicBezTo>
                <a:cubicBezTo>
                  <a:pt x="423299" y="584636"/>
                  <a:pt x="444214" y="573700"/>
                  <a:pt x="441227" y="551825"/>
                </a:cubicBezTo>
                <a:cubicBezTo>
                  <a:pt x="440230" y="544866"/>
                  <a:pt x="438239" y="538899"/>
                  <a:pt x="437243" y="532934"/>
                </a:cubicBezTo>
                <a:cubicBezTo>
                  <a:pt x="431267" y="512054"/>
                  <a:pt x="424294" y="493163"/>
                  <a:pt x="412342" y="475266"/>
                </a:cubicBezTo>
                <a:cubicBezTo>
                  <a:pt x="398399" y="453391"/>
                  <a:pt x="380470" y="436489"/>
                  <a:pt x="358559" y="422568"/>
                </a:cubicBezTo>
                <a:cubicBezTo>
                  <a:pt x="352582" y="419586"/>
                  <a:pt x="349595" y="414614"/>
                  <a:pt x="349595" y="407655"/>
                </a:cubicBezTo>
                <a:cubicBezTo>
                  <a:pt x="349595" y="394729"/>
                  <a:pt x="349595" y="382797"/>
                  <a:pt x="349595" y="369872"/>
                </a:cubicBezTo>
                <a:cubicBezTo>
                  <a:pt x="349595" y="368878"/>
                  <a:pt x="349595" y="367883"/>
                  <a:pt x="350591" y="365895"/>
                </a:cubicBezTo>
                <a:cubicBezTo>
                  <a:pt x="352582" y="365895"/>
                  <a:pt x="353579" y="366889"/>
                  <a:pt x="355571" y="366889"/>
                </a:cubicBezTo>
                <a:cubicBezTo>
                  <a:pt x="374495" y="373849"/>
                  <a:pt x="390431" y="383791"/>
                  <a:pt x="404374" y="397712"/>
                </a:cubicBezTo>
                <a:cubicBezTo>
                  <a:pt x="423299" y="414614"/>
                  <a:pt x="437243" y="434500"/>
                  <a:pt x="451187" y="456374"/>
                </a:cubicBezTo>
                <a:cubicBezTo>
                  <a:pt x="460150" y="472283"/>
                  <a:pt x="469115" y="489185"/>
                  <a:pt x="477083" y="506089"/>
                </a:cubicBezTo>
                <a:cubicBezTo>
                  <a:pt x="479074" y="511059"/>
                  <a:pt x="482063" y="515037"/>
                  <a:pt x="487042" y="519013"/>
                </a:cubicBezTo>
                <a:cubicBezTo>
                  <a:pt x="492022" y="522991"/>
                  <a:pt x="498994" y="525973"/>
                  <a:pt x="505967" y="523985"/>
                </a:cubicBezTo>
                <a:cubicBezTo>
                  <a:pt x="515926" y="521002"/>
                  <a:pt x="521903" y="515037"/>
                  <a:pt x="523894" y="505094"/>
                </a:cubicBezTo>
                <a:cubicBezTo>
                  <a:pt x="525887" y="497139"/>
                  <a:pt x="524891" y="490179"/>
                  <a:pt x="521903" y="483220"/>
                </a:cubicBezTo>
                <a:cubicBezTo>
                  <a:pt x="517919" y="474271"/>
                  <a:pt x="513935" y="466317"/>
                  <a:pt x="509951" y="457369"/>
                </a:cubicBezTo>
                <a:cubicBezTo>
                  <a:pt x="496006" y="426546"/>
                  <a:pt x="478079" y="397712"/>
                  <a:pt x="454175" y="372854"/>
                </a:cubicBezTo>
                <a:cubicBezTo>
                  <a:pt x="430271" y="348992"/>
                  <a:pt x="403379" y="331095"/>
                  <a:pt x="371507" y="320158"/>
                </a:cubicBezTo>
                <a:cubicBezTo>
                  <a:pt x="364534" y="318169"/>
                  <a:pt x="357563" y="316180"/>
                  <a:pt x="349595" y="314192"/>
                </a:cubicBezTo>
                <a:cubicBezTo>
                  <a:pt x="349595" y="310215"/>
                  <a:pt x="349595" y="306238"/>
                  <a:pt x="349595" y="302261"/>
                </a:cubicBezTo>
                <a:cubicBezTo>
                  <a:pt x="348598" y="296295"/>
                  <a:pt x="347603" y="289335"/>
                  <a:pt x="343619" y="284364"/>
                </a:cubicBezTo>
                <a:cubicBezTo>
                  <a:pt x="333659" y="269450"/>
                  <a:pt x="314735" y="269450"/>
                  <a:pt x="304775" y="284364"/>
                </a:cubicBezTo>
                <a:cubicBezTo>
                  <a:pt x="300791" y="290330"/>
                  <a:pt x="299795" y="297289"/>
                  <a:pt x="299795" y="303256"/>
                </a:cubicBezTo>
                <a:cubicBezTo>
                  <a:pt x="298799" y="307232"/>
                  <a:pt x="298799" y="310215"/>
                  <a:pt x="298799" y="314192"/>
                </a:cubicBezTo>
                <a:cubicBezTo>
                  <a:pt x="297804" y="315186"/>
                  <a:pt x="296807" y="315186"/>
                  <a:pt x="294815" y="315186"/>
                </a:cubicBezTo>
                <a:cubicBezTo>
                  <a:pt x="262943" y="323141"/>
                  <a:pt x="234060" y="337061"/>
                  <a:pt x="209159" y="358935"/>
                </a:cubicBezTo>
                <a:cubicBezTo>
                  <a:pt x="190236" y="375837"/>
                  <a:pt x="174300" y="395723"/>
                  <a:pt x="160355" y="417598"/>
                </a:cubicBezTo>
                <a:cubicBezTo>
                  <a:pt x="147408" y="437483"/>
                  <a:pt x="137447" y="459356"/>
                  <a:pt x="127488" y="480237"/>
                </a:cubicBezTo>
                <a:cubicBezTo>
                  <a:pt x="125495" y="487197"/>
                  <a:pt x="123504" y="494157"/>
                  <a:pt x="124499" y="501117"/>
                </a:cubicBezTo>
                <a:cubicBezTo>
                  <a:pt x="125495" y="512054"/>
                  <a:pt x="129479" y="519013"/>
                  <a:pt x="139440" y="522991"/>
                </a:cubicBezTo>
                <a:cubicBezTo>
                  <a:pt x="149399" y="526967"/>
                  <a:pt x="158364" y="522991"/>
                  <a:pt x="164339" y="516031"/>
                </a:cubicBezTo>
                <a:cubicBezTo>
                  <a:pt x="167328" y="513048"/>
                  <a:pt x="169319" y="509071"/>
                  <a:pt x="171312" y="506089"/>
                </a:cubicBezTo>
                <a:cubicBezTo>
                  <a:pt x="180275" y="490179"/>
                  <a:pt x="188243" y="473277"/>
                  <a:pt x="197207" y="458362"/>
                </a:cubicBezTo>
                <a:cubicBezTo>
                  <a:pt x="210156" y="435494"/>
                  <a:pt x="226092" y="414614"/>
                  <a:pt x="245015" y="396718"/>
                </a:cubicBezTo>
                <a:cubicBezTo>
                  <a:pt x="258959" y="383791"/>
                  <a:pt x="274895" y="373849"/>
                  <a:pt x="292823" y="367883"/>
                </a:cubicBezTo>
                <a:cubicBezTo>
                  <a:pt x="294815" y="366889"/>
                  <a:pt x="296807" y="365895"/>
                  <a:pt x="298799" y="365895"/>
                </a:cubicBezTo>
                <a:close/>
                <a:moveTo>
                  <a:pt x="251987" y="111359"/>
                </a:moveTo>
                <a:cubicBezTo>
                  <a:pt x="250991" y="112353"/>
                  <a:pt x="248999" y="112353"/>
                  <a:pt x="248003" y="113348"/>
                </a:cubicBezTo>
                <a:cubicBezTo>
                  <a:pt x="239039" y="116331"/>
                  <a:pt x="230076" y="118320"/>
                  <a:pt x="221111" y="121302"/>
                </a:cubicBezTo>
                <a:cubicBezTo>
                  <a:pt x="186252" y="133233"/>
                  <a:pt x="153383" y="148148"/>
                  <a:pt x="122508" y="168034"/>
                </a:cubicBezTo>
                <a:cubicBezTo>
                  <a:pt x="109559" y="176982"/>
                  <a:pt x="96611" y="186925"/>
                  <a:pt x="84659" y="198855"/>
                </a:cubicBezTo>
                <a:cubicBezTo>
                  <a:pt x="80675" y="202833"/>
                  <a:pt x="76691" y="206811"/>
                  <a:pt x="74700" y="212776"/>
                </a:cubicBezTo>
                <a:cubicBezTo>
                  <a:pt x="70716" y="223713"/>
                  <a:pt x="75696" y="235645"/>
                  <a:pt x="86652" y="239621"/>
                </a:cubicBezTo>
                <a:cubicBezTo>
                  <a:pt x="93623" y="242604"/>
                  <a:pt x="100595" y="242604"/>
                  <a:pt x="107568" y="240615"/>
                </a:cubicBezTo>
                <a:cubicBezTo>
                  <a:pt x="113543" y="238627"/>
                  <a:pt x="117527" y="235645"/>
                  <a:pt x="122508" y="232661"/>
                </a:cubicBezTo>
                <a:cubicBezTo>
                  <a:pt x="133463" y="224707"/>
                  <a:pt x="145415" y="215759"/>
                  <a:pt x="157367" y="208798"/>
                </a:cubicBezTo>
                <a:cubicBezTo>
                  <a:pt x="185255" y="189907"/>
                  <a:pt x="215135" y="174993"/>
                  <a:pt x="248003" y="164056"/>
                </a:cubicBezTo>
                <a:cubicBezTo>
                  <a:pt x="248999" y="164056"/>
                  <a:pt x="250991" y="163062"/>
                  <a:pt x="251987" y="163062"/>
                </a:cubicBezTo>
                <a:cubicBezTo>
                  <a:pt x="251987" y="181953"/>
                  <a:pt x="251987" y="200844"/>
                  <a:pt x="251987" y="218741"/>
                </a:cubicBezTo>
                <a:cubicBezTo>
                  <a:pt x="250991" y="219735"/>
                  <a:pt x="249996" y="219735"/>
                  <a:pt x="248999" y="220730"/>
                </a:cubicBezTo>
                <a:cubicBezTo>
                  <a:pt x="184259" y="245588"/>
                  <a:pt x="130476" y="286352"/>
                  <a:pt x="89639" y="343026"/>
                </a:cubicBezTo>
                <a:cubicBezTo>
                  <a:pt x="80675" y="354957"/>
                  <a:pt x="72708" y="367883"/>
                  <a:pt x="64740" y="380810"/>
                </a:cubicBezTo>
                <a:cubicBezTo>
                  <a:pt x="61751" y="384786"/>
                  <a:pt x="59760" y="388764"/>
                  <a:pt x="59760" y="392740"/>
                </a:cubicBezTo>
                <a:cubicBezTo>
                  <a:pt x="59760" y="405666"/>
                  <a:pt x="67728" y="416603"/>
                  <a:pt x="79680" y="419586"/>
                </a:cubicBezTo>
                <a:cubicBezTo>
                  <a:pt x="89639" y="422568"/>
                  <a:pt x="97607" y="419586"/>
                  <a:pt x="103584" y="410637"/>
                </a:cubicBezTo>
                <a:cubicBezTo>
                  <a:pt x="106572" y="406660"/>
                  <a:pt x="109559" y="401688"/>
                  <a:pt x="112547" y="397712"/>
                </a:cubicBezTo>
                <a:cubicBezTo>
                  <a:pt x="126492" y="377826"/>
                  <a:pt x="142428" y="358935"/>
                  <a:pt x="159360" y="341038"/>
                </a:cubicBezTo>
                <a:cubicBezTo>
                  <a:pt x="176291" y="323141"/>
                  <a:pt x="194220" y="307232"/>
                  <a:pt x="214140" y="294307"/>
                </a:cubicBezTo>
                <a:cubicBezTo>
                  <a:pt x="236051" y="280387"/>
                  <a:pt x="259955" y="269450"/>
                  <a:pt x="284855" y="262490"/>
                </a:cubicBezTo>
                <a:cubicBezTo>
                  <a:pt x="298799" y="258512"/>
                  <a:pt x="302783" y="251553"/>
                  <a:pt x="302783" y="238627"/>
                </a:cubicBezTo>
                <a:cubicBezTo>
                  <a:pt x="302783" y="187919"/>
                  <a:pt x="302783" y="137211"/>
                  <a:pt x="302783" y="87497"/>
                </a:cubicBezTo>
                <a:cubicBezTo>
                  <a:pt x="302783" y="83519"/>
                  <a:pt x="302783" y="80537"/>
                  <a:pt x="301788" y="77554"/>
                </a:cubicBezTo>
                <a:cubicBezTo>
                  <a:pt x="301788" y="73576"/>
                  <a:pt x="300791" y="68605"/>
                  <a:pt x="297804" y="64628"/>
                </a:cubicBezTo>
                <a:cubicBezTo>
                  <a:pt x="291827" y="54685"/>
                  <a:pt x="278879" y="50709"/>
                  <a:pt x="267923" y="55679"/>
                </a:cubicBezTo>
                <a:cubicBezTo>
                  <a:pt x="259955" y="60651"/>
                  <a:pt x="254975" y="67611"/>
                  <a:pt x="252983" y="76559"/>
                </a:cubicBezTo>
                <a:cubicBezTo>
                  <a:pt x="252983" y="80537"/>
                  <a:pt x="252983" y="84513"/>
                  <a:pt x="251987" y="89485"/>
                </a:cubicBezTo>
                <a:cubicBezTo>
                  <a:pt x="251987" y="96445"/>
                  <a:pt x="251987" y="104399"/>
                  <a:pt x="251987" y="111359"/>
                </a:cubicBezTo>
                <a:close/>
                <a:moveTo>
                  <a:pt x="396406" y="111359"/>
                </a:moveTo>
                <a:cubicBezTo>
                  <a:pt x="396406" y="109371"/>
                  <a:pt x="396406" y="107382"/>
                  <a:pt x="396406" y="105393"/>
                </a:cubicBezTo>
                <a:cubicBezTo>
                  <a:pt x="396406" y="97439"/>
                  <a:pt x="396406" y="89485"/>
                  <a:pt x="396406" y="81531"/>
                </a:cubicBezTo>
                <a:cubicBezTo>
                  <a:pt x="395411" y="75565"/>
                  <a:pt x="394415" y="69600"/>
                  <a:pt x="390431" y="64628"/>
                </a:cubicBezTo>
                <a:cubicBezTo>
                  <a:pt x="384454" y="56674"/>
                  <a:pt x="376486" y="52697"/>
                  <a:pt x="366527" y="53691"/>
                </a:cubicBezTo>
                <a:cubicBezTo>
                  <a:pt x="356566" y="55679"/>
                  <a:pt x="350591" y="61646"/>
                  <a:pt x="347603" y="70594"/>
                </a:cubicBezTo>
                <a:cubicBezTo>
                  <a:pt x="346607" y="74571"/>
                  <a:pt x="345611" y="79543"/>
                  <a:pt x="345611" y="84513"/>
                </a:cubicBezTo>
                <a:cubicBezTo>
                  <a:pt x="345611" y="136216"/>
                  <a:pt x="345611" y="187919"/>
                  <a:pt x="345611" y="240615"/>
                </a:cubicBezTo>
                <a:cubicBezTo>
                  <a:pt x="345611" y="240615"/>
                  <a:pt x="345611" y="241610"/>
                  <a:pt x="345611" y="241610"/>
                </a:cubicBezTo>
                <a:cubicBezTo>
                  <a:pt x="345611" y="249564"/>
                  <a:pt x="349595" y="255530"/>
                  <a:pt x="356566" y="258512"/>
                </a:cubicBezTo>
                <a:cubicBezTo>
                  <a:pt x="359555" y="260501"/>
                  <a:pt x="363539" y="261496"/>
                  <a:pt x="367523" y="262490"/>
                </a:cubicBezTo>
                <a:cubicBezTo>
                  <a:pt x="385451" y="268455"/>
                  <a:pt x="403379" y="275415"/>
                  <a:pt x="419315" y="284364"/>
                </a:cubicBezTo>
                <a:cubicBezTo>
                  <a:pt x="447203" y="299278"/>
                  <a:pt x="471106" y="319164"/>
                  <a:pt x="491026" y="342033"/>
                </a:cubicBezTo>
                <a:cubicBezTo>
                  <a:pt x="510946" y="362911"/>
                  <a:pt x="527878" y="385780"/>
                  <a:pt x="543814" y="409644"/>
                </a:cubicBezTo>
                <a:cubicBezTo>
                  <a:pt x="544811" y="410637"/>
                  <a:pt x="545807" y="412626"/>
                  <a:pt x="546802" y="413620"/>
                </a:cubicBezTo>
                <a:cubicBezTo>
                  <a:pt x="550786" y="418592"/>
                  <a:pt x="555766" y="420580"/>
                  <a:pt x="561743" y="420580"/>
                </a:cubicBezTo>
                <a:cubicBezTo>
                  <a:pt x="581663" y="420580"/>
                  <a:pt x="595606" y="399701"/>
                  <a:pt x="584650" y="381803"/>
                </a:cubicBezTo>
                <a:cubicBezTo>
                  <a:pt x="578674" y="371860"/>
                  <a:pt x="573695" y="362911"/>
                  <a:pt x="566722" y="352969"/>
                </a:cubicBezTo>
                <a:cubicBezTo>
                  <a:pt x="525887" y="294307"/>
                  <a:pt x="472102" y="249564"/>
                  <a:pt x="405371" y="222719"/>
                </a:cubicBezTo>
                <a:cubicBezTo>
                  <a:pt x="402383" y="221724"/>
                  <a:pt x="399395" y="220730"/>
                  <a:pt x="396406" y="218741"/>
                </a:cubicBezTo>
                <a:cubicBezTo>
                  <a:pt x="396406" y="199850"/>
                  <a:pt x="396406" y="181953"/>
                  <a:pt x="396406" y="163062"/>
                </a:cubicBezTo>
                <a:cubicBezTo>
                  <a:pt x="397403" y="163062"/>
                  <a:pt x="397403" y="163062"/>
                  <a:pt x="397403" y="163062"/>
                </a:cubicBezTo>
                <a:cubicBezTo>
                  <a:pt x="399395" y="164056"/>
                  <a:pt x="400390" y="164056"/>
                  <a:pt x="401387" y="164056"/>
                </a:cubicBezTo>
                <a:cubicBezTo>
                  <a:pt x="437243" y="175988"/>
                  <a:pt x="471106" y="193885"/>
                  <a:pt x="501983" y="215759"/>
                </a:cubicBezTo>
                <a:cubicBezTo>
                  <a:pt x="510946" y="221724"/>
                  <a:pt x="519910" y="228684"/>
                  <a:pt x="529871" y="234650"/>
                </a:cubicBezTo>
                <a:cubicBezTo>
                  <a:pt x="536843" y="240615"/>
                  <a:pt x="544811" y="242604"/>
                  <a:pt x="553775" y="241610"/>
                </a:cubicBezTo>
                <a:cubicBezTo>
                  <a:pt x="570706" y="240615"/>
                  <a:pt x="579670" y="224707"/>
                  <a:pt x="572698" y="209793"/>
                </a:cubicBezTo>
                <a:cubicBezTo>
                  <a:pt x="569711" y="204822"/>
                  <a:pt x="566722" y="200844"/>
                  <a:pt x="563734" y="197861"/>
                </a:cubicBezTo>
                <a:cubicBezTo>
                  <a:pt x="546802" y="180958"/>
                  <a:pt x="526882" y="168034"/>
                  <a:pt x="506962" y="156102"/>
                </a:cubicBezTo>
                <a:cubicBezTo>
                  <a:pt x="478079" y="140193"/>
                  <a:pt x="448198" y="128262"/>
                  <a:pt x="416326" y="118320"/>
                </a:cubicBezTo>
                <a:cubicBezTo>
                  <a:pt x="410351" y="115336"/>
                  <a:pt x="403379" y="113348"/>
                  <a:pt x="396406" y="111359"/>
                </a:cubicBezTo>
                <a:close/>
              </a:path>
            </a:pathLst>
          </a:custGeom>
          <a:solidFill>
            <a:srgbClr val="9A0001">
              <a:alpha val="80000"/>
            </a:srgbClr>
          </a:solidFill>
          <a:ln w="25400" cap="flat" cmpd="sng">
            <a:noFill/>
            <a:prstDash val="solid"/>
            <a:round/>
          </a:ln>
        </p:spPr>
        <p:txBody>
          <a:bodyPr vert="horz" wrap="square" lIns="63500" tIns="63500" rIns="63500" bIns="63500" rtlCol="0" anchor="ctr"/>
          <a:lstStyle/>
          <a:p>
            <a:pPr algn="ctr">
              <a:defRPr/>
            </a:pPr>
          </a:p>
        </p:txBody>
      </p:sp>
      <p:sp>
        <p:nvSpPr>
          <p:cNvPr id="57" name="AutoShape 57"/>
          <p:cNvSpPr/>
          <p:nvPr/>
        </p:nvSpPr>
        <p:spPr>
          <a:xfrm>
            <a:off x="7620000" y="5588000"/>
            <a:ext cx="2794000" cy="381000"/>
          </a:xfrm>
          <a:prstGeom prst="rect">
            <a:avLst/>
          </a:prstGeom>
          <a:noFill/>
          <a:ln w="12700" cap="flat" cmpd="sng">
            <a:noFill/>
            <a:prstDash val="solid"/>
            <a:round/>
          </a:ln>
        </p:spPr>
        <p:txBody>
          <a:bodyPr vert="horz" wrap="square" lIns="88900" tIns="50800" rIns="88900" bIns="50800" rtlCol="0" anchor="ctr" anchorCtr="0"/>
          <a:lstStyle/>
          <a:p>
            <a:pPr marL="0" indent="0" algn="ctr">
              <a:lnSpc>
                <a:spcPct val="100000"/>
              </a:lnSpc>
              <a:defRPr/>
            </a:pPr>
            <a:r>
              <a:rPr lang="en-US" sz="1800" b="1" i="0" u="none" strike="noStrike">
                <a:solidFill>
                  <a:srgbClr val="262626"/>
                </a:solidFill>
                <a:latin typeface="微软雅黑" panose="020B0503020204020204" charset="-122"/>
                <a:ea typeface="微软雅黑" panose="020B0503020204020204" charset="-122"/>
                <a:cs typeface="微软雅黑" panose="020B0503020204020204" charset="-122"/>
                <a:sym typeface="微软雅黑" panose="020B0503020204020204" charset="-122"/>
              </a:rPr>
              <a:t>软件与微电子学院</a:t>
            </a:r>
            <a:endParaRPr lang="en-US" sz="1100"/>
          </a:p>
        </p:txBody>
      </p:sp>
      <p:sp>
        <p:nvSpPr>
          <p:cNvPr id="58" name="AutoShape 58"/>
          <p:cNvSpPr/>
          <p:nvPr/>
        </p:nvSpPr>
        <p:spPr>
          <a:xfrm>
            <a:off x="5715000" y="4826000"/>
            <a:ext cx="762000" cy="508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9" name="AutoShape 59"/>
          <p:cNvSpPr/>
          <p:nvPr/>
        </p:nvSpPr>
        <p:spPr>
          <a:xfrm>
            <a:off x="1447800" y="2413000"/>
            <a:ext cx="9347200" cy="7493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en-US" sz="4200" b="1" i="0" u="none" strike="noStrike">
                <a:solidFill>
                  <a:srgbClr val="9A0001"/>
                </a:solidFill>
                <a:latin typeface="微软雅黑" panose="020B0503020204020204" charset="-122"/>
                <a:ea typeface="微软雅黑" panose="020B0503020204020204" charset="-122"/>
                <a:cs typeface="微软雅黑" panose="020B0503020204020204" charset="-122"/>
                <a:sym typeface="微软雅黑" panose="020B0503020204020204" charset="-122"/>
              </a:rPr>
              <a:t>感谢各位老师批评与指导</a:t>
            </a:r>
            <a:endParaRPr lang="en-US" sz="1100"/>
          </a:p>
        </p:txBody>
      </p:sp>
      <p:sp>
        <p:nvSpPr>
          <p:cNvPr id="60" name="AutoShape 60"/>
          <p:cNvSpPr/>
          <p:nvPr/>
        </p:nvSpPr>
        <p:spPr>
          <a:xfrm>
            <a:off x="0" y="6794500"/>
            <a:ext cx="12192000" cy="63500"/>
          </a:xfrm>
          <a:prstGeom prst="roundRect">
            <a:avLst>
              <a:gd name="adj" fmla="val 0"/>
            </a:avLst>
          </a:prstGeom>
          <a:solidFill>
            <a:srgbClr val="9A0001">
              <a:alpha val="100000"/>
            </a:srgbClr>
          </a:solidFill>
          <a:ln w="25400" cap="flat" cmpd="sng">
            <a:noFill/>
            <a:prstDash val="solid"/>
            <a:round/>
          </a:ln>
        </p:spPr>
        <p:txBody>
          <a:bodyPr vert="horz" wrap="square" lIns="63500" tIns="63500" rIns="63500" bIns="63500" rtlCol="0" anchor="ctr"/>
          <a:lstStyle/>
          <a:p>
            <a:pPr algn="ctr">
              <a:defRPr/>
            </a:pPr>
          </a:p>
        </p:txBody>
      </p:sp>
      <p:sp>
        <p:nvSpPr>
          <p:cNvPr id="83" name="AutoShape 5"/>
          <p:cNvSpPr/>
          <p:nvPr/>
        </p:nvSpPr>
        <p:spPr>
          <a:xfrm>
            <a:off x="1524000" y="5461000"/>
            <a:ext cx="5456555" cy="635000"/>
          </a:xfrm>
          <a:prstGeom prst="roundRect">
            <a:avLst>
              <a:gd name="adj" fmla="val 0"/>
            </a:avLst>
          </a:prstGeom>
          <a:noFill/>
          <a:ln w="25400" cap="flat" cmpd="sng">
            <a:noFill/>
            <a:prstDash val="solid"/>
            <a:round/>
          </a:ln>
        </p:spPr>
        <p:txBody>
          <a:bodyPr vert="horz" wrap="square" lIns="88900" tIns="50800" rIns="88900" bIns="50800" rtlCol="0" anchor="ctr" anchorCtr="0"/>
          <a:lstStyle/>
          <a:p>
            <a:pPr marL="0" indent="0" algn="ctr">
              <a:lnSpc>
                <a:spcPct val="100000"/>
              </a:lnSpc>
              <a:defRPr/>
            </a:pPr>
            <a:r>
              <a:rPr lang="zh-CN" altLang="en-US" sz="1800" b="0" i="0" u="none" strike="noStrike">
                <a:solidFill>
                  <a:srgbClr val="222A35"/>
                </a:solidFill>
                <a:latin typeface="微软雅黑"/>
                <a:ea typeface="微软雅黑"/>
                <a:cs typeface="微软雅黑"/>
                <a:sym typeface="微软雅黑"/>
              </a:rPr>
              <a:t>小组成员</a:t>
            </a:r>
            <a:r>
              <a:rPr lang="en-US" sz="1800" b="0" i="0" u="none" strike="noStrike">
                <a:solidFill>
                  <a:srgbClr val="222A35"/>
                </a:solidFill>
                <a:latin typeface="微软雅黑"/>
                <a:ea typeface="微软雅黑"/>
                <a:cs typeface="微软雅黑"/>
                <a:sym typeface="微软雅黑"/>
              </a:rPr>
              <a:t>：</a:t>
            </a:r>
            <a:r>
              <a:rPr lang="en-US" sz="1800">
                <a:solidFill>
                  <a:srgbClr val="222A35"/>
                </a:solidFill>
                <a:latin typeface="微软雅黑"/>
                <a:ea typeface="微软雅黑"/>
                <a:cs typeface="微软雅黑"/>
              </a:rPr>
              <a:t>奚漫，任天行，郑治杰，顾伟正，毛嘉楷</a:t>
            </a:r>
            <a:endParaRPr lang="en-US" sz="1800">
              <a:solidFill>
                <a:srgbClr val="222A35"/>
              </a:solidFill>
              <a:latin typeface="微软雅黑"/>
              <a:ea typeface="微软雅黑"/>
              <a:cs typeface="微软雅黑"/>
            </a:endParaRPr>
          </a:p>
        </p:txBody>
      </p:sp>
    </p:spTree>
  </p:cSld>
  <p:clrMapOvr>
    <a:masterClrMapping/>
  </p:clrMapOvr>
</p:sld>
</file>

<file path=ppt/tags/tag1.xml><?xml version="1.0" encoding="utf-8"?>
<p:tagLst xmlns:p="http://schemas.openxmlformats.org/presentationml/2006/main">
  <p:tag name="KSO_WM_DIAGRAM_VIRTUALLY_FRAME" val="{&quot;height&quot;:368.00137784983815,&quot;left&quot;:52,&quot;top&quot;:110,&quot;width&quot;:859}"/>
</p:tagLst>
</file>

<file path=ppt/tags/tag2.xml><?xml version="1.0" encoding="utf-8"?>
<p:tagLst xmlns:p="http://schemas.openxmlformats.org/presentationml/2006/main">
  <p:tag name="KSO_WM_DIAGRAM_VIRTUALLY_FRAME" val="{&quot;height&quot;:368.00137784983815,&quot;left&quot;:52,&quot;top&quot;:110,&quot;width&quot;:859}"/>
</p:tagLst>
</file>

<file path=ppt/tags/tag3.xml><?xml version="1.0" encoding="utf-8"?>
<p:tagLst xmlns:p="http://schemas.openxmlformats.org/presentationml/2006/main">
  <p:tag name="KSO_WM_DIAGRAM_VIRTUALLY_FRAME" val="{&quot;height&quot;:368.00137784983815,&quot;left&quot;:52,&quot;top&quot;:110,&quot;width&quot;:859}"/>
</p:tagLst>
</file>

<file path=ppt/tags/tag4.xml><?xml version="1.0" encoding="utf-8"?>
<p:tagLst xmlns:p="http://schemas.openxmlformats.org/presentationml/2006/main">
  <p:tag name="KSO_WM_DIAGRAM_VIRTUALLY_FRAME" val="{&quot;height&quot;:368.00137784983815,&quot;left&quot;:52,&quot;top&quot;:110,&quot;width&quot;:859}"/>
</p:tagLst>
</file>

<file path=ppt/tags/tag5.xml><?xml version="1.0" encoding="utf-8"?>
<p:tagLst xmlns:p="http://schemas.openxmlformats.org/presentationml/2006/main">
  <p:tag name="KSO_WM_DIAGRAM_VIRTUALLY_FRAME" val="{&quot;height&quot;:368.00137784983815,&quot;left&quot;:52,&quot;top&quot;:110,&quot;width&quot;:859}"/>
</p:tagLst>
</file>

<file path=ppt/tags/tag6.xml><?xml version="1.0" encoding="utf-8"?>
<p:tagLst xmlns:p="http://schemas.openxmlformats.org/presentationml/2006/main">
  <p:tag name="KSO_WM_DIAGRAM_VIRTUALLY_FRAME" val="{&quot;height&quot;:368.00137784983815,&quot;left&quot;:52,&quot;top&quot;:110,&quot;width&quot;:859}"/>
</p:tagLst>
</file>

<file path=ppt/tags/tag7.xml><?xml version="1.0" encoding="utf-8"?>
<p:tagLst xmlns:p="http://schemas.openxmlformats.org/presentationml/2006/main">
  <p:tag name="KSO_WM_DIAGRAM_VIRTUALLY_FRAME" val="{&quot;height&quot;:368.00137784983815,&quot;left&quot;:52,&quot;top&quot;:110,&quot;width&quot;:859}"/>
</p:tagLst>
</file>

<file path=ppt/tags/tag8.xml><?xml version="1.0" encoding="utf-8"?>
<p:tagLst xmlns:p="http://schemas.openxmlformats.org/presentationml/2006/main">
  <p:tag name="KSO_WM_DIAGRAM_VIRTUALLY_FRAME" val="{&quot;height&quot;:368.00137784983815,&quot;left&quot;:52,&quot;top&quot;:110,&quot;width&quot;:859}"/>
</p:tagLst>
</file>

<file path=ppt/tags/tag9.xml><?xml version="1.0" encoding="utf-8"?>
<p:tagLst xmlns:p="http://schemas.openxmlformats.org/presentationml/2006/main">
  <p:tag name="KSO_WM_DIAGRAM_VIRTUALLY_FRAME" val="{&quot;height&quot;:368.00137784983815,&quot;left&quot;:52,&quot;top&quot;:110,&quot;width&quot;:859}"/>
</p:tagLst>
</file>

<file path=ppt/tags/tag10.xml><?xml version="1.0" encoding="utf-8"?>
<p:tagLst xmlns:p="http://schemas.openxmlformats.org/presentationml/2006/main">
  <p:tag name="KSO_WM_DIAGRAM_VIRTUALLY_FRAME" val="{&quot;height&quot;:368.00137784983815,&quot;left&quot;:52,&quot;top&quot;:110,&quot;width&quot;:859}"/>
</p:tagLst>
</file>

<file path=ppt/tags/tag11.xml><?xml version="1.0" encoding="utf-8"?>
<p:tagLst xmlns:p="http://schemas.openxmlformats.org/presentationml/2006/main">
  <p:tag name="KSO_WM_DIAGRAM_VIRTUALLY_FRAME" val="{&quot;height&quot;:368.00137784983815,&quot;left&quot;:52,&quot;top&quot;:110,&quot;width&quot;:859}"/>
</p:tagLst>
</file>

<file path=ppt/tags/tag12.xml><?xml version="1.0" encoding="utf-8"?>
<p:tagLst xmlns:p="http://schemas.openxmlformats.org/presentationml/2006/main">
  <p:tag name="KSO_WM_DIAGRAM_VIRTUALLY_FRAME" val="{&quot;height&quot;:368.00137784983815,&quot;left&quot;:52,&quot;top&quot;:110,&quot;width&quot;:859}"/>
</p:tagLst>
</file>

<file path=ppt/tags/tag13.xml><?xml version="1.0" encoding="utf-8"?>
<p:tagLst xmlns:p="http://schemas.openxmlformats.org/presentationml/2006/main">
  <p:tag name="KSO_WM_DIAGRAM_VIRTUALLY_FRAME" val="{&quot;height&quot;:368.00137784983815,&quot;left&quot;:52,&quot;top&quot;:110,&quot;width&quot;:859}"/>
</p:tagLst>
</file>

<file path=ppt/tags/tag14.xml><?xml version="1.0" encoding="utf-8"?>
<p:tagLst xmlns:p="http://schemas.openxmlformats.org/presentationml/2006/main">
  <p:tag name="KSO_WM_DIAGRAM_VIRTUALLY_FRAME" val="{&quot;height&quot;:368.00137784983815,&quot;left&quot;:52,&quot;top&quot;:110,&quot;width&quot;:859}"/>
</p:tagLst>
</file>

<file path=ppt/tags/tag15.xml><?xml version="1.0" encoding="utf-8"?>
<p:tagLst xmlns:p="http://schemas.openxmlformats.org/presentationml/2006/main">
  <p:tag name="KSO_WM_DIAGRAM_VIRTUALLY_FRAME" val="{&quot;height&quot;:368.00137784983815,&quot;left&quot;:52,&quot;top&quot;:110,&quot;width&quot;:859}"/>
</p:tagLst>
</file>

<file path=ppt/tags/tag16.xml><?xml version="1.0" encoding="utf-8"?>
<p:tagLst xmlns:p="http://schemas.openxmlformats.org/presentationml/2006/main">
  <p:tag name="KSO_WM_DIAGRAM_VIRTUALLY_FRAME" val="{&quot;height&quot;:368.00137784983815,&quot;left&quot;:52,&quot;top&quot;:110,&quot;width&quot;:859}"/>
</p:tagLst>
</file>

<file path=ppt/tags/tag17.xml><?xml version="1.0" encoding="utf-8"?>
<p:tagLst xmlns:p="http://schemas.openxmlformats.org/presentationml/2006/main">
  <p:tag name="KSO_WM_DIAGRAM_VIRTUALLY_FRAME" val="{&quot;height&quot;:368.00137784983815,&quot;left&quot;:52,&quot;top&quot;:110,&quot;width&quot;:859}"/>
</p:tagLst>
</file>

<file path=ppt/tags/tag18.xml><?xml version="1.0" encoding="utf-8"?>
<p:tagLst xmlns:p="http://schemas.openxmlformats.org/presentationml/2006/main">
  <p:tag name="KSO_WM_DIAGRAM_VIRTUALLY_FRAME" val="{&quot;height&quot;:368.00137784983815,&quot;left&quot;:52,&quot;top&quot;:110,&quot;width&quot;:859}"/>
</p:tagLst>
</file>

<file path=ppt/tags/tag19.xml><?xml version="1.0" encoding="utf-8"?>
<p:tagLst xmlns:p="http://schemas.openxmlformats.org/presentationml/2006/main">
  <p:tag name="KSO_WM_DIAGRAM_VIRTUALLY_FRAME" val="{&quot;height&quot;:368.00137784983815,&quot;left&quot;:52,&quot;top&quot;:110,&quot;width&quot;:859}"/>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3676</Words>
  <Application>WPS 演示</Application>
  <PresentationFormat/>
  <Paragraphs>345</Paragraphs>
  <Slides>21</Slides>
  <Notes>23</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21</vt:i4>
      </vt:variant>
    </vt:vector>
  </HeadingPairs>
  <TitlesOfParts>
    <vt:vector size="43" baseType="lpstr">
      <vt:lpstr>Arial</vt:lpstr>
      <vt:lpstr>宋体</vt:lpstr>
      <vt:lpstr>Wingdings</vt:lpstr>
      <vt:lpstr>Arial</vt:lpstr>
      <vt:lpstr>微软雅黑</vt:lpstr>
      <vt:lpstr>汉仪旗黑</vt:lpstr>
      <vt:lpstr>等线</vt:lpstr>
      <vt:lpstr>汉仪中等线KW</vt:lpstr>
      <vt:lpstr>Noto Sans SC</vt:lpstr>
      <vt:lpstr>冬青黑体简体中文</vt:lpstr>
      <vt:lpstr>宋体</vt:lpstr>
      <vt:lpstr>Arial Unicode MS</vt:lpstr>
      <vt:lpstr>汉仪书宋二KW</vt:lpstr>
      <vt:lpstr>Noto Sans SC</vt:lpstr>
      <vt:lpstr>微软雅黑</vt:lpstr>
      <vt:lpstr>等线</vt:lpstr>
      <vt:lpstr>苹方-简</vt:lpstr>
      <vt:lpstr>Apple Color Emoji</vt:lpstr>
      <vt:lpstr>微软雅黑</vt:lpstr>
      <vt:lpstr>宋体-简</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任天行</cp:lastModifiedBy>
  <cp:revision>23</cp:revision>
  <dcterms:created xsi:type="dcterms:W3CDTF">2026-05-27T15:20:54Z</dcterms:created>
  <dcterms:modified xsi:type="dcterms:W3CDTF">2026-05-27T15:20:54Z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{"Label":"1","ContentProducer":"001191110102MACQD9K64010000","ProduceID":"7644213910666103765","ReservedCode1":"","ContentPropagator":"","PropagateID":"","ReservedCode2":""}</vt:lpwstr>
  </property>
  <property fmtid="{D5CDD505-2E9C-101B-9397-08002B2CF9AE}" pid="3" name="ICV">
    <vt:lpwstr>5A8F5F98B4FB4D2A9B60A5F41076716A_12</vt:lpwstr>
  </property>
  <property fmtid="{D5CDD505-2E9C-101B-9397-08002B2CF9AE}" pid="4" name="KSOProductBuildVer">
    <vt:lpwstr>2052-12.1.23141.23141</vt:lpwstr>
  </property>
</Properties>
</file>